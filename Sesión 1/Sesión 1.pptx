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42"/>
  </p:notesMasterIdLst>
  <p:sldIdLst>
    <p:sldId id="256" r:id="rId4"/>
    <p:sldId id="257" r:id="rId5"/>
    <p:sldId id="290" r:id="rId6"/>
    <p:sldId id="269" r:id="rId7"/>
    <p:sldId id="270" r:id="rId8"/>
    <p:sldId id="271" r:id="rId9"/>
    <p:sldId id="282" r:id="rId10"/>
    <p:sldId id="283" r:id="rId11"/>
    <p:sldId id="291" r:id="rId12"/>
    <p:sldId id="292" r:id="rId13"/>
    <p:sldId id="293" r:id="rId14"/>
    <p:sldId id="294" r:id="rId15"/>
    <p:sldId id="295" r:id="rId16"/>
    <p:sldId id="264" r:id="rId17"/>
    <p:sldId id="265" r:id="rId18"/>
    <p:sldId id="266" r:id="rId19"/>
    <p:sldId id="275" r:id="rId20"/>
    <p:sldId id="287" r:id="rId21"/>
    <p:sldId id="288" r:id="rId22"/>
    <p:sldId id="289" r:id="rId23"/>
    <p:sldId id="276" r:id="rId24"/>
    <p:sldId id="267" r:id="rId25"/>
    <p:sldId id="277" r:id="rId26"/>
    <p:sldId id="296" r:id="rId27"/>
    <p:sldId id="297" r:id="rId28"/>
    <p:sldId id="298" r:id="rId29"/>
    <p:sldId id="285" r:id="rId30"/>
    <p:sldId id="286" r:id="rId31"/>
    <p:sldId id="284" r:id="rId32"/>
    <p:sldId id="299" r:id="rId33"/>
    <p:sldId id="262" r:id="rId34"/>
    <p:sldId id="263" r:id="rId35"/>
    <p:sldId id="418" r:id="rId36"/>
    <p:sldId id="410" r:id="rId37"/>
    <p:sldId id="260" r:id="rId38"/>
    <p:sldId id="411" r:id="rId39"/>
    <p:sldId id="522" r:id="rId40"/>
    <p:sldId id="373" r:id="rId41"/>
    <p:sldId id="261" r:id="rId42"/>
    <p:sldId id="389" r:id="rId43"/>
    <p:sldId id="390" r:id="rId44"/>
    <p:sldId id="272" r:id="rId45"/>
    <p:sldId id="274" r:id="rId46"/>
    <p:sldId id="394" r:id="rId47"/>
    <p:sldId id="395" r:id="rId48"/>
    <p:sldId id="396" r:id="rId49"/>
    <p:sldId id="397" r:id="rId50"/>
    <p:sldId id="278" r:id="rId51"/>
    <p:sldId id="398" r:id="rId52"/>
    <p:sldId id="399" r:id="rId53"/>
    <p:sldId id="400" r:id="rId54"/>
    <p:sldId id="401" r:id="rId55"/>
    <p:sldId id="403" r:id="rId56"/>
    <p:sldId id="404" r:id="rId57"/>
    <p:sldId id="384" r:id="rId58"/>
    <p:sldId id="381" r:id="rId59"/>
    <p:sldId id="383" r:id="rId60"/>
    <p:sldId id="405" r:id="rId61"/>
    <p:sldId id="407" r:id="rId62"/>
    <p:sldId id="408" r:id="rId63"/>
    <p:sldId id="409" r:id="rId64"/>
    <p:sldId id="413" r:id="rId65"/>
    <p:sldId id="414" r:id="rId66"/>
    <p:sldId id="415" r:id="rId67"/>
    <p:sldId id="416" r:id="rId68"/>
    <p:sldId id="273" r:id="rId69"/>
    <p:sldId id="417" r:id="rId70"/>
    <p:sldId id="419" r:id="rId71"/>
    <p:sldId id="420" r:id="rId72"/>
    <p:sldId id="421" r:id="rId73"/>
    <p:sldId id="424" r:id="rId74"/>
    <p:sldId id="425" r:id="rId75"/>
    <p:sldId id="426" r:id="rId76"/>
    <p:sldId id="427" r:id="rId77"/>
    <p:sldId id="268" r:id="rId78"/>
    <p:sldId id="428" r:id="rId79"/>
    <p:sldId id="429" r:id="rId80"/>
    <p:sldId id="430" r:id="rId81"/>
    <p:sldId id="431" r:id="rId82"/>
    <p:sldId id="432" r:id="rId83"/>
    <p:sldId id="433" r:id="rId84"/>
    <p:sldId id="434" r:id="rId85"/>
    <p:sldId id="435" r:id="rId86"/>
    <p:sldId id="436" r:id="rId87"/>
    <p:sldId id="437" r:id="rId88"/>
    <p:sldId id="438" r:id="rId89"/>
    <p:sldId id="439" r:id="rId90"/>
    <p:sldId id="304" r:id="rId91"/>
    <p:sldId id="305" r:id="rId92"/>
    <p:sldId id="306" r:id="rId93"/>
    <p:sldId id="307" r:id="rId94"/>
    <p:sldId id="440" r:id="rId95"/>
    <p:sldId id="441" r:id="rId96"/>
    <p:sldId id="442" r:id="rId97"/>
    <p:sldId id="443" r:id="rId98"/>
    <p:sldId id="444" r:id="rId99"/>
    <p:sldId id="445" r:id="rId100"/>
    <p:sldId id="308" r:id="rId101"/>
    <p:sldId id="446" r:id="rId102"/>
    <p:sldId id="447" r:id="rId103"/>
    <p:sldId id="448" r:id="rId104"/>
    <p:sldId id="449" r:id="rId105"/>
    <p:sldId id="450" r:id="rId106"/>
    <p:sldId id="451" r:id="rId107"/>
    <p:sldId id="452" r:id="rId108"/>
    <p:sldId id="453" r:id="rId109"/>
    <p:sldId id="454" r:id="rId110"/>
    <p:sldId id="455" r:id="rId111"/>
    <p:sldId id="456" r:id="rId112"/>
    <p:sldId id="457" r:id="rId113"/>
    <p:sldId id="458" r:id="rId114"/>
    <p:sldId id="300" r:id="rId115"/>
    <p:sldId id="301" r:id="rId116"/>
    <p:sldId id="309" r:id="rId117"/>
    <p:sldId id="310" r:id="rId118"/>
    <p:sldId id="311" r:id="rId119"/>
    <p:sldId id="312" r:id="rId120"/>
    <p:sldId id="313" r:id="rId121"/>
    <p:sldId id="314" r:id="rId122"/>
    <p:sldId id="315" r:id="rId123"/>
    <p:sldId id="316" r:id="rId124"/>
    <p:sldId id="317" r:id="rId125"/>
    <p:sldId id="318" r:id="rId126"/>
    <p:sldId id="319" r:id="rId127"/>
    <p:sldId id="320" r:id="rId128"/>
    <p:sldId id="321" r:id="rId129"/>
    <p:sldId id="322" r:id="rId130"/>
    <p:sldId id="323" r:id="rId131"/>
    <p:sldId id="324" r:id="rId132"/>
    <p:sldId id="325" r:id="rId133"/>
    <p:sldId id="326" r:id="rId134"/>
    <p:sldId id="327" r:id="rId135"/>
    <p:sldId id="328" r:id="rId136"/>
    <p:sldId id="329" r:id="rId137"/>
    <p:sldId id="330" r:id="rId138"/>
    <p:sldId id="331" r:id="rId139"/>
    <p:sldId id="332" r:id="rId140"/>
    <p:sldId id="523" r:id="rId14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981138B-9637-414F-84EC-40DDB3BEB15B}">
          <p14:sldIdLst>
            <p14:sldId id="256"/>
            <p14:sldId id="257"/>
          </p14:sldIdLst>
        </p14:section>
        <p14:section name="Introducción a la Ciencia de Datos" id="{6D1092B5-E93D-4BE8-962C-B1391EBCA008}">
          <p14:sldIdLst>
            <p14:sldId id="290"/>
            <p14:sldId id="269"/>
            <p14:sldId id="270"/>
            <p14:sldId id="271"/>
            <p14:sldId id="282"/>
            <p14:sldId id="283"/>
            <p14:sldId id="291"/>
            <p14:sldId id="292"/>
            <p14:sldId id="293"/>
            <p14:sldId id="294"/>
            <p14:sldId id="295"/>
            <p14:sldId id="264"/>
            <p14:sldId id="265"/>
            <p14:sldId id="266"/>
            <p14:sldId id="275"/>
            <p14:sldId id="287"/>
            <p14:sldId id="288"/>
            <p14:sldId id="289"/>
            <p14:sldId id="276"/>
            <p14:sldId id="267"/>
            <p14:sldId id="277"/>
            <p14:sldId id="296"/>
            <p14:sldId id="297"/>
            <p14:sldId id="298"/>
            <p14:sldId id="285"/>
            <p14:sldId id="286"/>
            <p14:sldId id="284"/>
            <p14:sldId id="299"/>
            <p14:sldId id="262"/>
            <p14:sldId id="263"/>
            <p14:sldId id="418"/>
            <p14:sldId id="410"/>
            <p14:sldId id="260"/>
            <p14:sldId id="411"/>
            <p14:sldId id="522"/>
          </p14:sldIdLst>
        </p14:section>
        <p14:section name="Introducción al Python" id="{13B1F58E-B95E-4EF8-BDE1-A6C6365F67A3}">
          <p14:sldIdLst>
            <p14:sldId id="373"/>
            <p14:sldId id="261"/>
            <p14:sldId id="389"/>
            <p14:sldId id="390"/>
            <p14:sldId id="272"/>
            <p14:sldId id="274"/>
            <p14:sldId id="394"/>
            <p14:sldId id="395"/>
            <p14:sldId id="396"/>
            <p14:sldId id="397"/>
            <p14:sldId id="278"/>
            <p14:sldId id="398"/>
            <p14:sldId id="399"/>
            <p14:sldId id="400"/>
            <p14:sldId id="401"/>
            <p14:sldId id="403"/>
            <p14:sldId id="404"/>
            <p14:sldId id="384"/>
            <p14:sldId id="381"/>
            <p14:sldId id="383"/>
            <p14:sldId id="405"/>
            <p14:sldId id="407"/>
            <p14:sldId id="408"/>
            <p14:sldId id="409"/>
            <p14:sldId id="413"/>
            <p14:sldId id="414"/>
            <p14:sldId id="415"/>
            <p14:sldId id="416"/>
            <p14:sldId id="273"/>
            <p14:sldId id="417"/>
            <p14:sldId id="419"/>
          </p14:sldIdLst>
        </p14:section>
        <p14:section name="Estructura de datos" id="{56D9646E-0814-40DD-9806-C1F9ADBEB6CC}">
          <p14:sldIdLst>
            <p14:sldId id="420"/>
            <p14:sldId id="421"/>
            <p14:sldId id="424"/>
            <p14:sldId id="425"/>
            <p14:sldId id="426"/>
            <p14:sldId id="427"/>
            <p14:sldId id="268"/>
            <p14:sldId id="428"/>
            <p14:sldId id="429"/>
            <p14:sldId id="430"/>
            <p14:sldId id="431"/>
            <p14:sldId id="432"/>
            <p14:sldId id="433"/>
            <p14:sldId id="434"/>
            <p14:sldId id="435"/>
            <p14:sldId id="436"/>
            <p14:sldId id="437"/>
            <p14:sldId id="438"/>
            <p14:sldId id="439"/>
            <p14:sldId id="304"/>
            <p14:sldId id="305"/>
            <p14:sldId id="306"/>
            <p14:sldId id="307"/>
            <p14:sldId id="440"/>
            <p14:sldId id="441"/>
            <p14:sldId id="442"/>
            <p14:sldId id="443"/>
            <p14:sldId id="444"/>
            <p14:sldId id="445"/>
            <p14:sldId id="308"/>
            <p14:sldId id="446"/>
            <p14:sldId id="447"/>
            <p14:sldId id="448"/>
            <p14:sldId id="449"/>
            <p14:sldId id="450"/>
            <p14:sldId id="451"/>
            <p14:sldId id="452"/>
            <p14:sldId id="453"/>
            <p14:sldId id="454"/>
            <p14:sldId id="455"/>
            <p14:sldId id="456"/>
            <p14:sldId id="457"/>
            <p14:sldId id="458"/>
            <p14:sldId id="300"/>
            <p14:sldId id="301"/>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5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0B097F-2504-4CAE-9C48-8274C2C8D809}" v="14" dt="2023-01-19T21:12:03.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1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presProps" Target="presProps.xml"/><Relationship Id="rId148"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ázaro Bustio Martínez" userId="40a2716d-298b-429a-a0ab-e42e295773ea" providerId="ADAL" clId="{720B097F-2504-4CAE-9C48-8274C2C8D809}"/>
    <pc:docChg chg="undo custSel modSld">
      <pc:chgData name="Lázaro Bustio Martínez" userId="40a2716d-298b-429a-a0ab-e42e295773ea" providerId="ADAL" clId="{720B097F-2504-4CAE-9C48-8274C2C8D809}" dt="2023-01-28T17:17:48.168" v="2" actId="1038"/>
      <pc:docMkLst>
        <pc:docMk/>
      </pc:docMkLst>
      <pc:sldChg chg="modSp mod">
        <pc:chgData name="Lázaro Bustio Martínez" userId="40a2716d-298b-429a-a0ab-e42e295773ea" providerId="ADAL" clId="{720B097F-2504-4CAE-9C48-8274C2C8D809}" dt="2023-01-28T17:02:08.305" v="1" actId="21"/>
        <pc:sldMkLst>
          <pc:docMk/>
          <pc:sldMk cId="1722015731" sldId="338"/>
        </pc:sldMkLst>
        <pc:spChg chg="mod">
          <ac:chgData name="Lázaro Bustio Martínez" userId="40a2716d-298b-429a-a0ab-e42e295773ea" providerId="ADAL" clId="{720B097F-2504-4CAE-9C48-8274C2C8D809}" dt="2023-01-28T17:02:08.305" v="1" actId="21"/>
          <ac:spMkLst>
            <pc:docMk/>
            <pc:sldMk cId="1722015731" sldId="338"/>
            <ac:spMk id="6" creationId="{CAA3F82D-B942-44F3-A360-42D875789A1C}"/>
          </ac:spMkLst>
        </pc:spChg>
      </pc:sldChg>
      <pc:sldChg chg="modSp mod">
        <pc:chgData name="Lázaro Bustio Martínez" userId="40a2716d-298b-429a-a0ab-e42e295773ea" providerId="ADAL" clId="{720B097F-2504-4CAE-9C48-8274C2C8D809}" dt="2023-01-28T17:17:48.168" v="2" actId="1038"/>
        <pc:sldMkLst>
          <pc:docMk/>
          <pc:sldMk cId="2173691607" sldId="477"/>
        </pc:sldMkLst>
        <pc:spChg chg="mod">
          <ac:chgData name="Lázaro Bustio Martínez" userId="40a2716d-298b-429a-a0ab-e42e295773ea" providerId="ADAL" clId="{720B097F-2504-4CAE-9C48-8274C2C8D809}" dt="2023-01-28T17:17:48.168" v="2" actId="1038"/>
          <ac:spMkLst>
            <pc:docMk/>
            <pc:sldMk cId="2173691607" sldId="477"/>
            <ac:spMk id="3" creationId="{FA6578B4-233E-4C1E-854F-4DC9D148C625}"/>
          </ac:spMkLst>
        </pc:spChg>
      </pc:sldChg>
    </pc:docChg>
  </pc:docChgLst>
  <pc:docChgLst>
    <pc:chgData name="Bustio Martínez Lázaro" userId="40a2716d-298b-429a-a0ab-e42e295773ea" providerId="ADAL" clId="{720B097F-2504-4CAE-9C48-8274C2C8D809}"/>
    <pc:docChg chg="undo custSel addSld delSld modSld addSection modSection">
      <pc:chgData name="Bustio Martínez Lázaro" userId="40a2716d-298b-429a-a0ab-e42e295773ea" providerId="ADAL" clId="{720B097F-2504-4CAE-9C48-8274C2C8D809}" dt="2023-01-19T21:21:18.323" v="514" actId="20577"/>
      <pc:docMkLst>
        <pc:docMk/>
      </pc:docMkLst>
      <pc:sldChg chg="modSp mod">
        <pc:chgData name="Bustio Martínez Lázaro" userId="40a2716d-298b-429a-a0ab-e42e295773ea" providerId="ADAL" clId="{720B097F-2504-4CAE-9C48-8274C2C8D809}" dt="2023-01-19T20:37:45.712" v="82" actId="20577"/>
        <pc:sldMkLst>
          <pc:docMk/>
          <pc:sldMk cId="1751950304" sldId="256"/>
        </pc:sldMkLst>
        <pc:spChg chg="mod">
          <ac:chgData name="Bustio Martínez Lázaro" userId="40a2716d-298b-429a-a0ab-e42e295773ea" providerId="ADAL" clId="{720B097F-2504-4CAE-9C48-8274C2C8D809}" dt="2023-01-19T20:37:45.712" v="82" actId="20577"/>
          <ac:spMkLst>
            <pc:docMk/>
            <pc:sldMk cId="1751950304" sldId="256"/>
            <ac:spMk id="2" creationId="{901583F8-6ECA-4668-9066-A05296A2BF28}"/>
          </ac:spMkLst>
        </pc:spChg>
      </pc:sldChg>
      <pc:sldChg chg="modSp mod">
        <pc:chgData name="Bustio Martínez Lázaro" userId="40a2716d-298b-429a-a0ab-e42e295773ea" providerId="ADAL" clId="{720B097F-2504-4CAE-9C48-8274C2C8D809}" dt="2023-01-19T21:17:35.051" v="442" actId="313"/>
        <pc:sldMkLst>
          <pc:docMk/>
          <pc:sldMk cId="601889734" sldId="257"/>
        </pc:sldMkLst>
        <pc:spChg chg="mod">
          <ac:chgData name="Bustio Martínez Lázaro" userId="40a2716d-298b-429a-a0ab-e42e295773ea" providerId="ADAL" clId="{720B097F-2504-4CAE-9C48-8274C2C8D809}" dt="2023-01-19T21:17:35.051" v="442" actId="313"/>
          <ac:spMkLst>
            <pc:docMk/>
            <pc:sldMk cId="601889734" sldId="257"/>
            <ac:spMk id="17" creationId="{943E7F20-F31E-4565-B6F6-F1926B997558}"/>
          </ac:spMkLst>
        </pc:spChg>
      </pc:sldChg>
      <pc:sldChg chg="addSp delSp add del setBg delDesignElem">
        <pc:chgData name="Bustio Martínez Lázaro" userId="40a2716d-298b-429a-a0ab-e42e295773ea" providerId="ADAL" clId="{720B097F-2504-4CAE-9C48-8274C2C8D809}" dt="2023-01-19T20:57:43.977" v="200" actId="47"/>
        <pc:sldMkLst>
          <pc:docMk/>
          <pc:sldMk cId="350055807" sldId="258"/>
        </pc:sldMkLst>
        <pc:spChg chg="add del">
          <ac:chgData name="Bustio Martínez Lázaro" userId="40a2716d-298b-429a-a0ab-e42e295773ea" providerId="ADAL" clId="{720B097F-2504-4CAE-9C48-8274C2C8D809}" dt="2023-01-19T20:45:07.957" v="193"/>
          <ac:spMkLst>
            <pc:docMk/>
            <pc:sldMk cId="350055807" sldId="258"/>
            <ac:spMk id="1033" creationId="{CEF6118E-44FB-4509-B4D9-129052E4C6EE}"/>
          </ac:spMkLst>
        </pc:spChg>
      </pc:sldChg>
      <pc:sldChg chg="del">
        <pc:chgData name="Bustio Martínez Lázaro" userId="40a2716d-298b-429a-a0ab-e42e295773ea" providerId="ADAL" clId="{720B097F-2504-4CAE-9C48-8274C2C8D809}" dt="2023-01-19T21:12:07.766" v="402" actId="47"/>
        <pc:sldMkLst>
          <pc:docMk/>
          <pc:sldMk cId="1658526946" sldId="258"/>
        </pc:sldMkLst>
      </pc:sldChg>
      <pc:sldChg chg="del">
        <pc:chgData name="Bustio Martínez Lázaro" userId="40a2716d-298b-429a-a0ab-e42e295773ea" providerId="ADAL" clId="{720B097F-2504-4CAE-9C48-8274C2C8D809}" dt="2023-01-19T20:37:55.014" v="83" actId="47"/>
        <pc:sldMkLst>
          <pc:docMk/>
          <pc:sldMk cId="4094650357" sldId="258"/>
        </pc:sldMkLst>
      </pc:sldChg>
      <pc:sldChg chg="addSp delSp add del setBg delDesignElem">
        <pc:chgData name="Bustio Martínez Lázaro" userId="40a2716d-298b-429a-a0ab-e42e295773ea" providerId="ADAL" clId="{720B097F-2504-4CAE-9C48-8274C2C8D809}" dt="2023-01-19T20:57:46.214" v="201" actId="47"/>
        <pc:sldMkLst>
          <pc:docMk/>
          <pc:sldMk cId="61844945" sldId="259"/>
        </pc:sldMkLst>
        <pc:spChg chg="add del">
          <ac:chgData name="Bustio Martínez Lázaro" userId="40a2716d-298b-429a-a0ab-e42e295773ea" providerId="ADAL" clId="{720B097F-2504-4CAE-9C48-8274C2C8D809}" dt="2023-01-19T20:45:07.957" v="193"/>
          <ac:spMkLst>
            <pc:docMk/>
            <pc:sldMk cId="61844945" sldId="259"/>
            <ac:spMk id="17" creationId="{2596F992-698C-48C0-9D89-70DA4CE927EF}"/>
          </ac:spMkLst>
        </pc:spChg>
        <pc:spChg chg="add del">
          <ac:chgData name="Bustio Martínez Lázaro" userId="40a2716d-298b-429a-a0ab-e42e295773ea" providerId="ADAL" clId="{720B097F-2504-4CAE-9C48-8274C2C8D809}" dt="2023-01-19T20:45:07.957" v="193"/>
          <ac:spMkLst>
            <pc:docMk/>
            <pc:sldMk cId="61844945" sldId="259"/>
            <ac:spMk id="19" creationId="{E7BFF8DC-0AE7-4AD2-9B28-2E5F26D62C30}"/>
          </ac:spMkLst>
        </pc:spChg>
        <pc:spChg chg="add del">
          <ac:chgData name="Bustio Martínez Lázaro" userId="40a2716d-298b-429a-a0ab-e42e295773ea" providerId="ADAL" clId="{720B097F-2504-4CAE-9C48-8274C2C8D809}" dt="2023-01-19T20:45:07.957" v="193"/>
          <ac:spMkLst>
            <pc:docMk/>
            <pc:sldMk cId="61844945" sldId="259"/>
            <ac:spMk id="21" creationId="{7E0162AD-C6E5-4BF8-A453-76ADB36877D3}"/>
          </ac:spMkLst>
        </pc:spChg>
      </pc:sldChg>
      <pc:sldChg chg="del">
        <pc:chgData name="Bustio Martínez Lázaro" userId="40a2716d-298b-429a-a0ab-e42e295773ea" providerId="ADAL" clId="{720B097F-2504-4CAE-9C48-8274C2C8D809}" dt="2023-01-19T21:07:54.463" v="299" actId="47"/>
        <pc:sldMkLst>
          <pc:docMk/>
          <pc:sldMk cId="63198291" sldId="259"/>
        </pc:sldMkLst>
      </pc:sldChg>
      <pc:sldChg chg="del">
        <pc:chgData name="Bustio Martínez Lázaro" userId="40a2716d-298b-429a-a0ab-e42e295773ea" providerId="ADAL" clId="{720B097F-2504-4CAE-9C48-8274C2C8D809}" dt="2023-01-19T20:39:11.643" v="103" actId="47"/>
        <pc:sldMkLst>
          <pc:docMk/>
          <pc:sldMk cId="1740195822" sldId="259"/>
        </pc:sldMkLst>
      </pc:sldChg>
      <pc:sldChg chg="modSp mod">
        <pc:chgData name="Bustio Martínez Lázaro" userId="40a2716d-298b-429a-a0ab-e42e295773ea" providerId="ADAL" clId="{720B097F-2504-4CAE-9C48-8274C2C8D809}" dt="2023-01-19T21:19:16.259" v="476" actId="20577"/>
        <pc:sldMkLst>
          <pc:docMk/>
          <pc:sldMk cId="745256117" sldId="260"/>
        </pc:sldMkLst>
        <pc:spChg chg="mod">
          <ac:chgData name="Bustio Martínez Lázaro" userId="40a2716d-298b-429a-a0ab-e42e295773ea" providerId="ADAL" clId="{720B097F-2504-4CAE-9C48-8274C2C8D809}" dt="2023-01-19T21:19:16.259" v="476" actId="20577"/>
          <ac:spMkLst>
            <pc:docMk/>
            <pc:sldMk cId="745256117" sldId="260"/>
            <ac:spMk id="3" creationId="{2D0DFD3D-5F4F-4366-B1A5-6B70B504EA93}"/>
          </ac:spMkLst>
        </pc:spChg>
      </pc:sldChg>
      <pc:sldChg chg="del">
        <pc:chgData name="Bustio Martínez Lázaro" userId="40a2716d-298b-429a-a0ab-e42e295773ea" providerId="ADAL" clId="{720B097F-2504-4CAE-9C48-8274C2C8D809}" dt="2023-01-19T20:39:14.574" v="104" actId="47"/>
        <pc:sldMkLst>
          <pc:docMk/>
          <pc:sldMk cId="1271406614" sldId="260"/>
        </pc:sldMkLst>
      </pc:sldChg>
      <pc:sldChg chg="addSp delSp add del setBg delDesignElem">
        <pc:chgData name="Bustio Martínez Lázaro" userId="40a2716d-298b-429a-a0ab-e42e295773ea" providerId="ADAL" clId="{720B097F-2504-4CAE-9C48-8274C2C8D809}" dt="2023-01-19T20:59:17.686" v="210" actId="2696"/>
        <pc:sldMkLst>
          <pc:docMk/>
          <pc:sldMk cId="2036503665" sldId="260"/>
        </pc:sldMkLst>
        <pc:spChg chg="add del">
          <ac:chgData name="Bustio Martínez Lázaro" userId="40a2716d-298b-429a-a0ab-e42e295773ea" providerId="ADAL" clId="{720B097F-2504-4CAE-9C48-8274C2C8D809}" dt="2023-01-19T20:45:07.957" v="193"/>
          <ac:spMkLst>
            <pc:docMk/>
            <pc:sldMk cId="2036503665" sldId="260"/>
            <ac:spMk id="71" creationId="{12609869-9E80-471B-A487-A53288E0E791}"/>
          </ac:spMkLst>
        </pc:spChg>
        <pc:spChg chg="add del">
          <ac:chgData name="Bustio Martínez Lázaro" userId="40a2716d-298b-429a-a0ab-e42e295773ea" providerId="ADAL" clId="{720B097F-2504-4CAE-9C48-8274C2C8D809}" dt="2023-01-19T20:45:07.957" v="193"/>
          <ac:spMkLst>
            <pc:docMk/>
            <pc:sldMk cId="2036503665" sldId="260"/>
            <ac:spMk id="73" creationId="{7004738A-9D34-43E8-97D2-CA0EED4F8BE0}"/>
          </ac:spMkLst>
        </pc:spChg>
        <pc:spChg chg="add del">
          <ac:chgData name="Bustio Martínez Lázaro" userId="40a2716d-298b-429a-a0ab-e42e295773ea" providerId="ADAL" clId="{720B097F-2504-4CAE-9C48-8274C2C8D809}" dt="2023-01-19T20:45:07.957" v="193"/>
          <ac:spMkLst>
            <pc:docMk/>
            <pc:sldMk cId="2036503665" sldId="260"/>
            <ac:spMk id="75" creationId="{B8B8D07F-F13E-443E-BA68-2D26672D76B9}"/>
          </ac:spMkLst>
        </pc:spChg>
        <pc:spChg chg="add del">
          <ac:chgData name="Bustio Martínez Lázaro" userId="40a2716d-298b-429a-a0ab-e42e295773ea" providerId="ADAL" clId="{720B097F-2504-4CAE-9C48-8274C2C8D809}" dt="2023-01-19T20:45:07.957" v="193"/>
          <ac:spMkLst>
            <pc:docMk/>
            <pc:sldMk cId="2036503665" sldId="260"/>
            <ac:spMk id="77" creationId="{2813A4FA-24A5-41ED-A534-3807D1B2F344}"/>
          </ac:spMkLst>
        </pc:spChg>
        <pc:spChg chg="add del">
          <ac:chgData name="Bustio Martínez Lázaro" userId="40a2716d-298b-429a-a0ab-e42e295773ea" providerId="ADAL" clId="{720B097F-2504-4CAE-9C48-8274C2C8D809}" dt="2023-01-19T20:45:07.957" v="193"/>
          <ac:spMkLst>
            <pc:docMk/>
            <pc:sldMk cId="2036503665" sldId="260"/>
            <ac:spMk id="79" creationId="{C3944F27-CA70-4E84-A51A-E6BF89558979}"/>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61"/>
        </pc:sldMkLst>
        <pc:spChg chg="add del">
          <ac:chgData name="Bustio Martínez Lázaro" userId="40a2716d-298b-429a-a0ab-e42e295773ea" providerId="ADAL" clId="{720B097F-2504-4CAE-9C48-8274C2C8D809}" dt="2023-01-19T20:45:07.957" v="193"/>
          <ac:spMkLst>
            <pc:docMk/>
            <pc:sldMk cId="0" sldId="261"/>
            <ac:spMk id="75" creationId="{E8A8EAB8-D2FF-444D-B34B-7D32F106AD0E}"/>
          </ac:spMkLst>
        </pc:spChg>
        <pc:spChg chg="add del">
          <ac:chgData name="Bustio Martínez Lázaro" userId="40a2716d-298b-429a-a0ab-e42e295773ea" providerId="ADAL" clId="{720B097F-2504-4CAE-9C48-8274C2C8D809}" dt="2023-01-19T20:45:07.957" v="193"/>
          <ac:spMkLst>
            <pc:docMk/>
            <pc:sldMk cId="0" sldId="261"/>
            <ac:spMk id="77" creationId="{9DD005C1-8C51-42D6-9BEE-B9B83849743D}"/>
          </ac:spMkLst>
        </pc:spChg>
        <pc:spChg chg="add del">
          <ac:chgData name="Bustio Martínez Lázaro" userId="40a2716d-298b-429a-a0ab-e42e295773ea" providerId="ADAL" clId="{720B097F-2504-4CAE-9C48-8274C2C8D809}" dt="2023-01-19T20:45:07.957" v="193"/>
          <ac:spMkLst>
            <pc:docMk/>
            <pc:sldMk cId="0" sldId="261"/>
            <ac:spMk id="79" creationId="{C61F2F60-14E3-4196-B7CE-175E46F04481}"/>
          </ac:spMkLst>
        </pc:spChg>
      </pc:sldChg>
      <pc:sldChg chg="del">
        <pc:chgData name="Bustio Martínez Lázaro" userId="40a2716d-298b-429a-a0ab-e42e295773ea" providerId="ADAL" clId="{720B097F-2504-4CAE-9C48-8274C2C8D809}" dt="2023-01-19T20:39:16.725" v="105" actId="47"/>
        <pc:sldMkLst>
          <pc:docMk/>
          <pc:sldMk cId="3463344693" sldId="261"/>
        </pc:sldMkLst>
      </pc:sldChg>
      <pc:sldChg chg="add del">
        <pc:chgData name="Bustio Martínez Lázaro" userId="40a2716d-298b-429a-a0ab-e42e295773ea" providerId="ADAL" clId="{720B097F-2504-4CAE-9C48-8274C2C8D809}" dt="2023-01-19T20:39:28.623" v="108" actId="47"/>
        <pc:sldMkLst>
          <pc:docMk/>
          <pc:sldMk cId="160482743" sldId="262"/>
        </pc:sldMkLst>
      </pc:sldChg>
      <pc:sldChg chg="addSp delSp add del setBg delDesignElem">
        <pc:chgData name="Bustio Martínez Lázaro" userId="40a2716d-298b-429a-a0ab-e42e295773ea" providerId="ADAL" clId="{720B097F-2504-4CAE-9C48-8274C2C8D809}" dt="2023-01-19T20:59:17.686" v="210" actId="2696"/>
        <pc:sldMkLst>
          <pc:docMk/>
          <pc:sldMk cId="4187355255" sldId="262"/>
        </pc:sldMkLst>
        <pc:spChg chg="add del">
          <ac:chgData name="Bustio Martínez Lázaro" userId="40a2716d-298b-429a-a0ab-e42e295773ea" providerId="ADAL" clId="{720B097F-2504-4CAE-9C48-8274C2C8D809}" dt="2023-01-19T20:45:07.957" v="193"/>
          <ac:spMkLst>
            <pc:docMk/>
            <pc:sldMk cId="4187355255" sldId="262"/>
            <ac:spMk id="73" creationId="{B712E947-0734-45F9-9C4F-41114EC3A33E}"/>
          </ac:spMkLst>
        </pc:spChg>
        <pc:grpChg chg="add del">
          <ac:chgData name="Bustio Martínez Lázaro" userId="40a2716d-298b-429a-a0ab-e42e295773ea" providerId="ADAL" clId="{720B097F-2504-4CAE-9C48-8274C2C8D809}" dt="2023-01-19T20:45:07.957" v="193"/>
          <ac:grpSpMkLst>
            <pc:docMk/>
            <pc:sldMk cId="4187355255" sldId="262"/>
            <ac:grpSpMk id="75" creationId="{12B3290A-D3BF-4B87-B55B-FD9A98B49727}"/>
          </ac:grpSpMkLst>
        </pc:grpChg>
      </pc:sldChg>
      <pc:sldChg chg="addSp delSp add del setBg delDesignElem">
        <pc:chgData name="Bustio Martínez Lázaro" userId="40a2716d-298b-429a-a0ab-e42e295773ea" providerId="ADAL" clId="{720B097F-2504-4CAE-9C48-8274C2C8D809}" dt="2023-01-19T20:59:17.686" v="210" actId="2696"/>
        <pc:sldMkLst>
          <pc:docMk/>
          <pc:sldMk cId="2619432864" sldId="263"/>
        </pc:sldMkLst>
        <pc:spChg chg="add del">
          <ac:chgData name="Bustio Martínez Lázaro" userId="40a2716d-298b-429a-a0ab-e42e295773ea" providerId="ADAL" clId="{720B097F-2504-4CAE-9C48-8274C2C8D809}" dt="2023-01-19T20:45:07.957" v="193"/>
          <ac:spMkLst>
            <pc:docMk/>
            <pc:sldMk cId="2619432864" sldId="263"/>
            <ac:spMk id="75" creationId="{2596F992-698C-48C0-9D89-70DA4CE927EF}"/>
          </ac:spMkLst>
        </pc:spChg>
        <pc:spChg chg="add del">
          <ac:chgData name="Bustio Martínez Lázaro" userId="40a2716d-298b-429a-a0ab-e42e295773ea" providerId="ADAL" clId="{720B097F-2504-4CAE-9C48-8274C2C8D809}" dt="2023-01-19T20:45:07.957" v="193"/>
          <ac:spMkLst>
            <pc:docMk/>
            <pc:sldMk cId="2619432864" sldId="263"/>
            <ac:spMk id="77" creationId="{E7BFF8DC-0AE7-4AD2-9B28-2E5F26D62C30}"/>
          </ac:spMkLst>
        </pc:spChg>
        <pc:spChg chg="add del">
          <ac:chgData name="Bustio Martínez Lázaro" userId="40a2716d-298b-429a-a0ab-e42e295773ea" providerId="ADAL" clId="{720B097F-2504-4CAE-9C48-8274C2C8D809}" dt="2023-01-19T20:45:07.957" v="193"/>
          <ac:spMkLst>
            <pc:docMk/>
            <pc:sldMk cId="2619432864" sldId="263"/>
            <ac:spMk id="79" creationId="{7E0162AD-C6E5-4BF8-A453-76ADB36877D3}"/>
          </ac:spMkLst>
        </pc:spChg>
      </pc:sldChg>
      <pc:sldChg chg="del">
        <pc:chgData name="Bustio Martínez Lázaro" userId="40a2716d-298b-429a-a0ab-e42e295773ea" providerId="ADAL" clId="{720B097F-2504-4CAE-9C48-8274C2C8D809}" dt="2023-01-19T20:39:32.596" v="109" actId="47"/>
        <pc:sldMkLst>
          <pc:docMk/>
          <pc:sldMk cId="3844402330" sldId="263"/>
        </pc:sldMkLst>
      </pc:sldChg>
      <pc:sldChg chg="addSp delSp add del setBg delDesignElem modNotes">
        <pc:chgData name="Bustio Martínez Lázaro" userId="40a2716d-298b-429a-a0ab-e42e295773ea" providerId="ADAL" clId="{720B097F-2504-4CAE-9C48-8274C2C8D809}" dt="2023-01-19T20:58:18.716" v="204" actId="47"/>
        <pc:sldMkLst>
          <pc:docMk/>
          <pc:sldMk cId="1594456943" sldId="268"/>
        </pc:sldMkLst>
        <pc:spChg chg="add del">
          <ac:chgData name="Bustio Martínez Lázaro" userId="40a2716d-298b-429a-a0ab-e42e295773ea" providerId="ADAL" clId="{720B097F-2504-4CAE-9C48-8274C2C8D809}" dt="2023-01-19T20:45:07.957" v="193"/>
          <ac:spMkLst>
            <pc:docMk/>
            <pc:sldMk cId="1594456943" sldId="268"/>
            <ac:spMk id="73" creationId="{E8A8EAB8-D2FF-444D-B34B-7D32F106AD0E}"/>
          </ac:spMkLst>
        </pc:spChg>
        <pc:spChg chg="add del">
          <ac:chgData name="Bustio Martínez Lázaro" userId="40a2716d-298b-429a-a0ab-e42e295773ea" providerId="ADAL" clId="{720B097F-2504-4CAE-9C48-8274C2C8D809}" dt="2023-01-19T20:45:07.957" v="193"/>
          <ac:spMkLst>
            <pc:docMk/>
            <pc:sldMk cId="1594456943" sldId="268"/>
            <ac:spMk id="75" creationId="{9DD005C1-8C51-42D6-9BEE-B9B83849743D}"/>
          </ac:spMkLst>
        </pc:spChg>
        <pc:spChg chg="add del">
          <ac:chgData name="Bustio Martínez Lázaro" userId="40a2716d-298b-429a-a0ab-e42e295773ea" providerId="ADAL" clId="{720B097F-2504-4CAE-9C48-8274C2C8D809}" dt="2023-01-19T20:45:07.957" v="193"/>
          <ac:spMkLst>
            <pc:docMk/>
            <pc:sldMk cId="1594456943" sldId="268"/>
            <ac:spMk id="77" creationId="{C61F2F60-14E3-4196-B7CE-175E46F04481}"/>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72"/>
        </pc:sldMkLst>
        <pc:spChg chg="add del">
          <ac:chgData name="Bustio Martínez Lázaro" userId="40a2716d-298b-429a-a0ab-e42e295773ea" providerId="ADAL" clId="{720B097F-2504-4CAE-9C48-8274C2C8D809}" dt="2023-01-19T20:45:07.957" v="193"/>
          <ac:spMkLst>
            <pc:docMk/>
            <pc:sldMk cId="0" sldId="272"/>
            <ac:spMk id="29705" creationId="{3AFE8227-C443-417B-BA91-520EB1EF4559}"/>
          </ac:spMkLst>
        </pc:spChg>
        <pc:spChg chg="add del">
          <ac:chgData name="Bustio Martínez Lázaro" userId="40a2716d-298b-429a-a0ab-e42e295773ea" providerId="ADAL" clId="{720B097F-2504-4CAE-9C48-8274C2C8D809}" dt="2023-01-19T20:45:07.957" v="193"/>
          <ac:spMkLst>
            <pc:docMk/>
            <pc:sldMk cId="0" sldId="272"/>
            <ac:spMk id="29706" creationId="{907741FC-B544-4A6E-B831-6789D042333D}"/>
          </ac:spMkLst>
        </pc:spChg>
        <pc:spChg chg="add del">
          <ac:chgData name="Bustio Martínez Lázaro" userId="40a2716d-298b-429a-a0ab-e42e295773ea" providerId="ADAL" clId="{720B097F-2504-4CAE-9C48-8274C2C8D809}" dt="2023-01-19T20:45:07.957" v="193"/>
          <ac:spMkLst>
            <pc:docMk/>
            <pc:sldMk cId="0" sldId="272"/>
            <ac:spMk id="29707" creationId="{3F0BE7ED-7814-4273-B18A-F26CC0380380}"/>
          </ac:spMkLst>
        </pc:spChg>
      </pc:sldChg>
      <pc:sldChg chg="addSp delSp add del setBg delDesignElem">
        <pc:chgData name="Bustio Martínez Lázaro" userId="40a2716d-298b-429a-a0ab-e42e295773ea" providerId="ADAL" clId="{720B097F-2504-4CAE-9C48-8274C2C8D809}" dt="2023-01-19T20:56:45.949" v="196"/>
        <pc:sldMkLst>
          <pc:docMk/>
          <pc:sldMk cId="4099861075" sldId="273"/>
        </pc:sldMkLst>
        <pc:spChg chg="add del">
          <ac:chgData name="Bustio Martínez Lázaro" userId="40a2716d-298b-429a-a0ab-e42e295773ea" providerId="ADAL" clId="{720B097F-2504-4CAE-9C48-8274C2C8D809}" dt="2023-01-19T20:45:07.957" v="193"/>
          <ac:spMkLst>
            <pc:docMk/>
            <pc:sldMk cId="4099861075" sldId="273"/>
            <ac:spMk id="13" creationId="{B712E947-0734-45F9-9C4F-41114EC3A33E}"/>
          </ac:spMkLst>
        </pc:spChg>
        <pc:grpChg chg="add del">
          <ac:chgData name="Bustio Martínez Lázaro" userId="40a2716d-298b-429a-a0ab-e42e295773ea" providerId="ADAL" clId="{720B097F-2504-4CAE-9C48-8274C2C8D809}" dt="2023-01-19T20:45:07.957" v="193"/>
          <ac:grpSpMkLst>
            <pc:docMk/>
            <pc:sldMk cId="4099861075" sldId="273"/>
            <ac:grpSpMk id="15" creationId="{12B3290A-D3BF-4B87-B55B-FD9A98B49727}"/>
          </ac:grpSpMkLst>
        </pc:grpChg>
      </pc:sldChg>
      <pc:sldChg chg="addSp delSp add del setBg delDesignElem modNotes">
        <pc:chgData name="Bustio Martínez Lázaro" userId="40a2716d-298b-429a-a0ab-e42e295773ea" providerId="ADAL" clId="{720B097F-2504-4CAE-9C48-8274C2C8D809}" dt="2023-01-19T20:56:45.949" v="196"/>
        <pc:sldMkLst>
          <pc:docMk/>
          <pc:sldMk cId="0" sldId="274"/>
        </pc:sldMkLst>
        <pc:spChg chg="add del">
          <ac:chgData name="Bustio Martínez Lázaro" userId="40a2716d-298b-429a-a0ab-e42e295773ea" providerId="ADAL" clId="{720B097F-2504-4CAE-9C48-8274C2C8D809}" dt="2023-01-19T20:45:07.957" v="193"/>
          <ac:spMkLst>
            <pc:docMk/>
            <pc:sldMk cId="0" sldId="274"/>
            <ac:spMk id="73" creationId="{3AFE8227-C443-417B-BA91-520EB1EF4559}"/>
          </ac:spMkLst>
        </pc:spChg>
        <pc:spChg chg="add del">
          <ac:chgData name="Bustio Martínez Lázaro" userId="40a2716d-298b-429a-a0ab-e42e295773ea" providerId="ADAL" clId="{720B097F-2504-4CAE-9C48-8274C2C8D809}" dt="2023-01-19T20:45:07.957" v="193"/>
          <ac:spMkLst>
            <pc:docMk/>
            <pc:sldMk cId="0" sldId="274"/>
            <ac:spMk id="75" creationId="{907741FC-B544-4A6E-B831-6789D042333D}"/>
          </ac:spMkLst>
        </pc:spChg>
        <pc:spChg chg="add del">
          <ac:chgData name="Bustio Martínez Lázaro" userId="40a2716d-298b-429a-a0ab-e42e295773ea" providerId="ADAL" clId="{720B097F-2504-4CAE-9C48-8274C2C8D809}" dt="2023-01-19T20:45:07.957" v="193"/>
          <ac:spMkLst>
            <pc:docMk/>
            <pc:sldMk cId="0" sldId="274"/>
            <ac:spMk id="77" creationId="{3F0BE7ED-7814-4273-B18A-F26CC0380380}"/>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78"/>
        </pc:sldMkLst>
        <pc:spChg chg="add del">
          <ac:chgData name="Bustio Martínez Lázaro" userId="40a2716d-298b-429a-a0ab-e42e295773ea" providerId="ADAL" clId="{720B097F-2504-4CAE-9C48-8274C2C8D809}" dt="2023-01-19T20:45:07.957" v="193"/>
          <ac:spMkLst>
            <pc:docMk/>
            <pc:sldMk cId="0" sldId="278"/>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278"/>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278"/>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278"/>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278"/>
            <ac:spMk id="80" creationId="{F8260ED5-17F7-4158-B241-D51DD4CF1B7E}"/>
          </ac:spMkLst>
        </pc:spChg>
      </pc:sldChg>
      <pc:sldChg chg="del">
        <pc:chgData name="Bustio Martínez Lázaro" userId="40a2716d-298b-429a-a0ab-e42e295773ea" providerId="ADAL" clId="{720B097F-2504-4CAE-9C48-8274C2C8D809}" dt="2023-01-19T21:17:56.390" v="443" actId="47"/>
        <pc:sldMkLst>
          <pc:docMk/>
          <pc:sldMk cId="3427062173" sldId="279"/>
        </pc:sldMkLst>
      </pc:sldChg>
      <pc:sldChg chg="del">
        <pc:chgData name="Bustio Martínez Lázaro" userId="40a2716d-298b-429a-a0ab-e42e295773ea" providerId="ADAL" clId="{720B097F-2504-4CAE-9C48-8274C2C8D809}" dt="2023-01-19T21:17:57.017" v="444" actId="47"/>
        <pc:sldMkLst>
          <pc:docMk/>
          <pc:sldMk cId="3793269577" sldId="280"/>
        </pc:sldMkLst>
      </pc:sldChg>
      <pc:sldChg chg="del">
        <pc:chgData name="Bustio Martínez Lázaro" userId="40a2716d-298b-429a-a0ab-e42e295773ea" providerId="ADAL" clId="{720B097F-2504-4CAE-9C48-8274C2C8D809}" dt="2023-01-19T21:17:57.630" v="445" actId="47"/>
        <pc:sldMkLst>
          <pc:docMk/>
          <pc:sldMk cId="986368139" sldId="281"/>
        </pc:sldMkLst>
      </pc:sldChg>
      <pc:sldChg chg="modSp mod">
        <pc:chgData name="Bustio Martínez Lázaro" userId="40a2716d-298b-429a-a0ab-e42e295773ea" providerId="ADAL" clId="{720B097F-2504-4CAE-9C48-8274C2C8D809}" dt="2023-01-19T20:38:41.358" v="101" actId="20577"/>
        <pc:sldMkLst>
          <pc:docMk/>
          <pc:sldMk cId="2630847532" sldId="286"/>
        </pc:sldMkLst>
        <pc:spChg chg="mod">
          <ac:chgData name="Bustio Martínez Lázaro" userId="40a2716d-298b-429a-a0ab-e42e295773ea" providerId="ADAL" clId="{720B097F-2504-4CAE-9C48-8274C2C8D809}" dt="2023-01-19T20:38:41.358" v="101" actId="20577"/>
          <ac:spMkLst>
            <pc:docMk/>
            <pc:sldMk cId="2630847532" sldId="286"/>
            <ac:spMk id="2" creationId="{F62458AF-A8C4-4DB1-A062-F81FBB880DB7}"/>
          </ac:spMkLst>
        </pc:spChg>
      </pc:sldChg>
      <pc:sldChg chg="modSp mod">
        <pc:chgData name="Bustio Martínez Lázaro" userId="40a2716d-298b-429a-a0ab-e42e295773ea" providerId="ADAL" clId="{720B097F-2504-4CAE-9C48-8274C2C8D809}" dt="2023-01-19T21:18:16.292" v="447" actId="1076"/>
        <pc:sldMkLst>
          <pc:docMk/>
          <pc:sldMk cId="1843436703" sldId="289"/>
        </pc:sldMkLst>
        <pc:picChg chg="mod">
          <ac:chgData name="Bustio Martínez Lázaro" userId="40a2716d-298b-429a-a0ab-e42e295773ea" providerId="ADAL" clId="{720B097F-2504-4CAE-9C48-8274C2C8D809}" dt="2023-01-19T21:18:16.292" v="447" actId="1076"/>
          <ac:picMkLst>
            <pc:docMk/>
            <pc:sldMk cId="1843436703" sldId="289"/>
            <ac:picMk id="5" creationId="{78E7B436-AF9E-4CDF-A8C1-E660272AC39F}"/>
          </ac:picMkLst>
        </pc:picChg>
      </pc:sldChg>
      <pc:sldChg chg="modSp mod">
        <pc:chgData name="Bustio Martínez Lázaro" userId="40a2716d-298b-429a-a0ab-e42e295773ea" providerId="ADAL" clId="{720B097F-2504-4CAE-9C48-8274C2C8D809}" dt="2023-01-19T20:40:24.693" v="122" actId="27636"/>
        <pc:sldMkLst>
          <pc:docMk/>
          <pc:sldMk cId="2547955425" sldId="299"/>
        </pc:sldMkLst>
        <pc:spChg chg="mod">
          <ac:chgData name="Bustio Martínez Lázaro" userId="40a2716d-298b-429a-a0ab-e42e295773ea" providerId="ADAL" clId="{720B097F-2504-4CAE-9C48-8274C2C8D809}" dt="2023-01-19T20:40:20.199" v="120" actId="20577"/>
          <ac:spMkLst>
            <pc:docMk/>
            <pc:sldMk cId="2547955425" sldId="299"/>
            <ac:spMk id="2" creationId="{88FD0918-1882-4977-BAF9-82679D955FCF}"/>
          </ac:spMkLst>
        </pc:spChg>
        <pc:spChg chg="mod">
          <ac:chgData name="Bustio Martínez Lázaro" userId="40a2716d-298b-429a-a0ab-e42e295773ea" providerId="ADAL" clId="{720B097F-2504-4CAE-9C48-8274C2C8D809}" dt="2023-01-19T20:40:24.693" v="122" actId="27636"/>
          <ac:spMkLst>
            <pc:docMk/>
            <pc:sldMk cId="2547955425" sldId="299"/>
            <ac:spMk id="3" creationId="{D41AFE4F-9CED-43B7-8F0C-850C749DA25D}"/>
          </ac:spMkLst>
        </pc:spChg>
      </pc:sldChg>
      <pc:sldChg chg="del">
        <pc:chgData name="Bustio Martínez Lázaro" userId="40a2716d-298b-429a-a0ab-e42e295773ea" providerId="ADAL" clId="{720B097F-2504-4CAE-9C48-8274C2C8D809}" dt="2023-01-19T20:37:56.487" v="84" actId="47"/>
        <pc:sldMkLst>
          <pc:docMk/>
          <pc:sldMk cId="2479763064" sldId="300"/>
        </pc:sldMkLst>
      </pc:sldChg>
      <pc:sldChg chg="addSp delSp add del setBg delDesignElem">
        <pc:chgData name="Bustio Martínez Lázaro" userId="40a2716d-298b-429a-a0ab-e42e295773ea" providerId="ADAL" clId="{720B097F-2504-4CAE-9C48-8274C2C8D809}" dt="2023-01-19T20:57:43.977" v="200" actId="47"/>
        <pc:sldMkLst>
          <pc:docMk/>
          <pc:sldMk cId="3754765854" sldId="300"/>
        </pc:sldMkLst>
        <pc:spChg chg="add del">
          <ac:chgData name="Bustio Martínez Lázaro" userId="40a2716d-298b-429a-a0ab-e42e295773ea" providerId="ADAL" clId="{720B097F-2504-4CAE-9C48-8274C2C8D809}" dt="2023-01-19T20:45:07.957" v="193"/>
          <ac:spMkLst>
            <pc:docMk/>
            <pc:sldMk cId="3754765854" sldId="300"/>
            <ac:spMk id="135" creationId="{A8384FB5-9ADC-4DDC-881B-597D56F5B15D}"/>
          </ac:spMkLst>
        </pc:spChg>
        <pc:spChg chg="add del">
          <ac:chgData name="Bustio Martínez Lázaro" userId="40a2716d-298b-429a-a0ab-e42e295773ea" providerId="ADAL" clId="{720B097F-2504-4CAE-9C48-8274C2C8D809}" dt="2023-01-19T20:45:07.957" v="193"/>
          <ac:spMkLst>
            <pc:docMk/>
            <pc:sldMk cId="3754765854" sldId="300"/>
            <ac:spMk id="137" creationId="{1199E1B1-A8C0-4FE8-A5A8-1CB41D69F857}"/>
          </ac:spMkLst>
        </pc:spChg>
        <pc:spChg chg="add del">
          <ac:chgData name="Bustio Martínez Lázaro" userId="40a2716d-298b-429a-a0ab-e42e295773ea" providerId="ADAL" clId="{720B097F-2504-4CAE-9C48-8274C2C8D809}" dt="2023-01-19T20:45:07.957" v="193"/>
          <ac:spMkLst>
            <pc:docMk/>
            <pc:sldMk cId="3754765854" sldId="300"/>
            <ac:spMk id="139" creationId="{84A8DE83-DE75-4B41-9DB4-A7EC0B0DEC0B}"/>
          </ac:spMkLst>
        </pc:spChg>
        <pc:spChg chg="add del">
          <ac:chgData name="Bustio Martínez Lázaro" userId="40a2716d-298b-429a-a0ab-e42e295773ea" providerId="ADAL" clId="{720B097F-2504-4CAE-9C48-8274C2C8D809}" dt="2023-01-19T20:45:07.957" v="193"/>
          <ac:spMkLst>
            <pc:docMk/>
            <pc:sldMk cId="3754765854" sldId="300"/>
            <ac:spMk id="141" creationId="{A7009A0A-BEF5-4EAC-AF15-E4F9F002E239}"/>
          </ac:spMkLst>
        </pc:spChg>
      </pc:sldChg>
      <pc:sldChg chg="addSp delSp add del setBg delDesignElem">
        <pc:chgData name="Bustio Martínez Lázaro" userId="40a2716d-298b-429a-a0ab-e42e295773ea" providerId="ADAL" clId="{720B097F-2504-4CAE-9C48-8274C2C8D809}" dt="2023-01-19T20:57:43.977" v="200" actId="47"/>
        <pc:sldMkLst>
          <pc:docMk/>
          <pc:sldMk cId="1088358247" sldId="301"/>
        </pc:sldMkLst>
        <pc:spChg chg="add del">
          <ac:chgData name="Bustio Martínez Lázaro" userId="40a2716d-298b-429a-a0ab-e42e295773ea" providerId="ADAL" clId="{720B097F-2504-4CAE-9C48-8274C2C8D809}" dt="2023-01-19T20:45:07.957" v="193"/>
          <ac:spMkLst>
            <pc:docMk/>
            <pc:sldMk cId="1088358247" sldId="301"/>
            <ac:spMk id="8" creationId="{1B15ED52-F352-441B-82BF-E0EA34836D08}"/>
          </ac:spMkLst>
        </pc:spChg>
        <pc:spChg chg="add del">
          <ac:chgData name="Bustio Martínez Lázaro" userId="40a2716d-298b-429a-a0ab-e42e295773ea" providerId="ADAL" clId="{720B097F-2504-4CAE-9C48-8274C2C8D809}" dt="2023-01-19T20:45:07.957" v="193"/>
          <ac:spMkLst>
            <pc:docMk/>
            <pc:sldMk cId="1088358247" sldId="301"/>
            <ac:spMk id="10" creationId="{3B2E3793-BFE6-45A2-9B7B-E18844431C99}"/>
          </ac:spMkLst>
        </pc:spChg>
        <pc:spChg chg="add del">
          <ac:chgData name="Bustio Martínez Lázaro" userId="40a2716d-298b-429a-a0ab-e42e295773ea" providerId="ADAL" clId="{720B097F-2504-4CAE-9C48-8274C2C8D809}" dt="2023-01-19T20:45:07.957" v="193"/>
          <ac:spMkLst>
            <pc:docMk/>
            <pc:sldMk cId="1088358247" sldId="301"/>
            <ac:spMk id="12" creationId="{BC4C4868-CB8F-4AF9-9CDB-8108F2C19B67}"/>
          </ac:spMkLst>
        </pc:spChg>
        <pc:spChg chg="add del">
          <ac:chgData name="Bustio Martínez Lázaro" userId="40a2716d-298b-429a-a0ab-e42e295773ea" providerId="ADAL" clId="{720B097F-2504-4CAE-9C48-8274C2C8D809}" dt="2023-01-19T20:45:07.957" v="193"/>
          <ac:spMkLst>
            <pc:docMk/>
            <pc:sldMk cId="1088358247" sldId="301"/>
            <ac:spMk id="14" creationId="{375E0459-6403-40CD-989D-56A4407CA12E}"/>
          </ac:spMkLst>
        </pc:spChg>
        <pc:spChg chg="add del">
          <ac:chgData name="Bustio Martínez Lázaro" userId="40a2716d-298b-429a-a0ab-e42e295773ea" providerId="ADAL" clId="{720B097F-2504-4CAE-9C48-8274C2C8D809}" dt="2023-01-19T20:45:07.957" v="193"/>
          <ac:spMkLst>
            <pc:docMk/>
            <pc:sldMk cId="1088358247" sldId="301"/>
            <ac:spMk id="16" creationId="{53E5B1A8-3AC9-4BD1-9BBC-78CA94F2D1BA}"/>
          </ac:spMkLst>
        </pc:spChg>
      </pc:sldChg>
      <pc:sldChg chg="del">
        <pc:chgData name="Bustio Martínez Lázaro" userId="40a2716d-298b-429a-a0ab-e42e295773ea" providerId="ADAL" clId="{720B097F-2504-4CAE-9C48-8274C2C8D809}" dt="2023-01-19T21:08:54.150" v="302" actId="47"/>
        <pc:sldMkLst>
          <pc:docMk/>
          <pc:sldMk cId="4243693151" sldId="302"/>
        </pc:sldMkLst>
      </pc:sldChg>
      <pc:sldChg chg="modSp mod">
        <pc:chgData name="Bustio Martínez Lázaro" userId="40a2716d-298b-429a-a0ab-e42e295773ea" providerId="ADAL" clId="{720B097F-2504-4CAE-9C48-8274C2C8D809}" dt="2023-01-19T21:21:18.323" v="514" actId="20577"/>
        <pc:sldMkLst>
          <pc:docMk/>
          <pc:sldMk cId="939444882" sldId="331"/>
        </pc:sldMkLst>
        <pc:spChg chg="mod">
          <ac:chgData name="Bustio Martínez Lázaro" userId="40a2716d-298b-429a-a0ab-e42e295773ea" providerId="ADAL" clId="{720B097F-2504-4CAE-9C48-8274C2C8D809}" dt="2023-01-19T21:21:18.323" v="514" actId="20577"/>
          <ac:spMkLst>
            <pc:docMk/>
            <pc:sldMk cId="939444882" sldId="331"/>
            <ac:spMk id="2" creationId="{78614228-FF79-46BD-9C59-C3331891F494}"/>
          </ac:spMkLst>
        </pc:spChg>
      </pc:sldChg>
      <pc:sldChg chg="modSp mod">
        <pc:chgData name="Bustio Martínez Lázaro" userId="40a2716d-298b-429a-a0ab-e42e295773ea" providerId="ADAL" clId="{720B097F-2504-4CAE-9C48-8274C2C8D809}" dt="2023-01-19T21:09:49.833" v="376" actId="20577"/>
        <pc:sldMkLst>
          <pc:docMk/>
          <pc:sldMk cId="1995696201" sldId="332"/>
        </pc:sldMkLst>
        <pc:spChg chg="mod">
          <ac:chgData name="Bustio Martínez Lázaro" userId="40a2716d-298b-429a-a0ab-e42e295773ea" providerId="ADAL" clId="{720B097F-2504-4CAE-9C48-8274C2C8D809}" dt="2023-01-19T21:09:27.064" v="315" actId="20577"/>
          <ac:spMkLst>
            <pc:docMk/>
            <pc:sldMk cId="1995696201" sldId="332"/>
            <ac:spMk id="2" creationId="{23EA10E0-EA37-4DCB-9D7A-BCC7E22F2768}"/>
          </ac:spMkLst>
        </pc:spChg>
        <pc:spChg chg="mod">
          <ac:chgData name="Bustio Martínez Lázaro" userId="40a2716d-298b-429a-a0ab-e42e295773ea" providerId="ADAL" clId="{720B097F-2504-4CAE-9C48-8274C2C8D809}" dt="2023-01-19T21:09:49.833" v="376" actId="20577"/>
          <ac:spMkLst>
            <pc:docMk/>
            <pc:sldMk cId="1995696201" sldId="332"/>
            <ac:spMk id="3" creationId="{A1FB1883-30CC-4C5A-A6D9-79D5468325B8}"/>
          </ac:spMkLst>
        </pc:spChg>
      </pc:sldChg>
      <pc:sldChg chg="add del">
        <pc:chgData name="Bustio Martínez Lázaro" userId="40a2716d-298b-429a-a0ab-e42e295773ea" providerId="ADAL" clId="{720B097F-2504-4CAE-9C48-8274C2C8D809}" dt="2023-01-19T21:10:38.197" v="383" actId="47"/>
        <pc:sldMkLst>
          <pc:docMk/>
          <pc:sldMk cId="4202380315" sldId="333"/>
        </pc:sldMkLst>
      </pc:sldChg>
      <pc:sldChg chg="del">
        <pc:chgData name="Bustio Martínez Lázaro" userId="40a2716d-298b-429a-a0ab-e42e295773ea" providerId="ADAL" clId="{720B097F-2504-4CAE-9C48-8274C2C8D809}" dt="2023-01-19T21:10:34.118" v="380" actId="47"/>
        <pc:sldMkLst>
          <pc:docMk/>
          <pc:sldMk cId="2981955812" sldId="334"/>
        </pc:sldMkLst>
      </pc:sldChg>
      <pc:sldChg chg="del">
        <pc:chgData name="Bustio Martínez Lázaro" userId="40a2716d-298b-429a-a0ab-e42e295773ea" providerId="ADAL" clId="{720B097F-2504-4CAE-9C48-8274C2C8D809}" dt="2023-01-19T21:10:34.887" v="381" actId="47"/>
        <pc:sldMkLst>
          <pc:docMk/>
          <pc:sldMk cId="1100200064" sldId="335"/>
        </pc:sldMkLst>
      </pc:sldChg>
      <pc:sldChg chg="modSp mod">
        <pc:chgData name="Bustio Martínez Lázaro" userId="40a2716d-298b-429a-a0ab-e42e295773ea" providerId="ADAL" clId="{720B097F-2504-4CAE-9C48-8274C2C8D809}" dt="2023-01-19T21:11:22.139" v="397" actId="20577"/>
        <pc:sldMkLst>
          <pc:docMk/>
          <pc:sldMk cId="1722015731" sldId="338"/>
        </pc:sldMkLst>
        <pc:spChg chg="mod">
          <ac:chgData name="Bustio Martínez Lázaro" userId="40a2716d-298b-429a-a0ab-e42e295773ea" providerId="ADAL" clId="{720B097F-2504-4CAE-9C48-8274C2C8D809}" dt="2023-01-19T21:11:13.434" v="395" actId="20577"/>
          <ac:spMkLst>
            <pc:docMk/>
            <pc:sldMk cId="1722015731" sldId="338"/>
            <ac:spMk id="5" creationId="{90002D91-E447-45BE-B29E-FC585637138A}"/>
          </ac:spMkLst>
        </pc:spChg>
        <pc:spChg chg="mod">
          <ac:chgData name="Bustio Martínez Lázaro" userId="40a2716d-298b-429a-a0ab-e42e295773ea" providerId="ADAL" clId="{720B097F-2504-4CAE-9C48-8274C2C8D809}" dt="2023-01-19T21:11:22.139" v="397" actId="20577"/>
          <ac:spMkLst>
            <pc:docMk/>
            <pc:sldMk cId="1722015731" sldId="338"/>
            <ac:spMk id="6" creationId="{CAA3F82D-B942-44F3-A360-42D875789A1C}"/>
          </ac:spMkLst>
        </pc:spChg>
      </pc:sldChg>
      <pc:sldChg chg="addSp delSp add del setBg delDesignElem">
        <pc:chgData name="Bustio Martínez Lázaro" userId="40a2716d-298b-429a-a0ab-e42e295773ea" providerId="ADAL" clId="{720B097F-2504-4CAE-9C48-8274C2C8D809}" dt="2023-01-19T20:58:02.446" v="202" actId="47"/>
        <pc:sldMkLst>
          <pc:docMk/>
          <pc:sldMk cId="1121284005" sldId="355"/>
        </pc:sldMkLst>
        <pc:spChg chg="add del">
          <ac:chgData name="Bustio Martínez Lázaro" userId="40a2716d-298b-429a-a0ab-e42e295773ea" providerId="ADAL" clId="{720B097F-2504-4CAE-9C48-8274C2C8D809}" dt="2023-01-19T20:45:07.957" v="193"/>
          <ac:spMkLst>
            <pc:docMk/>
            <pc:sldMk cId="1121284005" sldId="355"/>
            <ac:spMk id="201" creationId="{B712E947-0734-45F9-9C4F-41114EC3A33E}"/>
          </ac:spMkLst>
        </pc:spChg>
        <pc:spChg chg="add del">
          <ac:chgData name="Bustio Martínez Lázaro" userId="40a2716d-298b-429a-a0ab-e42e295773ea" providerId="ADAL" clId="{720B097F-2504-4CAE-9C48-8274C2C8D809}" dt="2023-01-19T20:45:07.957" v="193"/>
          <ac:spMkLst>
            <pc:docMk/>
            <pc:sldMk cId="1121284005" sldId="355"/>
            <ac:spMk id="203" creationId="{5A65989E-BBD5-44D7-AA86-7AFD5D46BBC0}"/>
          </ac:spMkLst>
        </pc:spChg>
        <pc:spChg chg="add del">
          <ac:chgData name="Bustio Martínez Lázaro" userId="40a2716d-298b-429a-a0ab-e42e295773ea" providerId="ADAL" clId="{720B097F-2504-4CAE-9C48-8274C2C8D809}" dt="2023-01-19T20:45:07.957" v="193"/>
          <ac:spMkLst>
            <pc:docMk/>
            <pc:sldMk cId="1121284005" sldId="355"/>
            <ac:spMk id="205" creationId="{231A2881-D8D7-4A7D-ACA3-E9F849F853D8}"/>
          </ac:spMkLst>
        </pc:spChg>
      </pc:sldChg>
      <pc:sldChg chg="addSp delSp add del setBg delDesignElem">
        <pc:chgData name="Bustio Martínez Lázaro" userId="40a2716d-298b-429a-a0ab-e42e295773ea" providerId="ADAL" clId="{720B097F-2504-4CAE-9C48-8274C2C8D809}" dt="2023-01-19T20:58:02.446" v="202" actId="47"/>
        <pc:sldMkLst>
          <pc:docMk/>
          <pc:sldMk cId="595472123" sldId="356"/>
        </pc:sldMkLst>
        <pc:spChg chg="add del">
          <ac:chgData name="Bustio Martínez Lázaro" userId="40a2716d-298b-429a-a0ab-e42e295773ea" providerId="ADAL" clId="{720B097F-2504-4CAE-9C48-8274C2C8D809}" dt="2023-01-19T20:45:07.957" v="193"/>
          <ac:spMkLst>
            <pc:docMk/>
            <pc:sldMk cId="595472123" sldId="356"/>
            <ac:spMk id="74" creationId="{B712E947-0734-45F9-9C4F-41114EC3A33E}"/>
          </ac:spMkLst>
        </pc:spChg>
        <pc:spChg chg="add del">
          <ac:chgData name="Bustio Martínez Lázaro" userId="40a2716d-298b-429a-a0ab-e42e295773ea" providerId="ADAL" clId="{720B097F-2504-4CAE-9C48-8274C2C8D809}" dt="2023-01-19T20:45:07.957" v="193"/>
          <ac:spMkLst>
            <pc:docMk/>
            <pc:sldMk cId="595472123" sldId="356"/>
            <ac:spMk id="76" creationId="{5A65989E-BBD5-44D7-AA86-7AFD5D46BBC0}"/>
          </ac:spMkLst>
        </pc:spChg>
        <pc:spChg chg="add del">
          <ac:chgData name="Bustio Martínez Lázaro" userId="40a2716d-298b-429a-a0ab-e42e295773ea" providerId="ADAL" clId="{720B097F-2504-4CAE-9C48-8274C2C8D809}" dt="2023-01-19T20:45:07.957" v="193"/>
          <ac:spMkLst>
            <pc:docMk/>
            <pc:sldMk cId="595472123" sldId="356"/>
            <ac:spMk id="78" creationId="{231A2881-D8D7-4A7D-ACA3-E9F849F853D8}"/>
          </ac:spMkLst>
        </pc:spChg>
      </pc:sldChg>
      <pc:sldChg chg="addSp delSp add del setBg delDesignElem">
        <pc:chgData name="Bustio Martínez Lázaro" userId="40a2716d-298b-429a-a0ab-e42e295773ea" providerId="ADAL" clId="{720B097F-2504-4CAE-9C48-8274C2C8D809}" dt="2023-01-19T20:58:02.446" v="202" actId="47"/>
        <pc:sldMkLst>
          <pc:docMk/>
          <pc:sldMk cId="4112577555" sldId="357"/>
        </pc:sldMkLst>
        <pc:spChg chg="add del">
          <ac:chgData name="Bustio Martínez Lázaro" userId="40a2716d-298b-429a-a0ab-e42e295773ea" providerId="ADAL" clId="{720B097F-2504-4CAE-9C48-8274C2C8D809}" dt="2023-01-19T20:45:07.957" v="193"/>
          <ac:spMkLst>
            <pc:docMk/>
            <pc:sldMk cId="4112577555" sldId="357"/>
            <ac:spMk id="140" creationId="{873DDF9D-E27C-4E23-A1E8-CA352535F7C9}"/>
          </ac:spMkLst>
        </pc:spChg>
        <pc:spChg chg="add del">
          <ac:chgData name="Bustio Martínez Lázaro" userId="40a2716d-298b-429a-a0ab-e42e295773ea" providerId="ADAL" clId="{720B097F-2504-4CAE-9C48-8274C2C8D809}" dt="2023-01-19T20:45:07.957" v="193"/>
          <ac:spMkLst>
            <pc:docMk/>
            <pc:sldMk cId="4112577555" sldId="357"/>
            <ac:spMk id="142" creationId="{4C6B5652-C661-4C58-B937-F0F490F7FCB2}"/>
          </ac:spMkLst>
        </pc:spChg>
        <pc:spChg chg="add del">
          <ac:chgData name="Bustio Martínez Lázaro" userId="40a2716d-298b-429a-a0ab-e42e295773ea" providerId="ADAL" clId="{720B097F-2504-4CAE-9C48-8274C2C8D809}" dt="2023-01-19T20:45:07.957" v="193"/>
          <ac:spMkLst>
            <pc:docMk/>
            <pc:sldMk cId="4112577555" sldId="357"/>
            <ac:spMk id="144" creationId="{0B936867-6407-43FB-9DE6-1B0879D0CB31}"/>
          </ac:spMkLst>
        </pc:spChg>
        <pc:spChg chg="add del">
          <ac:chgData name="Bustio Martínez Lázaro" userId="40a2716d-298b-429a-a0ab-e42e295773ea" providerId="ADAL" clId="{720B097F-2504-4CAE-9C48-8274C2C8D809}" dt="2023-01-19T20:45:07.957" v="193"/>
          <ac:spMkLst>
            <pc:docMk/>
            <pc:sldMk cId="4112577555" sldId="357"/>
            <ac:spMk id="146" creationId="{ACD0B258-678B-4A8C-894F-848AF24A1922}"/>
          </ac:spMkLst>
        </pc:spChg>
        <pc:spChg chg="add del">
          <ac:chgData name="Bustio Martínez Lázaro" userId="40a2716d-298b-429a-a0ab-e42e295773ea" providerId="ADAL" clId="{720B097F-2504-4CAE-9C48-8274C2C8D809}" dt="2023-01-19T20:45:07.957" v="193"/>
          <ac:spMkLst>
            <pc:docMk/>
            <pc:sldMk cId="4112577555" sldId="357"/>
            <ac:spMk id="148" creationId="{2F003F3F-F118-41D2-AA3F-74DB0D1970BB}"/>
          </ac:spMkLst>
        </pc:spChg>
        <pc:spChg chg="add del">
          <ac:chgData name="Bustio Martínez Lázaro" userId="40a2716d-298b-429a-a0ab-e42e295773ea" providerId="ADAL" clId="{720B097F-2504-4CAE-9C48-8274C2C8D809}" dt="2023-01-19T20:45:07.957" v="193"/>
          <ac:spMkLst>
            <pc:docMk/>
            <pc:sldMk cId="4112577555" sldId="357"/>
            <ac:spMk id="150" creationId="{C8D58395-74AF-401A-AF2F-76B6FCF71DFE}"/>
          </ac:spMkLst>
        </pc:spChg>
      </pc:sldChg>
      <pc:sldChg chg="addSp delSp add del setBg delDesignElem">
        <pc:chgData name="Bustio Martínez Lázaro" userId="40a2716d-298b-429a-a0ab-e42e295773ea" providerId="ADAL" clId="{720B097F-2504-4CAE-9C48-8274C2C8D809}" dt="2023-01-19T20:58:02.446" v="202" actId="47"/>
        <pc:sldMkLst>
          <pc:docMk/>
          <pc:sldMk cId="1510273314" sldId="358"/>
        </pc:sldMkLst>
        <pc:spChg chg="add del">
          <ac:chgData name="Bustio Martínez Lázaro" userId="40a2716d-298b-429a-a0ab-e42e295773ea" providerId="ADAL" clId="{720B097F-2504-4CAE-9C48-8274C2C8D809}" dt="2023-01-19T20:45:07.957" v="193"/>
          <ac:spMkLst>
            <pc:docMk/>
            <pc:sldMk cId="1510273314" sldId="358"/>
            <ac:spMk id="74" creationId="{A7AE9375-4664-4DB2-922D-2782A6E439AC}"/>
          </ac:spMkLst>
        </pc:spChg>
        <pc:spChg chg="add del">
          <ac:chgData name="Bustio Martínez Lázaro" userId="40a2716d-298b-429a-a0ab-e42e295773ea" providerId="ADAL" clId="{720B097F-2504-4CAE-9C48-8274C2C8D809}" dt="2023-01-19T20:45:07.957" v="193"/>
          <ac:spMkLst>
            <pc:docMk/>
            <pc:sldMk cId="1510273314" sldId="358"/>
            <ac:spMk id="78" creationId="{C87417AF-190E-4D6E-AFA6-7D3E84B0B430}"/>
          </ac:spMkLst>
        </pc:spChg>
        <pc:spChg chg="add del">
          <ac:chgData name="Bustio Martínez Lázaro" userId="40a2716d-298b-429a-a0ab-e42e295773ea" providerId="ADAL" clId="{720B097F-2504-4CAE-9C48-8274C2C8D809}" dt="2023-01-19T20:45:07.957" v="193"/>
          <ac:spMkLst>
            <pc:docMk/>
            <pc:sldMk cId="1510273314" sldId="358"/>
            <ac:spMk id="80" creationId="{80B30ED8-273E-4C07-8568-2FE5CC5C483D}"/>
          </ac:spMkLst>
        </pc:spChg>
        <pc:cxnChg chg="add del">
          <ac:chgData name="Bustio Martínez Lázaro" userId="40a2716d-298b-429a-a0ab-e42e295773ea" providerId="ADAL" clId="{720B097F-2504-4CAE-9C48-8274C2C8D809}" dt="2023-01-19T20:45:07.957" v="193"/>
          <ac:cxnSpMkLst>
            <pc:docMk/>
            <pc:sldMk cId="1510273314" sldId="358"/>
            <ac:cxnSpMk id="76" creationId="{EE504C98-6397-41C1-A8D8-2D9C4ED307E0}"/>
          </ac:cxnSpMkLst>
        </pc:cxnChg>
      </pc:sldChg>
      <pc:sldChg chg="addSp delSp add del setBg delDesignElem">
        <pc:chgData name="Bustio Martínez Lázaro" userId="40a2716d-298b-429a-a0ab-e42e295773ea" providerId="ADAL" clId="{720B097F-2504-4CAE-9C48-8274C2C8D809}" dt="2023-01-19T20:58:02.446" v="202" actId="47"/>
        <pc:sldMkLst>
          <pc:docMk/>
          <pc:sldMk cId="1728815984" sldId="359"/>
        </pc:sldMkLst>
        <pc:spChg chg="add del">
          <ac:chgData name="Bustio Martínez Lázaro" userId="40a2716d-298b-429a-a0ab-e42e295773ea" providerId="ADAL" clId="{720B097F-2504-4CAE-9C48-8274C2C8D809}" dt="2023-01-19T20:45:07.957" v="193"/>
          <ac:spMkLst>
            <pc:docMk/>
            <pc:sldMk cId="1728815984" sldId="359"/>
            <ac:spMk id="135" creationId="{E8A8EAB8-D2FF-444D-B34B-7D32F106AD0E}"/>
          </ac:spMkLst>
        </pc:spChg>
        <pc:cxnChg chg="add del">
          <ac:chgData name="Bustio Martínez Lázaro" userId="40a2716d-298b-429a-a0ab-e42e295773ea" providerId="ADAL" clId="{720B097F-2504-4CAE-9C48-8274C2C8D809}" dt="2023-01-19T20:45:07.957" v="193"/>
          <ac:cxnSpMkLst>
            <pc:docMk/>
            <pc:sldMk cId="1728815984" sldId="359"/>
            <ac:cxnSpMk id="137" creationId="{EEA38897-7BA3-4408-8083-3235339C4A60}"/>
          </ac:cxnSpMkLst>
        </pc:cxnChg>
        <pc:cxnChg chg="add del">
          <ac:chgData name="Bustio Martínez Lázaro" userId="40a2716d-298b-429a-a0ab-e42e295773ea" providerId="ADAL" clId="{720B097F-2504-4CAE-9C48-8274C2C8D809}" dt="2023-01-19T20:45:07.957" v="193"/>
          <ac:cxnSpMkLst>
            <pc:docMk/>
            <pc:sldMk cId="1728815984" sldId="359"/>
            <ac:cxnSpMk id="139"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3606690186" sldId="360"/>
        </pc:sldMkLst>
        <pc:spChg chg="add del">
          <ac:chgData name="Bustio Martínez Lázaro" userId="40a2716d-298b-429a-a0ab-e42e295773ea" providerId="ADAL" clId="{720B097F-2504-4CAE-9C48-8274C2C8D809}" dt="2023-01-19T20:45:07.957" v="193"/>
          <ac:spMkLst>
            <pc:docMk/>
            <pc:sldMk cId="3606690186" sldId="360"/>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3606690186" sldId="360"/>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3606690186" sldId="360"/>
            <ac:cxnSpMk id="76"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1460048693" sldId="361"/>
        </pc:sldMkLst>
        <pc:spChg chg="add del">
          <ac:chgData name="Bustio Martínez Lázaro" userId="40a2716d-298b-429a-a0ab-e42e295773ea" providerId="ADAL" clId="{720B097F-2504-4CAE-9C48-8274C2C8D809}" dt="2023-01-19T20:45:07.957" v="193"/>
          <ac:spMkLst>
            <pc:docMk/>
            <pc:sldMk cId="1460048693" sldId="361"/>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1460048693" sldId="361"/>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1460048693" sldId="361"/>
            <ac:cxnSpMk id="76" creationId="{CA240C79-242E-4918-9F28-B101847D1CC6}"/>
          </ac:cxnSpMkLst>
        </pc:cxnChg>
        <pc:cxnChg chg="add del">
          <ac:chgData name="Bustio Martínez Lázaro" userId="40a2716d-298b-429a-a0ab-e42e295773ea" providerId="ADAL" clId="{720B097F-2504-4CAE-9C48-8274C2C8D809}" dt="2023-01-19T20:45:07.957" v="193"/>
          <ac:cxnSpMkLst>
            <pc:docMk/>
            <pc:sldMk cId="1460048693" sldId="361"/>
            <ac:cxnSpMk id="78"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2037034327" sldId="362"/>
        </pc:sldMkLst>
        <pc:spChg chg="add del">
          <ac:chgData name="Bustio Martínez Lázaro" userId="40a2716d-298b-429a-a0ab-e42e295773ea" providerId="ADAL" clId="{720B097F-2504-4CAE-9C48-8274C2C8D809}" dt="2023-01-19T20:45:07.957" v="193"/>
          <ac:spMkLst>
            <pc:docMk/>
            <pc:sldMk cId="2037034327" sldId="362"/>
            <ac:spMk id="73" creationId="{56C20283-73E0-40EC-8AD8-057F581F64C2}"/>
          </ac:spMkLst>
        </pc:spChg>
        <pc:spChg chg="add del">
          <ac:chgData name="Bustio Martínez Lázaro" userId="40a2716d-298b-429a-a0ab-e42e295773ea" providerId="ADAL" clId="{720B097F-2504-4CAE-9C48-8274C2C8D809}" dt="2023-01-19T20:45:07.957" v="193"/>
          <ac:spMkLst>
            <pc:docMk/>
            <pc:sldMk cId="2037034327" sldId="362"/>
            <ac:spMk id="75" creationId="{3FCC729B-E528-40C3-82D3-BA4375575E87}"/>
          </ac:spMkLst>
        </pc:spChg>
        <pc:spChg chg="add del">
          <ac:chgData name="Bustio Martínez Lázaro" userId="40a2716d-298b-429a-a0ab-e42e295773ea" providerId="ADAL" clId="{720B097F-2504-4CAE-9C48-8274C2C8D809}" dt="2023-01-19T20:45:07.957" v="193"/>
          <ac:spMkLst>
            <pc:docMk/>
            <pc:sldMk cId="2037034327" sldId="362"/>
            <ac:spMk id="77" creationId="{58F1FB8D-1842-4A04-998D-6CF047AB2790}"/>
          </ac:spMkLst>
        </pc:spChg>
      </pc:sldChg>
      <pc:sldChg chg="addSp delSp add del setBg delDesignElem">
        <pc:chgData name="Bustio Martínez Lázaro" userId="40a2716d-298b-429a-a0ab-e42e295773ea" providerId="ADAL" clId="{720B097F-2504-4CAE-9C48-8274C2C8D809}" dt="2023-01-19T20:58:02.446" v="202" actId="47"/>
        <pc:sldMkLst>
          <pc:docMk/>
          <pc:sldMk cId="3720597571" sldId="363"/>
        </pc:sldMkLst>
        <pc:spChg chg="add del">
          <ac:chgData name="Bustio Martínez Lázaro" userId="40a2716d-298b-429a-a0ab-e42e295773ea" providerId="ADAL" clId="{720B097F-2504-4CAE-9C48-8274C2C8D809}" dt="2023-01-19T20:45:07.957" v="193"/>
          <ac:spMkLst>
            <pc:docMk/>
            <pc:sldMk cId="3720597571" sldId="363"/>
            <ac:spMk id="136" creationId="{E8A8EAB8-D2FF-444D-B34B-7D32F106AD0E}"/>
          </ac:spMkLst>
        </pc:spChg>
        <pc:spChg chg="add del">
          <ac:chgData name="Bustio Martínez Lázaro" userId="40a2716d-298b-429a-a0ab-e42e295773ea" providerId="ADAL" clId="{720B097F-2504-4CAE-9C48-8274C2C8D809}" dt="2023-01-19T20:45:07.957" v="193"/>
          <ac:spMkLst>
            <pc:docMk/>
            <pc:sldMk cId="3720597571" sldId="363"/>
            <ac:spMk id="138" creationId="{9DD005C1-8C51-42D6-9BEE-B9B83849743D}"/>
          </ac:spMkLst>
        </pc:spChg>
        <pc:spChg chg="add del">
          <ac:chgData name="Bustio Martínez Lázaro" userId="40a2716d-298b-429a-a0ab-e42e295773ea" providerId="ADAL" clId="{720B097F-2504-4CAE-9C48-8274C2C8D809}" dt="2023-01-19T20:45:07.957" v="193"/>
          <ac:spMkLst>
            <pc:docMk/>
            <pc:sldMk cId="3720597571" sldId="363"/>
            <ac:spMk id="140"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847039892" sldId="364"/>
        </pc:sldMkLst>
        <pc:spChg chg="add del">
          <ac:chgData name="Bustio Martínez Lázaro" userId="40a2716d-298b-429a-a0ab-e42e295773ea" providerId="ADAL" clId="{720B097F-2504-4CAE-9C48-8274C2C8D809}" dt="2023-01-19T20:45:07.957" v="193"/>
          <ac:spMkLst>
            <pc:docMk/>
            <pc:sldMk cId="847039892" sldId="364"/>
            <ac:spMk id="14341" creationId="{E8A8EAB8-D2FF-444D-B34B-7D32F106AD0E}"/>
          </ac:spMkLst>
        </pc:spChg>
        <pc:spChg chg="add del">
          <ac:chgData name="Bustio Martínez Lázaro" userId="40a2716d-298b-429a-a0ab-e42e295773ea" providerId="ADAL" clId="{720B097F-2504-4CAE-9C48-8274C2C8D809}" dt="2023-01-19T20:45:07.957" v="193"/>
          <ac:spMkLst>
            <pc:docMk/>
            <pc:sldMk cId="847039892" sldId="364"/>
            <ac:spMk id="14342" creationId="{9DD005C1-8C51-42D6-9BEE-B9B83849743D}"/>
          </ac:spMkLst>
        </pc:spChg>
        <pc:spChg chg="add del">
          <ac:chgData name="Bustio Martínez Lázaro" userId="40a2716d-298b-429a-a0ab-e42e295773ea" providerId="ADAL" clId="{720B097F-2504-4CAE-9C48-8274C2C8D809}" dt="2023-01-19T20:45:07.957" v="193"/>
          <ac:spMkLst>
            <pc:docMk/>
            <pc:sldMk cId="847039892" sldId="364"/>
            <ac:spMk id="14343"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1922180818" sldId="365"/>
        </pc:sldMkLst>
        <pc:spChg chg="add del">
          <ac:chgData name="Bustio Martínez Lázaro" userId="40a2716d-298b-429a-a0ab-e42e295773ea" providerId="ADAL" clId="{720B097F-2504-4CAE-9C48-8274C2C8D809}" dt="2023-01-19T20:45:07.957" v="193"/>
          <ac:spMkLst>
            <pc:docMk/>
            <pc:sldMk cId="1922180818" sldId="365"/>
            <ac:spMk id="15365" creationId="{E8A8EAB8-D2FF-444D-B34B-7D32F106AD0E}"/>
          </ac:spMkLst>
        </pc:spChg>
        <pc:cxnChg chg="add del">
          <ac:chgData name="Bustio Martínez Lázaro" userId="40a2716d-298b-429a-a0ab-e42e295773ea" providerId="ADAL" clId="{720B097F-2504-4CAE-9C48-8274C2C8D809}" dt="2023-01-19T20:45:07.957" v="193"/>
          <ac:cxnSpMkLst>
            <pc:docMk/>
            <pc:sldMk cId="1922180818" sldId="365"/>
            <ac:cxnSpMk id="15366" creationId="{EEA38897-7BA3-4408-8083-3235339C4A60}"/>
          </ac:cxnSpMkLst>
        </pc:cxnChg>
        <pc:cxnChg chg="add del">
          <ac:chgData name="Bustio Martínez Lázaro" userId="40a2716d-298b-429a-a0ab-e42e295773ea" providerId="ADAL" clId="{720B097F-2504-4CAE-9C48-8274C2C8D809}" dt="2023-01-19T20:45:07.957" v="193"/>
          <ac:cxnSpMkLst>
            <pc:docMk/>
            <pc:sldMk cId="1922180818" sldId="365"/>
            <ac:cxnSpMk id="15367"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4089198797" sldId="366"/>
        </pc:sldMkLst>
        <pc:spChg chg="add del">
          <ac:chgData name="Bustio Martínez Lázaro" userId="40a2716d-298b-429a-a0ab-e42e295773ea" providerId="ADAL" clId="{720B097F-2504-4CAE-9C48-8274C2C8D809}" dt="2023-01-19T20:45:07.957" v="193"/>
          <ac:spMkLst>
            <pc:docMk/>
            <pc:sldMk cId="4089198797" sldId="366"/>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4089198797" sldId="366"/>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4089198797" sldId="366"/>
            <ac:cxnSpMk id="77"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3060200650" sldId="367"/>
        </pc:sldMkLst>
        <pc:spChg chg="add del">
          <ac:chgData name="Bustio Martínez Lázaro" userId="40a2716d-298b-429a-a0ab-e42e295773ea" providerId="ADAL" clId="{720B097F-2504-4CAE-9C48-8274C2C8D809}" dt="2023-01-19T20:45:07.957" v="193"/>
          <ac:spMkLst>
            <pc:docMk/>
            <pc:sldMk cId="3060200650" sldId="367"/>
            <ac:spMk id="136" creationId="{E8A8EAB8-D2FF-444D-B34B-7D32F106AD0E}"/>
          </ac:spMkLst>
        </pc:spChg>
        <pc:cxnChg chg="add del">
          <ac:chgData name="Bustio Martínez Lázaro" userId="40a2716d-298b-429a-a0ab-e42e295773ea" providerId="ADAL" clId="{720B097F-2504-4CAE-9C48-8274C2C8D809}" dt="2023-01-19T20:45:07.957" v="193"/>
          <ac:cxnSpMkLst>
            <pc:docMk/>
            <pc:sldMk cId="3060200650" sldId="367"/>
            <ac:cxnSpMk id="138" creationId="{EEA38897-7BA3-4408-8083-3235339C4A60}"/>
          </ac:cxnSpMkLst>
        </pc:cxnChg>
        <pc:cxnChg chg="add del">
          <ac:chgData name="Bustio Martínez Lázaro" userId="40a2716d-298b-429a-a0ab-e42e295773ea" providerId="ADAL" clId="{720B097F-2504-4CAE-9C48-8274C2C8D809}" dt="2023-01-19T20:45:07.957" v="193"/>
          <ac:cxnSpMkLst>
            <pc:docMk/>
            <pc:sldMk cId="3060200650" sldId="367"/>
            <ac:cxnSpMk id="140"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1581523071" sldId="368"/>
        </pc:sldMkLst>
        <pc:spChg chg="add del">
          <ac:chgData name="Bustio Martínez Lázaro" userId="40a2716d-298b-429a-a0ab-e42e295773ea" providerId="ADAL" clId="{720B097F-2504-4CAE-9C48-8274C2C8D809}" dt="2023-01-19T20:45:07.957" v="193"/>
          <ac:spMkLst>
            <pc:docMk/>
            <pc:sldMk cId="1581523071" sldId="368"/>
            <ac:spMk id="73" creationId="{E8A8EAB8-D2FF-444D-B34B-7D32F106AD0E}"/>
          </ac:spMkLst>
        </pc:spChg>
        <pc:spChg chg="add del">
          <ac:chgData name="Bustio Martínez Lázaro" userId="40a2716d-298b-429a-a0ab-e42e295773ea" providerId="ADAL" clId="{720B097F-2504-4CAE-9C48-8274C2C8D809}" dt="2023-01-19T20:45:07.957" v="193"/>
          <ac:spMkLst>
            <pc:docMk/>
            <pc:sldMk cId="1581523071" sldId="368"/>
            <ac:spMk id="75" creationId="{9DD005C1-8C51-42D6-9BEE-B9B83849743D}"/>
          </ac:spMkLst>
        </pc:spChg>
        <pc:spChg chg="add del">
          <ac:chgData name="Bustio Martínez Lázaro" userId="40a2716d-298b-429a-a0ab-e42e295773ea" providerId="ADAL" clId="{720B097F-2504-4CAE-9C48-8274C2C8D809}" dt="2023-01-19T20:45:07.957" v="193"/>
          <ac:spMkLst>
            <pc:docMk/>
            <pc:sldMk cId="1581523071" sldId="368"/>
            <ac:spMk id="77"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2806945417" sldId="369"/>
        </pc:sldMkLst>
        <pc:spChg chg="add del">
          <ac:chgData name="Bustio Martínez Lázaro" userId="40a2716d-298b-429a-a0ab-e42e295773ea" providerId="ADAL" clId="{720B097F-2504-4CAE-9C48-8274C2C8D809}" dt="2023-01-19T20:45:07.957" v="193"/>
          <ac:spMkLst>
            <pc:docMk/>
            <pc:sldMk cId="2806945417" sldId="369"/>
            <ac:spMk id="19463" creationId="{BACC6370-2D7E-4714-9D71-7542949D7D5D}"/>
          </ac:spMkLst>
        </pc:spChg>
        <pc:spChg chg="add del">
          <ac:chgData name="Bustio Martínez Lázaro" userId="40a2716d-298b-429a-a0ab-e42e295773ea" providerId="ADAL" clId="{720B097F-2504-4CAE-9C48-8274C2C8D809}" dt="2023-01-19T20:45:07.957" v="193"/>
          <ac:spMkLst>
            <pc:docMk/>
            <pc:sldMk cId="2806945417" sldId="369"/>
            <ac:spMk id="19464" creationId="{F68B3F68-107C-434F-AA38-110D5EA91B85}"/>
          </ac:spMkLst>
        </pc:spChg>
        <pc:spChg chg="add del">
          <ac:chgData name="Bustio Martínez Lázaro" userId="40a2716d-298b-429a-a0ab-e42e295773ea" providerId="ADAL" clId="{720B097F-2504-4CAE-9C48-8274C2C8D809}" dt="2023-01-19T20:45:07.957" v="193"/>
          <ac:spMkLst>
            <pc:docMk/>
            <pc:sldMk cId="2806945417" sldId="369"/>
            <ac:spMk id="19465" creationId="{AAD0DBB9-1A4B-4391-81D4-CB19F9AB918A}"/>
          </ac:spMkLst>
        </pc:spChg>
        <pc:spChg chg="add del">
          <ac:chgData name="Bustio Martínez Lázaro" userId="40a2716d-298b-429a-a0ab-e42e295773ea" providerId="ADAL" clId="{720B097F-2504-4CAE-9C48-8274C2C8D809}" dt="2023-01-19T20:45:07.957" v="193"/>
          <ac:spMkLst>
            <pc:docMk/>
            <pc:sldMk cId="2806945417" sldId="369"/>
            <ac:spMk id="19466" creationId="{063BBA22-50EA-4C4D-BE05-F1CE4E63AA56}"/>
          </ac:spMkLst>
        </pc:spChg>
      </pc:sldChg>
      <pc:sldChg chg="addSp delSp add del setBg delDesignElem">
        <pc:chgData name="Bustio Martínez Lázaro" userId="40a2716d-298b-429a-a0ab-e42e295773ea" providerId="ADAL" clId="{720B097F-2504-4CAE-9C48-8274C2C8D809}" dt="2023-01-19T20:58:02.446" v="202" actId="47"/>
        <pc:sldMkLst>
          <pc:docMk/>
          <pc:sldMk cId="3295891262" sldId="370"/>
        </pc:sldMkLst>
        <pc:spChg chg="add del">
          <ac:chgData name="Bustio Martínez Lázaro" userId="40a2716d-298b-429a-a0ab-e42e295773ea" providerId="ADAL" clId="{720B097F-2504-4CAE-9C48-8274C2C8D809}" dt="2023-01-19T20:45:07.957" v="193"/>
          <ac:spMkLst>
            <pc:docMk/>
            <pc:sldMk cId="3295891262" sldId="370"/>
            <ac:spMk id="73" creationId="{BACC6370-2D7E-4714-9D71-7542949D7D5D}"/>
          </ac:spMkLst>
        </pc:spChg>
        <pc:spChg chg="add del">
          <ac:chgData name="Bustio Martínez Lázaro" userId="40a2716d-298b-429a-a0ab-e42e295773ea" providerId="ADAL" clId="{720B097F-2504-4CAE-9C48-8274C2C8D809}" dt="2023-01-19T20:45:07.957" v="193"/>
          <ac:spMkLst>
            <pc:docMk/>
            <pc:sldMk cId="3295891262" sldId="370"/>
            <ac:spMk id="75" creationId="{F68B3F68-107C-434F-AA38-110D5EA91B85}"/>
          </ac:spMkLst>
        </pc:spChg>
        <pc:spChg chg="add del">
          <ac:chgData name="Bustio Martínez Lázaro" userId="40a2716d-298b-429a-a0ab-e42e295773ea" providerId="ADAL" clId="{720B097F-2504-4CAE-9C48-8274C2C8D809}" dt="2023-01-19T20:45:07.957" v="193"/>
          <ac:spMkLst>
            <pc:docMk/>
            <pc:sldMk cId="3295891262" sldId="370"/>
            <ac:spMk id="77" creationId="{AAD0DBB9-1A4B-4391-81D4-CB19F9AB918A}"/>
          </ac:spMkLst>
        </pc:spChg>
        <pc:spChg chg="add del">
          <ac:chgData name="Bustio Martínez Lázaro" userId="40a2716d-298b-429a-a0ab-e42e295773ea" providerId="ADAL" clId="{720B097F-2504-4CAE-9C48-8274C2C8D809}" dt="2023-01-19T20:45:07.957" v="193"/>
          <ac:spMkLst>
            <pc:docMk/>
            <pc:sldMk cId="3295891262" sldId="370"/>
            <ac:spMk id="79" creationId="{063BBA22-50EA-4C4D-BE05-F1CE4E63AA56}"/>
          </ac:spMkLst>
        </pc:spChg>
      </pc:sldChg>
      <pc:sldChg chg="addSp delSp add del setBg delDesignElem">
        <pc:chgData name="Bustio Martínez Lázaro" userId="40a2716d-298b-429a-a0ab-e42e295773ea" providerId="ADAL" clId="{720B097F-2504-4CAE-9C48-8274C2C8D809}" dt="2023-01-19T20:58:02.446" v="202" actId="47"/>
        <pc:sldMkLst>
          <pc:docMk/>
          <pc:sldMk cId="4146694637" sldId="371"/>
        </pc:sldMkLst>
        <pc:spChg chg="add del">
          <ac:chgData name="Bustio Martínez Lázaro" userId="40a2716d-298b-429a-a0ab-e42e295773ea" providerId="ADAL" clId="{720B097F-2504-4CAE-9C48-8274C2C8D809}" dt="2023-01-19T20:45:07.957" v="193"/>
          <ac:spMkLst>
            <pc:docMk/>
            <pc:sldMk cId="4146694637" sldId="371"/>
            <ac:spMk id="72" creationId="{A7AE9375-4664-4DB2-922D-2782A6E439AC}"/>
          </ac:spMkLst>
        </pc:spChg>
        <pc:spChg chg="add del">
          <ac:chgData name="Bustio Martínez Lázaro" userId="40a2716d-298b-429a-a0ab-e42e295773ea" providerId="ADAL" clId="{720B097F-2504-4CAE-9C48-8274C2C8D809}" dt="2023-01-19T20:45:07.957" v="193"/>
          <ac:spMkLst>
            <pc:docMk/>
            <pc:sldMk cId="4146694637" sldId="371"/>
            <ac:spMk id="76" creationId="{9DD005C1-8C51-42D6-9BEE-B9B83849743D}"/>
          </ac:spMkLst>
        </pc:spChg>
        <pc:cxnChg chg="add del">
          <ac:chgData name="Bustio Martínez Lázaro" userId="40a2716d-298b-429a-a0ab-e42e295773ea" providerId="ADAL" clId="{720B097F-2504-4CAE-9C48-8274C2C8D809}" dt="2023-01-19T20:45:07.957" v="193"/>
          <ac:cxnSpMkLst>
            <pc:docMk/>
            <pc:sldMk cId="4146694637" sldId="371"/>
            <ac:cxnSpMk id="74" creationId="{EE504C98-6397-41C1-A8D8-2D9C4ED307E0}"/>
          </ac:cxnSpMkLst>
        </pc:cxnChg>
      </pc:sldChg>
      <pc:sldChg chg="addSp delSp add del setBg delDesignElem">
        <pc:chgData name="Bustio Martínez Lázaro" userId="40a2716d-298b-429a-a0ab-e42e295773ea" providerId="ADAL" clId="{720B097F-2504-4CAE-9C48-8274C2C8D809}" dt="2023-01-19T20:58:02.446" v="202" actId="47"/>
        <pc:sldMkLst>
          <pc:docMk/>
          <pc:sldMk cId="1911121410" sldId="372"/>
        </pc:sldMkLst>
        <pc:spChg chg="add del">
          <ac:chgData name="Bustio Martínez Lázaro" userId="40a2716d-298b-429a-a0ab-e42e295773ea" providerId="ADAL" clId="{720B097F-2504-4CAE-9C48-8274C2C8D809}" dt="2023-01-19T20:45:07.957" v="193"/>
          <ac:spMkLst>
            <pc:docMk/>
            <pc:sldMk cId="1911121410" sldId="372"/>
            <ac:spMk id="19463" creationId="{E8A8EAB8-D2FF-444D-B34B-7D32F106AD0E}"/>
          </ac:spMkLst>
        </pc:spChg>
        <pc:cxnChg chg="add del">
          <ac:chgData name="Bustio Martínez Lázaro" userId="40a2716d-298b-429a-a0ab-e42e295773ea" providerId="ADAL" clId="{720B097F-2504-4CAE-9C48-8274C2C8D809}" dt="2023-01-19T20:45:07.957" v="193"/>
          <ac:cxnSpMkLst>
            <pc:docMk/>
            <pc:sldMk cId="1911121410" sldId="372"/>
            <ac:cxnSpMk id="19464" creationId="{EEA38897-7BA3-4408-8083-3235339C4A60}"/>
          </ac:cxnSpMkLst>
        </pc:cxnChg>
        <pc:cxnChg chg="add del">
          <ac:chgData name="Bustio Martínez Lázaro" userId="40a2716d-298b-429a-a0ab-e42e295773ea" providerId="ADAL" clId="{720B097F-2504-4CAE-9C48-8274C2C8D809}" dt="2023-01-19T20:45:07.957" v="193"/>
          <ac:cxnSpMkLst>
            <pc:docMk/>
            <pc:sldMk cId="1911121410" sldId="372"/>
            <ac:cxnSpMk id="19465"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4100040874" sldId="373"/>
        </pc:sldMkLst>
        <pc:spChg chg="add del">
          <ac:chgData name="Bustio Martínez Lázaro" userId="40a2716d-298b-429a-a0ab-e42e295773ea" providerId="ADAL" clId="{720B097F-2504-4CAE-9C48-8274C2C8D809}" dt="2023-01-19T20:45:07.957" v="193"/>
          <ac:spMkLst>
            <pc:docMk/>
            <pc:sldMk cId="4100040874" sldId="373"/>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4100040874" sldId="373"/>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4100040874" sldId="373"/>
            <ac:cxnSpMk id="76"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1635100773" sldId="381"/>
        </pc:sldMkLst>
        <pc:spChg chg="add del">
          <ac:chgData name="Bustio Martínez Lázaro" userId="40a2716d-298b-429a-a0ab-e42e295773ea" providerId="ADAL" clId="{720B097F-2504-4CAE-9C48-8274C2C8D809}" dt="2023-01-19T20:45:07.957" v="193"/>
          <ac:spMkLst>
            <pc:docMk/>
            <pc:sldMk cId="1635100773" sldId="381"/>
            <ac:spMk id="135" creationId="{E8A8EAB8-D2FF-444D-B34B-7D32F106AD0E}"/>
          </ac:spMkLst>
        </pc:spChg>
        <pc:cxnChg chg="add del">
          <ac:chgData name="Bustio Martínez Lázaro" userId="40a2716d-298b-429a-a0ab-e42e295773ea" providerId="ADAL" clId="{720B097F-2504-4CAE-9C48-8274C2C8D809}" dt="2023-01-19T20:45:07.957" v="193"/>
          <ac:cxnSpMkLst>
            <pc:docMk/>
            <pc:sldMk cId="1635100773" sldId="381"/>
            <ac:cxnSpMk id="137" creationId="{EEA38897-7BA3-4408-8083-3235339C4A60}"/>
          </ac:cxnSpMkLst>
        </pc:cxnChg>
        <pc:cxnChg chg="add del">
          <ac:chgData name="Bustio Martínez Lázaro" userId="40a2716d-298b-429a-a0ab-e42e295773ea" providerId="ADAL" clId="{720B097F-2504-4CAE-9C48-8274C2C8D809}" dt="2023-01-19T20:45:07.957" v="193"/>
          <ac:cxnSpMkLst>
            <pc:docMk/>
            <pc:sldMk cId="1635100773" sldId="381"/>
            <ac:cxnSpMk id="139" creationId="{F11AD06B-AB20-4097-8606-5DA00DBACE88}"/>
          </ac:cxnSpMkLst>
        </pc:cxnChg>
      </pc:sldChg>
      <pc:sldChg chg="addSp delSp add del setBg delDesignElem">
        <pc:chgData name="Bustio Martínez Lázaro" userId="40a2716d-298b-429a-a0ab-e42e295773ea" providerId="ADAL" clId="{720B097F-2504-4CAE-9C48-8274C2C8D809}" dt="2023-01-19T21:19:46.379" v="477" actId="47"/>
        <pc:sldMkLst>
          <pc:docMk/>
          <pc:sldMk cId="753283799" sldId="382"/>
        </pc:sldMkLst>
        <pc:spChg chg="add del">
          <ac:chgData name="Bustio Martínez Lázaro" userId="40a2716d-298b-429a-a0ab-e42e295773ea" providerId="ADAL" clId="{720B097F-2504-4CAE-9C48-8274C2C8D809}" dt="2023-01-19T20:45:07.957" v="193"/>
          <ac:spMkLst>
            <pc:docMk/>
            <pc:sldMk cId="753283799" sldId="382"/>
            <ac:spMk id="18" creationId="{FEF085B8-A2C0-4A6F-B663-CCC56F3CD373}"/>
          </ac:spMkLst>
        </pc:spChg>
        <pc:spChg chg="add del">
          <ac:chgData name="Bustio Martínez Lázaro" userId="40a2716d-298b-429a-a0ab-e42e295773ea" providerId="ADAL" clId="{720B097F-2504-4CAE-9C48-8274C2C8D809}" dt="2023-01-19T20:45:07.957" v="193"/>
          <ac:spMkLst>
            <pc:docMk/>
            <pc:sldMk cId="753283799" sldId="382"/>
            <ac:spMk id="20" creationId="{2658F6D6-96E0-421A-96D6-3DF404008543}"/>
          </ac:spMkLst>
        </pc:spChg>
        <pc:spChg chg="add del">
          <ac:chgData name="Bustio Martínez Lázaro" userId="40a2716d-298b-429a-a0ab-e42e295773ea" providerId="ADAL" clId="{720B097F-2504-4CAE-9C48-8274C2C8D809}" dt="2023-01-19T20:45:07.957" v="193"/>
          <ac:spMkLst>
            <pc:docMk/>
            <pc:sldMk cId="753283799" sldId="382"/>
            <ac:spMk id="22" creationId="{3CF62545-93A0-4FD5-9B48-48DCA794CBA1}"/>
          </ac:spMkLst>
        </pc:spChg>
      </pc:sldChg>
      <pc:sldChg chg="addSp delSp add del setBg delDesignElem">
        <pc:chgData name="Bustio Martínez Lázaro" userId="40a2716d-298b-429a-a0ab-e42e295773ea" providerId="ADAL" clId="{720B097F-2504-4CAE-9C48-8274C2C8D809}" dt="2023-01-19T20:56:45.949" v="196"/>
        <pc:sldMkLst>
          <pc:docMk/>
          <pc:sldMk cId="1641840203" sldId="383"/>
        </pc:sldMkLst>
        <pc:spChg chg="add del">
          <ac:chgData name="Bustio Martínez Lázaro" userId="40a2716d-298b-429a-a0ab-e42e295773ea" providerId="ADAL" clId="{720B097F-2504-4CAE-9C48-8274C2C8D809}" dt="2023-01-19T20:45:07.957" v="193"/>
          <ac:spMkLst>
            <pc:docMk/>
            <pc:sldMk cId="1641840203" sldId="383"/>
            <ac:spMk id="123" creationId="{A7AE9375-4664-4DB2-922D-2782A6E439AC}"/>
          </ac:spMkLst>
        </pc:spChg>
        <pc:spChg chg="add del">
          <ac:chgData name="Bustio Martínez Lázaro" userId="40a2716d-298b-429a-a0ab-e42e295773ea" providerId="ADAL" clId="{720B097F-2504-4CAE-9C48-8274C2C8D809}" dt="2023-01-19T20:45:07.957" v="193"/>
          <ac:spMkLst>
            <pc:docMk/>
            <pc:sldMk cId="1641840203" sldId="383"/>
            <ac:spMk id="127" creationId="{9DD005C1-8C51-42D6-9BEE-B9B83849743D}"/>
          </ac:spMkLst>
        </pc:spChg>
        <pc:cxnChg chg="add del">
          <ac:chgData name="Bustio Martínez Lázaro" userId="40a2716d-298b-429a-a0ab-e42e295773ea" providerId="ADAL" clId="{720B097F-2504-4CAE-9C48-8274C2C8D809}" dt="2023-01-19T20:45:07.957" v="193"/>
          <ac:cxnSpMkLst>
            <pc:docMk/>
            <pc:sldMk cId="1641840203" sldId="383"/>
            <ac:cxnSpMk id="125" creationId="{EE504C98-6397-41C1-A8D8-2D9C4ED307E0}"/>
          </ac:cxnSpMkLst>
        </pc:cxnChg>
      </pc:sldChg>
      <pc:sldChg chg="addSp delSp add del setBg delDesignElem">
        <pc:chgData name="Bustio Martínez Lázaro" userId="40a2716d-298b-429a-a0ab-e42e295773ea" providerId="ADAL" clId="{720B097F-2504-4CAE-9C48-8274C2C8D809}" dt="2023-01-19T20:56:45.949" v="196"/>
        <pc:sldMkLst>
          <pc:docMk/>
          <pc:sldMk cId="2075376463" sldId="384"/>
        </pc:sldMkLst>
        <pc:spChg chg="add del">
          <ac:chgData name="Bustio Martínez Lázaro" userId="40a2716d-298b-429a-a0ab-e42e295773ea" providerId="ADAL" clId="{720B097F-2504-4CAE-9C48-8274C2C8D809}" dt="2023-01-19T20:45:07.957" v="193"/>
          <ac:spMkLst>
            <pc:docMk/>
            <pc:sldMk cId="2075376463" sldId="384"/>
            <ac:spMk id="71" creationId="{12609869-9E80-471B-A487-A53288E0E791}"/>
          </ac:spMkLst>
        </pc:spChg>
        <pc:spChg chg="add del">
          <ac:chgData name="Bustio Martínez Lázaro" userId="40a2716d-298b-429a-a0ab-e42e295773ea" providerId="ADAL" clId="{720B097F-2504-4CAE-9C48-8274C2C8D809}" dt="2023-01-19T20:45:07.957" v="193"/>
          <ac:spMkLst>
            <pc:docMk/>
            <pc:sldMk cId="2075376463" sldId="384"/>
            <ac:spMk id="73" creationId="{7004738A-9D34-43E8-97D2-CA0EED4F8BE0}"/>
          </ac:spMkLst>
        </pc:spChg>
        <pc:spChg chg="add del">
          <ac:chgData name="Bustio Martínez Lázaro" userId="40a2716d-298b-429a-a0ab-e42e295773ea" providerId="ADAL" clId="{720B097F-2504-4CAE-9C48-8274C2C8D809}" dt="2023-01-19T20:45:07.957" v="193"/>
          <ac:spMkLst>
            <pc:docMk/>
            <pc:sldMk cId="2075376463" sldId="384"/>
            <ac:spMk id="75" creationId="{B8B8D07F-F13E-443E-BA68-2D26672D76B9}"/>
          </ac:spMkLst>
        </pc:spChg>
        <pc:spChg chg="add del">
          <ac:chgData name="Bustio Martínez Lázaro" userId="40a2716d-298b-429a-a0ab-e42e295773ea" providerId="ADAL" clId="{720B097F-2504-4CAE-9C48-8274C2C8D809}" dt="2023-01-19T20:45:07.957" v="193"/>
          <ac:spMkLst>
            <pc:docMk/>
            <pc:sldMk cId="2075376463" sldId="384"/>
            <ac:spMk id="77" creationId="{2813A4FA-24A5-41ED-A534-3807D1B2F344}"/>
          </ac:spMkLst>
        </pc:spChg>
        <pc:spChg chg="add del">
          <ac:chgData name="Bustio Martínez Lázaro" userId="40a2716d-298b-429a-a0ab-e42e295773ea" providerId="ADAL" clId="{720B097F-2504-4CAE-9C48-8274C2C8D809}" dt="2023-01-19T20:45:07.957" v="193"/>
          <ac:spMkLst>
            <pc:docMk/>
            <pc:sldMk cId="2075376463" sldId="384"/>
            <ac:spMk id="79" creationId="{C3944F27-CA70-4E84-A51A-E6BF89558979}"/>
          </ac:spMkLst>
        </pc:spChg>
      </pc:sldChg>
      <pc:sldChg chg="addSp delSp add del setBg delDesignElem">
        <pc:chgData name="Bustio Martínez Lázaro" userId="40a2716d-298b-429a-a0ab-e42e295773ea" providerId="ADAL" clId="{720B097F-2504-4CAE-9C48-8274C2C8D809}" dt="2023-01-19T20:56:45.949" v="196"/>
        <pc:sldMkLst>
          <pc:docMk/>
          <pc:sldMk cId="0" sldId="389"/>
        </pc:sldMkLst>
        <pc:spChg chg="add del">
          <ac:chgData name="Bustio Martínez Lázaro" userId="40a2716d-298b-429a-a0ab-e42e295773ea" providerId="ADAL" clId="{720B097F-2504-4CAE-9C48-8274C2C8D809}" dt="2023-01-19T20:45:07.957" v="193"/>
          <ac:spMkLst>
            <pc:docMk/>
            <pc:sldMk cId="0" sldId="389"/>
            <ac:spMk id="7172" creationId="{E8A8EAB8-D2FF-444D-B34B-7D32F106AD0E}"/>
          </ac:spMkLst>
        </pc:spChg>
        <pc:cxnChg chg="add del">
          <ac:chgData name="Bustio Martínez Lázaro" userId="40a2716d-298b-429a-a0ab-e42e295773ea" providerId="ADAL" clId="{720B097F-2504-4CAE-9C48-8274C2C8D809}" dt="2023-01-19T20:45:07.957" v="193"/>
          <ac:cxnSpMkLst>
            <pc:docMk/>
            <pc:sldMk cId="0" sldId="389"/>
            <ac:cxnSpMk id="7173" creationId="{067633D1-6EE6-4118-B9F0-B363477BEE7A}"/>
          </ac:cxnSpMkLst>
        </pc:cxnChg>
        <pc:cxnChg chg="add del">
          <ac:chgData name="Bustio Martínez Lázaro" userId="40a2716d-298b-429a-a0ab-e42e295773ea" providerId="ADAL" clId="{720B097F-2504-4CAE-9C48-8274C2C8D809}" dt="2023-01-19T20:45:07.957" v="193"/>
          <ac:cxnSpMkLst>
            <pc:docMk/>
            <pc:sldMk cId="0" sldId="389"/>
            <ac:cxnSpMk id="7174" creationId="{4AD7FFC6-42A9-49CB-B5E9-B3F6B038331B}"/>
          </ac:cxnSpMkLst>
        </pc:cxnChg>
      </pc:sldChg>
      <pc:sldChg chg="addSp delSp add del setBg delDesignElem modNotes">
        <pc:chgData name="Bustio Martínez Lázaro" userId="40a2716d-298b-429a-a0ab-e42e295773ea" providerId="ADAL" clId="{720B097F-2504-4CAE-9C48-8274C2C8D809}" dt="2023-01-19T20:56:45.949" v="196"/>
        <pc:sldMkLst>
          <pc:docMk/>
          <pc:sldMk cId="0" sldId="390"/>
        </pc:sldMkLst>
        <pc:spChg chg="add del">
          <ac:chgData name="Bustio Martínez Lázaro" userId="40a2716d-298b-429a-a0ab-e42e295773ea" providerId="ADAL" clId="{720B097F-2504-4CAE-9C48-8274C2C8D809}" dt="2023-01-19T20:45:07.957" v="193"/>
          <ac:spMkLst>
            <pc:docMk/>
            <pc:sldMk cId="0" sldId="390"/>
            <ac:spMk id="75" creationId="{E8A8EAB8-D2FF-444D-B34B-7D32F106AD0E}"/>
          </ac:spMkLst>
        </pc:spChg>
        <pc:cxnChg chg="add del">
          <ac:chgData name="Bustio Martínez Lázaro" userId="40a2716d-298b-429a-a0ab-e42e295773ea" providerId="ADAL" clId="{720B097F-2504-4CAE-9C48-8274C2C8D809}" dt="2023-01-19T20:45:07.957" v="193"/>
          <ac:cxnSpMkLst>
            <pc:docMk/>
            <pc:sldMk cId="0" sldId="390"/>
            <ac:cxnSpMk id="77"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0"/>
            <ac:cxnSpMk id="79"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8:16.722" v="203" actId="47"/>
        <pc:sldMkLst>
          <pc:docMk/>
          <pc:sldMk cId="0" sldId="391"/>
        </pc:sldMkLst>
        <pc:spChg chg="add del">
          <ac:chgData name="Bustio Martínez Lázaro" userId="40a2716d-298b-429a-a0ab-e42e295773ea" providerId="ADAL" clId="{720B097F-2504-4CAE-9C48-8274C2C8D809}" dt="2023-01-19T20:45:07.957" v="193"/>
          <ac:spMkLst>
            <pc:docMk/>
            <pc:sldMk cId="0" sldId="391"/>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0" sldId="391"/>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1"/>
            <ac:cxnSpMk id="77"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8:20.587" v="205" actId="47"/>
        <pc:sldMkLst>
          <pc:docMk/>
          <pc:sldMk cId="0" sldId="392"/>
        </pc:sldMkLst>
        <pc:spChg chg="add del">
          <ac:chgData name="Bustio Martínez Lázaro" userId="40a2716d-298b-429a-a0ab-e42e295773ea" providerId="ADAL" clId="{720B097F-2504-4CAE-9C48-8274C2C8D809}" dt="2023-01-19T20:45:07.957" v="193"/>
          <ac:spMkLst>
            <pc:docMk/>
            <pc:sldMk cId="0" sldId="392"/>
            <ac:spMk id="23559" creationId="{B712E947-0734-45F9-9C4F-41114EC3A33E}"/>
          </ac:spMkLst>
        </pc:spChg>
        <pc:grpChg chg="add del">
          <ac:chgData name="Bustio Martínez Lázaro" userId="40a2716d-298b-429a-a0ab-e42e295773ea" providerId="ADAL" clId="{720B097F-2504-4CAE-9C48-8274C2C8D809}" dt="2023-01-19T20:45:07.957" v="193"/>
          <ac:grpSpMkLst>
            <pc:docMk/>
            <pc:sldMk cId="0" sldId="392"/>
            <ac:grpSpMk id="23560" creationId="{12B3290A-D3BF-4B87-B55B-FD9A98B49727}"/>
          </ac:grpSpMkLst>
        </pc:grpChg>
      </pc:sldChg>
      <pc:sldChg chg="addSp delSp add del setBg delDesignElem modNotes">
        <pc:chgData name="Bustio Martínez Lázaro" userId="40a2716d-298b-429a-a0ab-e42e295773ea" providerId="ADAL" clId="{720B097F-2504-4CAE-9C48-8274C2C8D809}" dt="2023-01-19T20:58:25.876" v="206" actId="47"/>
        <pc:sldMkLst>
          <pc:docMk/>
          <pc:sldMk cId="0" sldId="393"/>
        </pc:sldMkLst>
        <pc:spChg chg="add del">
          <ac:chgData name="Bustio Martínez Lázaro" userId="40a2716d-298b-429a-a0ab-e42e295773ea" providerId="ADAL" clId="{720B097F-2504-4CAE-9C48-8274C2C8D809}" dt="2023-01-19T20:45:07.957" v="193"/>
          <ac:spMkLst>
            <pc:docMk/>
            <pc:sldMk cId="0" sldId="393"/>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0" sldId="393"/>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3"/>
            <ac:cxnSpMk id="77"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6:45.949" v="196"/>
        <pc:sldMkLst>
          <pc:docMk/>
          <pc:sldMk cId="0" sldId="394"/>
        </pc:sldMkLst>
        <pc:spChg chg="add del">
          <ac:chgData name="Bustio Martínez Lázaro" userId="40a2716d-298b-429a-a0ab-e42e295773ea" providerId="ADAL" clId="{720B097F-2504-4CAE-9C48-8274C2C8D809}" dt="2023-01-19T20:45:07.957" v="193"/>
          <ac:spMkLst>
            <pc:docMk/>
            <pc:sldMk cId="0" sldId="394"/>
            <ac:spMk id="73" creationId="{3AFE8227-C443-417B-BA91-520EB1EF4559}"/>
          </ac:spMkLst>
        </pc:spChg>
        <pc:spChg chg="add del">
          <ac:chgData name="Bustio Martínez Lázaro" userId="40a2716d-298b-429a-a0ab-e42e295773ea" providerId="ADAL" clId="{720B097F-2504-4CAE-9C48-8274C2C8D809}" dt="2023-01-19T20:45:07.957" v="193"/>
          <ac:spMkLst>
            <pc:docMk/>
            <pc:sldMk cId="0" sldId="394"/>
            <ac:spMk id="75" creationId="{907741FC-B544-4A6E-B831-6789D042333D}"/>
          </ac:spMkLst>
        </pc:spChg>
        <pc:spChg chg="add del">
          <ac:chgData name="Bustio Martínez Lázaro" userId="40a2716d-298b-429a-a0ab-e42e295773ea" providerId="ADAL" clId="{720B097F-2504-4CAE-9C48-8274C2C8D809}" dt="2023-01-19T20:45:07.957" v="193"/>
          <ac:spMkLst>
            <pc:docMk/>
            <pc:sldMk cId="0" sldId="394"/>
            <ac:spMk id="77" creationId="{3F0BE7ED-7814-4273-B18A-F26CC0380380}"/>
          </ac:spMkLst>
        </pc:spChg>
      </pc:sldChg>
      <pc:sldChg chg="addSp delSp add del setBg delDesignElem">
        <pc:chgData name="Bustio Martínez Lázaro" userId="40a2716d-298b-429a-a0ab-e42e295773ea" providerId="ADAL" clId="{720B097F-2504-4CAE-9C48-8274C2C8D809}" dt="2023-01-19T20:56:45.949" v="196"/>
        <pc:sldMkLst>
          <pc:docMk/>
          <pc:sldMk cId="0" sldId="395"/>
        </pc:sldMkLst>
        <pc:spChg chg="add del">
          <ac:chgData name="Bustio Martínez Lázaro" userId="40a2716d-298b-429a-a0ab-e42e295773ea" providerId="ADAL" clId="{720B097F-2504-4CAE-9C48-8274C2C8D809}" dt="2023-01-19T20:45:07.957" v="193"/>
          <ac:spMkLst>
            <pc:docMk/>
            <pc:sldMk cId="0" sldId="395"/>
            <ac:spMk id="37896" creationId="{2596F992-698C-48C0-9D89-70DA4CE927EF}"/>
          </ac:spMkLst>
        </pc:spChg>
        <pc:spChg chg="add del">
          <ac:chgData name="Bustio Martínez Lázaro" userId="40a2716d-298b-429a-a0ab-e42e295773ea" providerId="ADAL" clId="{720B097F-2504-4CAE-9C48-8274C2C8D809}" dt="2023-01-19T20:45:07.957" v="193"/>
          <ac:spMkLst>
            <pc:docMk/>
            <pc:sldMk cId="0" sldId="395"/>
            <ac:spMk id="37897" creationId="{A344AAA5-41F4-4862-97EF-688D31DC7567}"/>
          </ac:spMkLst>
        </pc:spChg>
        <pc:spChg chg="add del">
          <ac:chgData name="Bustio Martínez Lázaro" userId="40a2716d-298b-429a-a0ab-e42e295773ea" providerId="ADAL" clId="{720B097F-2504-4CAE-9C48-8274C2C8D809}" dt="2023-01-19T20:45:07.957" v="193"/>
          <ac:spMkLst>
            <pc:docMk/>
            <pc:sldMk cId="0" sldId="395"/>
            <ac:spMk id="37898" creationId="{69E1A62C-2AAF-4B3E-8CDB-65E237080997}"/>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6"/>
        </pc:sldMkLst>
        <pc:spChg chg="add del">
          <ac:chgData name="Bustio Martínez Lázaro" userId="40a2716d-298b-429a-a0ab-e42e295773ea" providerId="ADAL" clId="{720B097F-2504-4CAE-9C48-8274C2C8D809}" dt="2023-01-19T20:45:07.957" v="193"/>
          <ac:spMkLst>
            <pc:docMk/>
            <pc:sldMk cId="0" sldId="396"/>
            <ac:spMk id="75" creationId="{979E27D9-03C7-44E2-9FF8-15D0C8506AF7}"/>
          </ac:spMkLst>
        </pc:spChg>
        <pc:spChg chg="add del">
          <ac:chgData name="Bustio Martínez Lázaro" userId="40a2716d-298b-429a-a0ab-e42e295773ea" providerId="ADAL" clId="{720B097F-2504-4CAE-9C48-8274C2C8D809}" dt="2023-01-19T20:45:07.957" v="193"/>
          <ac:spMkLst>
            <pc:docMk/>
            <pc:sldMk cId="0" sldId="396"/>
            <ac:spMk id="77" creationId="{EEBF1590-3B36-48EE-A89D-3B6F3CB256AB}"/>
          </ac:spMkLst>
        </pc:spChg>
        <pc:spChg chg="add del">
          <ac:chgData name="Bustio Martínez Lázaro" userId="40a2716d-298b-429a-a0ab-e42e295773ea" providerId="ADAL" clId="{720B097F-2504-4CAE-9C48-8274C2C8D809}" dt="2023-01-19T20:45:07.957" v="193"/>
          <ac:spMkLst>
            <pc:docMk/>
            <pc:sldMk cId="0" sldId="396"/>
            <ac:spMk id="79" creationId="{AC8F6C8C-AB5A-4548-942D-E3FD40ACBC49}"/>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7"/>
        </pc:sldMkLst>
        <pc:spChg chg="add del">
          <ac:chgData name="Bustio Martínez Lázaro" userId="40a2716d-298b-429a-a0ab-e42e295773ea" providerId="ADAL" clId="{720B097F-2504-4CAE-9C48-8274C2C8D809}" dt="2023-01-19T20:45:07.957" v="193"/>
          <ac:spMkLst>
            <pc:docMk/>
            <pc:sldMk cId="0" sldId="397"/>
            <ac:spMk id="73" creationId="{1B15ED52-F352-441B-82BF-E0EA34836D08}"/>
          </ac:spMkLst>
        </pc:spChg>
        <pc:spChg chg="add del">
          <ac:chgData name="Bustio Martínez Lázaro" userId="40a2716d-298b-429a-a0ab-e42e295773ea" providerId="ADAL" clId="{720B097F-2504-4CAE-9C48-8274C2C8D809}" dt="2023-01-19T20:45:07.957" v="193"/>
          <ac:spMkLst>
            <pc:docMk/>
            <pc:sldMk cId="0" sldId="397"/>
            <ac:spMk id="75" creationId="{3B2E3793-BFE6-45A2-9B7B-E18844431C99}"/>
          </ac:spMkLst>
        </pc:spChg>
        <pc:spChg chg="add del">
          <ac:chgData name="Bustio Martínez Lázaro" userId="40a2716d-298b-429a-a0ab-e42e295773ea" providerId="ADAL" clId="{720B097F-2504-4CAE-9C48-8274C2C8D809}" dt="2023-01-19T20:45:07.957" v="193"/>
          <ac:spMkLst>
            <pc:docMk/>
            <pc:sldMk cId="0" sldId="397"/>
            <ac:spMk id="77" creationId="{BC4C4868-CB8F-4AF9-9CDB-8108F2C19B67}"/>
          </ac:spMkLst>
        </pc:spChg>
        <pc:spChg chg="add del">
          <ac:chgData name="Bustio Martínez Lázaro" userId="40a2716d-298b-429a-a0ab-e42e295773ea" providerId="ADAL" clId="{720B097F-2504-4CAE-9C48-8274C2C8D809}" dt="2023-01-19T20:45:07.957" v="193"/>
          <ac:spMkLst>
            <pc:docMk/>
            <pc:sldMk cId="0" sldId="397"/>
            <ac:spMk id="79" creationId="{375E0459-6403-40CD-989D-56A4407CA12E}"/>
          </ac:spMkLst>
        </pc:spChg>
        <pc:spChg chg="add del">
          <ac:chgData name="Bustio Martínez Lázaro" userId="40a2716d-298b-429a-a0ab-e42e295773ea" providerId="ADAL" clId="{720B097F-2504-4CAE-9C48-8274C2C8D809}" dt="2023-01-19T20:45:07.957" v="193"/>
          <ac:spMkLst>
            <pc:docMk/>
            <pc:sldMk cId="0" sldId="397"/>
            <ac:spMk id="81" creationId="{53E5B1A8-3AC9-4BD1-9BBC-78CA94F2D1BA}"/>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8"/>
        </pc:sldMkLst>
        <pc:spChg chg="add del">
          <ac:chgData name="Bustio Martínez Lázaro" userId="40a2716d-298b-429a-a0ab-e42e295773ea" providerId="ADAL" clId="{720B097F-2504-4CAE-9C48-8274C2C8D809}" dt="2023-01-19T20:45:07.957" v="193"/>
          <ac:spMkLst>
            <pc:docMk/>
            <pc:sldMk cId="0" sldId="398"/>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398"/>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398"/>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398"/>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398"/>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9"/>
        </pc:sldMkLst>
        <pc:spChg chg="add del">
          <ac:chgData name="Bustio Martínez Lázaro" userId="40a2716d-298b-429a-a0ab-e42e295773ea" providerId="ADAL" clId="{720B097F-2504-4CAE-9C48-8274C2C8D809}" dt="2023-01-19T20:45:07.957" v="193"/>
          <ac:spMkLst>
            <pc:docMk/>
            <pc:sldMk cId="0" sldId="399"/>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399"/>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399"/>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399"/>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399"/>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400"/>
        </pc:sldMkLst>
        <pc:spChg chg="add del">
          <ac:chgData name="Bustio Martínez Lázaro" userId="40a2716d-298b-429a-a0ab-e42e295773ea" providerId="ADAL" clId="{720B097F-2504-4CAE-9C48-8274C2C8D809}" dt="2023-01-19T20:45:07.957" v="193"/>
          <ac:spMkLst>
            <pc:docMk/>
            <pc:sldMk cId="0" sldId="400"/>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400"/>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400"/>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400"/>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400"/>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401"/>
        </pc:sldMkLst>
        <pc:spChg chg="add del">
          <ac:chgData name="Bustio Martínez Lázaro" userId="40a2716d-298b-429a-a0ab-e42e295773ea" providerId="ADAL" clId="{720B097F-2504-4CAE-9C48-8274C2C8D809}" dt="2023-01-19T20:45:07.957" v="193"/>
          <ac:spMkLst>
            <pc:docMk/>
            <pc:sldMk cId="0" sldId="401"/>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401"/>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401"/>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401"/>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401"/>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8:36.287" v="207" actId="47"/>
        <pc:sldMkLst>
          <pc:docMk/>
          <pc:sldMk cId="0" sldId="402"/>
        </pc:sldMkLst>
        <pc:spChg chg="add del">
          <ac:chgData name="Bustio Martínez Lázaro" userId="40a2716d-298b-429a-a0ab-e42e295773ea" providerId="ADAL" clId="{720B097F-2504-4CAE-9C48-8274C2C8D809}" dt="2023-01-19T20:45:07.957" v="193"/>
          <ac:spMkLst>
            <pc:docMk/>
            <pc:sldMk cId="0" sldId="402"/>
            <ac:spMk id="75" creationId="{1B15ED52-F352-441B-82BF-E0EA34836D08}"/>
          </ac:spMkLst>
        </pc:spChg>
        <pc:spChg chg="add del">
          <ac:chgData name="Bustio Martínez Lázaro" userId="40a2716d-298b-429a-a0ab-e42e295773ea" providerId="ADAL" clId="{720B097F-2504-4CAE-9C48-8274C2C8D809}" dt="2023-01-19T20:45:07.957" v="193"/>
          <ac:spMkLst>
            <pc:docMk/>
            <pc:sldMk cId="0" sldId="402"/>
            <ac:spMk id="77" creationId="{3B2E3793-BFE6-45A2-9B7B-E18844431C99}"/>
          </ac:spMkLst>
        </pc:spChg>
        <pc:spChg chg="add del">
          <ac:chgData name="Bustio Martínez Lázaro" userId="40a2716d-298b-429a-a0ab-e42e295773ea" providerId="ADAL" clId="{720B097F-2504-4CAE-9C48-8274C2C8D809}" dt="2023-01-19T20:45:07.957" v="193"/>
          <ac:spMkLst>
            <pc:docMk/>
            <pc:sldMk cId="0" sldId="402"/>
            <ac:spMk id="79" creationId="{BC4C4868-CB8F-4AF9-9CDB-8108F2C19B67}"/>
          </ac:spMkLst>
        </pc:spChg>
        <pc:spChg chg="add del">
          <ac:chgData name="Bustio Martínez Lázaro" userId="40a2716d-298b-429a-a0ab-e42e295773ea" providerId="ADAL" clId="{720B097F-2504-4CAE-9C48-8274C2C8D809}" dt="2023-01-19T20:45:07.957" v="193"/>
          <ac:spMkLst>
            <pc:docMk/>
            <pc:sldMk cId="0" sldId="402"/>
            <ac:spMk id="81" creationId="{375E0459-6403-40CD-989D-56A4407CA12E}"/>
          </ac:spMkLst>
        </pc:spChg>
        <pc:spChg chg="add del">
          <ac:chgData name="Bustio Martínez Lázaro" userId="40a2716d-298b-429a-a0ab-e42e295773ea" providerId="ADAL" clId="{720B097F-2504-4CAE-9C48-8274C2C8D809}" dt="2023-01-19T20:45:07.957" v="193"/>
          <ac:spMkLst>
            <pc:docMk/>
            <pc:sldMk cId="0" sldId="402"/>
            <ac:spMk id="83"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0" sldId="403"/>
        </pc:sldMkLst>
        <pc:spChg chg="add del">
          <ac:chgData name="Bustio Martínez Lázaro" userId="40a2716d-298b-429a-a0ab-e42e295773ea" providerId="ADAL" clId="{720B097F-2504-4CAE-9C48-8274C2C8D809}" dt="2023-01-19T20:45:07.957" v="193"/>
          <ac:spMkLst>
            <pc:docMk/>
            <pc:sldMk cId="0" sldId="403"/>
            <ac:spMk id="73" creationId="{1B15ED52-F352-441B-82BF-E0EA34836D08}"/>
          </ac:spMkLst>
        </pc:spChg>
        <pc:spChg chg="add del">
          <ac:chgData name="Bustio Martínez Lázaro" userId="40a2716d-298b-429a-a0ab-e42e295773ea" providerId="ADAL" clId="{720B097F-2504-4CAE-9C48-8274C2C8D809}" dt="2023-01-19T20:45:07.957" v="193"/>
          <ac:spMkLst>
            <pc:docMk/>
            <pc:sldMk cId="0" sldId="403"/>
            <ac:spMk id="75" creationId="{3B2E3793-BFE6-45A2-9B7B-E18844431C99}"/>
          </ac:spMkLst>
        </pc:spChg>
        <pc:spChg chg="add del">
          <ac:chgData name="Bustio Martínez Lázaro" userId="40a2716d-298b-429a-a0ab-e42e295773ea" providerId="ADAL" clId="{720B097F-2504-4CAE-9C48-8274C2C8D809}" dt="2023-01-19T20:45:07.957" v="193"/>
          <ac:spMkLst>
            <pc:docMk/>
            <pc:sldMk cId="0" sldId="403"/>
            <ac:spMk id="77" creationId="{BC4C4868-CB8F-4AF9-9CDB-8108F2C19B67}"/>
          </ac:spMkLst>
        </pc:spChg>
        <pc:spChg chg="add del">
          <ac:chgData name="Bustio Martínez Lázaro" userId="40a2716d-298b-429a-a0ab-e42e295773ea" providerId="ADAL" clId="{720B097F-2504-4CAE-9C48-8274C2C8D809}" dt="2023-01-19T20:45:07.957" v="193"/>
          <ac:spMkLst>
            <pc:docMk/>
            <pc:sldMk cId="0" sldId="403"/>
            <ac:spMk id="79" creationId="{375E0459-6403-40CD-989D-56A4407CA12E}"/>
          </ac:spMkLst>
        </pc:spChg>
        <pc:spChg chg="add del">
          <ac:chgData name="Bustio Martínez Lázaro" userId="40a2716d-298b-429a-a0ab-e42e295773ea" providerId="ADAL" clId="{720B097F-2504-4CAE-9C48-8274C2C8D809}" dt="2023-01-19T20:45:07.957" v="193"/>
          <ac:spMkLst>
            <pc:docMk/>
            <pc:sldMk cId="0" sldId="403"/>
            <ac:spMk id="81"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1760228985" sldId="404"/>
        </pc:sldMkLst>
        <pc:spChg chg="add del">
          <ac:chgData name="Bustio Martínez Lázaro" userId="40a2716d-298b-429a-a0ab-e42e295773ea" providerId="ADAL" clId="{720B097F-2504-4CAE-9C48-8274C2C8D809}" dt="2023-01-19T20:45:07.957" v="193"/>
          <ac:spMkLst>
            <pc:docMk/>
            <pc:sldMk cId="1760228985" sldId="404"/>
            <ac:spMk id="71" creationId="{12609869-9E80-471B-A487-A53288E0E791}"/>
          </ac:spMkLst>
        </pc:spChg>
        <pc:spChg chg="add del">
          <ac:chgData name="Bustio Martínez Lázaro" userId="40a2716d-298b-429a-a0ab-e42e295773ea" providerId="ADAL" clId="{720B097F-2504-4CAE-9C48-8274C2C8D809}" dt="2023-01-19T20:45:07.957" v="193"/>
          <ac:spMkLst>
            <pc:docMk/>
            <pc:sldMk cId="1760228985" sldId="404"/>
            <ac:spMk id="73" creationId="{7004738A-9D34-43E8-97D2-CA0EED4F8BE0}"/>
          </ac:spMkLst>
        </pc:spChg>
        <pc:spChg chg="add del">
          <ac:chgData name="Bustio Martínez Lázaro" userId="40a2716d-298b-429a-a0ab-e42e295773ea" providerId="ADAL" clId="{720B097F-2504-4CAE-9C48-8274C2C8D809}" dt="2023-01-19T20:45:07.957" v="193"/>
          <ac:spMkLst>
            <pc:docMk/>
            <pc:sldMk cId="1760228985" sldId="404"/>
            <ac:spMk id="75" creationId="{B8B8D07F-F13E-443E-BA68-2D26672D76B9}"/>
          </ac:spMkLst>
        </pc:spChg>
        <pc:spChg chg="add del">
          <ac:chgData name="Bustio Martínez Lázaro" userId="40a2716d-298b-429a-a0ab-e42e295773ea" providerId="ADAL" clId="{720B097F-2504-4CAE-9C48-8274C2C8D809}" dt="2023-01-19T20:45:07.957" v="193"/>
          <ac:spMkLst>
            <pc:docMk/>
            <pc:sldMk cId="1760228985" sldId="404"/>
            <ac:spMk id="77" creationId="{2813A4FA-24A5-41ED-A534-3807D1B2F344}"/>
          </ac:spMkLst>
        </pc:spChg>
        <pc:spChg chg="add del">
          <ac:chgData name="Bustio Martínez Lázaro" userId="40a2716d-298b-429a-a0ab-e42e295773ea" providerId="ADAL" clId="{720B097F-2504-4CAE-9C48-8274C2C8D809}" dt="2023-01-19T20:45:07.957" v="193"/>
          <ac:spMkLst>
            <pc:docMk/>
            <pc:sldMk cId="1760228985" sldId="404"/>
            <ac:spMk id="79" creationId="{C3944F27-CA70-4E84-A51A-E6BF89558979}"/>
          </ac:spMkLst>
        </pc:spChg>
      </pc:sldChg>
      <pc:sldChg chg="addSp delSp add del setBg delDesignElem">
        <pc:chgData name="Bustio Martínez Lázaro" userId="40a2716d-298b-429a-a0ab-e42e295773ea" providerId="ADAL" clId="{720B097F-2504-4CAE-9C48-8274C2C8D809}" dt="2023-01-19T20:56:45.949" v="196"/>
        <pc:sldMkLst>
          <pc:docMk/>
          <pc:sldMk cId="1625371504" sldId="405"/>
        </pc:sldMkLst>
        <pc:spChg chg="add del">
          <ac:chgData name="Bustio Martínez Lázaro" userId="40a2716d-298b-429a-a0ab-e42e295773ea" providerId="ADAL" clId="{720B097F-2504-4CAE-9C48-8274C2C8D809}" dt="2023-01-19T20:45:07.957" v="193"/>
          <ac:spMkLst>
            <pc:docMk/>
            <pc:sldMk cId="1625371504" sldId="405"/>
            <ac:spMk id="129" creationId="{E8A8EAB8-D2FF-444D-B34B-7D32F106AD0E}"/>
          </ac:spMkLst>
        </pc:spChg>
        <pc:cxnChg chg="add del">
          <ac:chgData name="Bustio Martínez Lázaro" userId="40a2716d-298b-429a-a0ab-e42e295773ea" providerId="ADAL" clId="{720B097F-2504-4CAE-9C48-8274C2C8D809}" dt="2023-01-19T20:45:07.957" v="193"/>
          <ac:cxnSpMkLst>
            <pc:docMk/>
            <pc:sldMk cId="1625371504" sldId="405"/>
            <ac:cxnSpMk id="131" creationId="{067633D1-6EE6-4118-B9F0-B363477BEE7A}"/>
          </ac:cxnSpMkLst>
        </pc:cxnChg>
        <pc:cxnChg chg="add del">
          <ac:chgData name="Bustio Martínez Lázaro" userId="40a2716d-298b-429a-a0ab-e42e295773ea" providerId="ADAL" clId="{720B097F-2504-4CAE-9C48-8274C2C8D809}" dt="2023-01-19T20:45:07.957" v="193"/>
          <ac:cxnSpMkLst>
            <pc:docMk/>
            <pc:sldMk cId="1625371504" sldId="405"/>
            <ac:cxnSpMk id="133" creationId="{4AD7FFC6-42A9-49CB-B5E9-B3F6B038331B}"/>
          </ac:cxnSpMkLst>
        </pc:cxnChg>
      </pc:sldChg>
      <pc:sldChg chg="addSp delSp add del setBg delDesignElem">
        <pc:chgData name="Bustio Martínez Lázaro" userId="40a2716d-298b-429a-a0ab-e42e295773ea" providerId="ADAL" clId="{720B097F-2504-4CAE-9C48-8274C2C8D809}" dt="2023-01-19T21:20:06.463" v="478" actId="47"/>
        <pc:sldMkLst>
          <pc:docMk/>
          <pc:sldMk cId="1865720357" sldId="406"/>
        </pc:sldMkLst>
        <pc:spChg chg="add del">
          <ac:chgData name="Bustio Martínez Lázaro" userId="40a2716d-298b-429a-a0ab-e42e295773ea" providerId="ADAL" clId="{720B097F-2504-4CAE-9C48-8274C2C8D809}" dt="2023-01-19T20:45:07.957" v="193"/>
          <ac:spMkLst>
            <pc:docMk/>
            <pc:sldMk cId="1865720357" sldId="406"/>
            <ac:spMk id="86" creationId="{E8A8EAB8-D2FF-444D-B34B-7D32F106AD0E}"/>
          </ac:spMkLst>
        </pc:spChg>
        <pc:cxnChg chg="add del">
          <ac:chgData name="Bustio Martínez Lázaro" userId="40a2716d-298b-429a-a0ab-e42e295773ea" providerId="ADAL" clId="{720B097F-2504-4CAE-9C48-8274C2C8D809}" dt="2023-01-19T20:45:07.957" v="193"/>
          <ac:cxnSpMkLst>
            <pc:docMk/>
            <pc:sldMk cId="1865720357" sldId="406"/>
            <ac:cxnSpMk id="88" creationId="{EEA38897-7BA3-4408-8083-3235339C4A60}"/>
          </ac:cxnSpMkLst>
        </pc:cxnChg>
        <pc:cxnChg chg="add del">
          <ac:chgData name="Bustio Martínez Lázaro" userId="40a2716d-298b-429a-a0ab-e42e295773ea" providerId="ADAL" clId="{720B097F-2504-4CAE-9C48-8274C2C8D809}" dt="2023-01-19T20:45:07.957" v="193"/>
          <ac:cxnSpMkLst>
            <pc:docMk/>
            <pc:sldMk cId="1865720357" sldId="406"/>
            <ac:cxnSpMk id="90"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1023957604" sldId="407"/>
        </pc:sldMkLst>
        <pc:spChg chg="add del">
          <ac:chgData name="Bustio Martínez Lázaro" userId="40a2716d-298b-429a-a0ab-e42e295773ea" providerId="ADAL" clId="{720B097F-2504-4CAE-9C48-8274C2C8D809}" dt="2023-01-19T20:45:07.957" v="193"/>
          <ac:spMkLst>
            <pc:docMk/>
            <pc:sldMk cId="1023957604" sldId="407"/>
            <ac:spMk id="98" creationId="{BACC6370-2D7E-4714-9D71-7542949D7D5D}"/>
          </ac:spMkLst>
        </pc:spChg>
        <pc:spChg chg="add del">
          <ac:chgData name="Bustio Martínez Lázaro" userId="40a2716d-298b-429a-a0ab-e42e295773ea" providerId="ADAL" clId="{720B097F-2504-4CAE-9C48-8274C2C8D809}" dt="2023-01-19T20:45:07.957" v="193"/>
          <ac:spMkLst>
            <pc:docMk/>
            <pc:sldMk cId="1023957604" sldId="407"/>
            <ac:spMk id="100" creationId="{F68B3F68-107C-434F-AA38-110D5EA91B85}"/>
          </ac:spMkLst>
        </pc:spChg>
        <pc:spChg chg="add del">
          <ac:chgData name="Bustio Martínez Lázaro" userId="40a2716d-298b-429a-a0ab-e42e295773ea" providerId="ADAL" clId="{720B097F-2504-4CAE-9C48-8274C2C8D809}" dt="2023-01-19T20:45:07.957" v="193"/>
          <ac:spMkLst>
            <pc:docMk/>
            <pc:sldMk cId="1023957604" sldId="407"/>
            <ac:spMk id="102" creationId="{AAD0DBB9-1A4B-4391-81D4-CB19F9AB918A}"/>
          </ac:spMkLst>
        </pc:spChg>
        <pc:spChg chg="add del">
          <ac:chgData name="Bustio Martínez Lázaro" userId="40a2716d-298b-429a-a0ab-e42e295773ea" providerId="ADAL" clId="{720B097F-2504-4CAE-9C48-8274C2C8D809}" dt="2023-01-19T20:45:07.957" v="193"/>
          <ac:spMkLst>
            <pc:docMk/>
            <pc:sldMk cId="1023957604" sldId="407"/>
            <ac:spMk id="104" creationId="{063BBA22-50EA-4C4D-BE05-F1CE4E63AA56}"/>
          </ac:spMkLst>
        </pc:spChg>
      </pc:sldChg>
      <pc:sldChg chg="addSp delSp add del setBg delDesignElem">
        <pc:chgData name="Bustio Martínez Lázaro" userId="40a2716d-298b-429a-a0ab-e42e295773ea" providerId="ADAL" clId="{720B097F-2504-4CAE-9C48-8274C2C8D809}" dt="2023-01-19T20:56:45.949" v="196"/>
        <pc:sldMkLst>
          <pc:docMk/>
          <pc:sldMk cId="610903787" sldId="408"/>
        </pc:sldMkLst>
        <pc:spChg chg="add del">
          <ac:chgData name="Bustio Martínez Lázaro" userId="40a2716d-298b-429a-a0ab-e42e295773ea" providerId="ADAL" clId="{720B097F-2504-4CAE-9C48-8274C2C8D809}" dt="2023-01-19T20:45:07.957" v="193"/>
          <ac:spMkLst>
            <pc:docMk/>
            <pc:sldMk cId="610903787" sldId="408"/>
            <ac:spMk id="102" creationId="{A7AE9375-4664-4DB2-922D-2782A6E439AC}"/>
          </ac:spMkLst>
        </pc:spChg>
        <pc:spChg chg="add del">
          <ac:chgData name="Bustio Martínez Lázaro" userId="40a2716d-298b-429a-a0ab-e42e295773ea" providerId="ADAL" clId="{720B097F-2504-4CAE-9C48-8274C2C8D809}" dt="2023-01-19T20:45:07.957" v="193"/>
          <ac:spMkLst>
            <pc:docMk/>
            <pc:sldMk cId="610903787" sldId="408"/>
            <ac:spMk id="106" creationId="{9DD005C1-8C51-42D6-9BEE-B9B83849743D}"/>
          </ac:spMkLst>
        </pc:spChg>
        <pc:cxnChg chg="add del">
          <ac:chgData name="Bustio Martínez Lázaro" userId="40a2716d-298b-429a-a0ab-e42e295773ea" providerId="ADAL" clId="{720B097F-2504-4CAE-9C48-8274C2C8D809}" dt="2023-01-19T20:45:07.957" v="193"/>
          <ac:cxnSpMkLst>
            <pc:docMk/>
            <pc:sldMk cId="610903787" sldId="408"/>
            <ac:cxnSpMk id="104" creationId="{EE504C98-6397-41C1-A8D8-2D9C4ED307E0}"/>
          </ac:cxnSpMkLst>
        </pc:cxnChg>
      </pc:sldChg>
      <pc:sldChg chg="addSp delSp modSp add del mod setBg delDesignElem">
        <pc:chgData name="Bustio Martínez Lázaro" userId="40a2716d-298b-429a-a0ab-e42e295773ea" providerId="ADAL" clId="{720B097F-2504-4CAE-9C48-8274C2C8D809}" dt="2023-01-19T21:20:28.636" v="484" actId="6549"/>
        <pc:sldMkLst>
          <pc:docMk/>
          <pc:sldMk cId="3534897994" sldId="409"/>
        </pc:sldMkLst>
        <pc:spChg chg="mod">
          <ac:chgData name="Bustio Martínez Lázaro" userId="40a2716d-298b-429a-a0ab-e42e295773ea" providerId="ADAL" clId="{720B097F-2504-4CAE-9C48-8274C2C8D809}" dt="2023-01-19T21:20:28.636" v="484" actId="6549"/>
          <ac:spMkLst>
            <pc:docMk/>
            <pc:sldMk cId="3534897994" sldId="409"/>
            <ac:spMk id="3" creationId="{E0F6E794-84C1-40CF-827A-4C6F22CDC2B0}"/>
          </ac:spMkLst>
        </pc:spChg>
        <pc:spChg chg="add del">
          <ac:chgData name="Bustio Martínez Lázaro" userId="40a2716d-298b-429a-a0ab-e42e295773ea" providerId="ADAL" clId="{720B097F-2504-4CAE-9C48-8274C2C8D809}" dt="2023-01-19T20:45:07.957" v="193"/>
          <ac:spMkLst>
            <pc:docMk/>
            <pc:sldMk cId="3534897994" sldId="409"/>
            <ac:spMk id="8" creationId="{A7AE9375-4664-4DB2-922D-2782A6E439AC}"/>
          </ac:spMkLst>
        </pc:spChg>
        <pc:spChg chg="add del">
          <ac:chgData name="Bustio Martínez Lázaro" userId="40a2716d-298b-429a-a0ab-e42e295773ea" providerId="ADAL" clId="{720B097F-2504-4CAE-9C48-8274C2C8D809}" dt="2023-01-19T20:45:07.957" v="193"/>
          <ac:spMkLst>
            <pc:docMk/>
            <pc:sldMk cId="3534897994" sldId="409"/>
            <ac:spMk id="12" creationId="{9DD005C1-8C51-42D6-9BEE-B9B83849743D}"/>
          </ac:spMkLst>
        </pc:spChg>
        <pc:cxnChg chg="add del">
          <ac:chgData name="Bustio Martínez Lázaro" userId="40a2716d-298b-429a-a0ab-e42e295773ea" providerId="ADAL" clId="{720B097F-2504-4CAE-9C48-8274C2C8D809}" dt="2023-01-19T20:45:07.957" v="193"/>
          <ac:cxnSpMkLst>
            <pc:docMk/>
            <pc:sldMk cId="3534897994" sldId="409"/>
            <ac:cxnSpMk id="10" creationId="{EE504C98-6397-41C1-A8D8-2D9C4ED307E0}"/>
          </ac:cxnSpMkLst>
        </pc:cxnChg>
      </pc:sldChg>
      <pc:sldChg chg="addSp delSp add del setBg delDesignElem">
        <pc:chgData name="Bustio Martínez Lázaro" userId="40a2716d-298b-429a-a0ab-e42e295773ea" providerId="ADAL" clId="{720B097F-2504-4CAE-9C48-8274C2C8D809}" dt="2023-01-19T20:59:17.686" v="210" actId="2696"/>
        <pc:sldMkLst>
          <pc:docMk/>
          <pc:sldMk cId="1604622177" sldId="410"/>
        </pc:sldMkLst>
        <pc:spChg chg="add del">
          <ac:chgData name="Bustio Martínez Lázaro" userId="40a2716d-298b-429a-a0ab-e42e295773ea" providerId="ADAL" clId="{720B097F-2504-4CAE-9C48-8274C2C8D809}" dt="2023-01-19T20:45:07.957" v="193"/>
          <ac:spMkLst>
            <pc:docMk/>
            <pc:sldMk cId="1604622177" sldId="410"/>
            <ac:spMk id="71" creationId="{12609869-9E80-471B-A487-A53288E0E791}"/>
          </ac:spMkLst>
        </pc:spChg>
        <pc:spChg chg="add del">
          <ac:chgData name="Bustio Martínez Lázaro" userId="40a2716d-298b-429a-a0ab-e42e295773ea" providerId="ADAL" clId="{720B097F-2504-4CAE-9C48-8274C2C8D809}" dt="2023-01-19T20:45:07.957" v="193"/>
          <ac:spMkLst>
            <pc:docMk/>
            <pc:sldMk cId="1604622177" sldId="410"/>
            <ac:spMk id="73" creationId="{7004738A-9D34-43E8-97D2-CA0EED4F8BE0}"/>
          </ac:spMkLst>
        </pc:spChg>
        <pc:spChg chg="add del">
          <ac:chgData name="Bustio Martínez Lázaro" userId="40a2716d-298b-429a-a0ab-e42e295773ea" providerId="ADAL" clId="{720B097F-2504-4CAE-9C48-8274C2C8D809}" dt="2023-01-19T20:45:07.957" v="193"/>
          <ac:spMkLst>
            <pc:docMk/>
            <pc:sldMk cId="1604622177" sldId="410"/>
            <ac:spMk id="75" creationId="{B8B8D07F-F13E-443E-BA68-2D26672D76B9}"/>
          </ac:spMkLst>
        </pc:spChg>
        <pc:spChg chg="add del">
          <ac:chgData name="Bustio Martínez Lázaro" userId="40a2716d-298b-429a-a0ab-e42e295773ea" providerId="ADAL" clId="{720B097F-2504-4CAE-9C48-8274C2C8D809}" dt="2023-01-19T20:45:07.957" v="193"/>
          <ac:spMkLst>
            <pc:docMk/>
            <pc:sldMk cId="1604622177" sldId="410"/>
            <ac:spMk id="77" creationId="{2813A4FA-24A5-41ED-A534-3807D1B2F344}"/>
          </ac:spMkLst>
        </pc:spChg>
        <pc:spChg chg="add del">
          <ac:chgData name="Bustio Martínez Lázaro" userId="40a2716d-298b-429a-a0ab-e42e295773ea" providerId="ADAL" clId="{720B097F-2504-4CAE-9C48-8274C2C8D809}" dt="2023-01-19T20:45:07.957" v="193"/>
          <ac:spMkLst>
            <pc:docMk/>
            <pc:sldMk cId="1604622177" sldId="410"/>
            <ac:spMk id="79" creationId="{C3944F27-CA70-4E84-A51A-E6BF89558979}"/>
          </ac:spMkLst>
        </pc:spChg>
      </pc:sldChg>
      <pc:sldChg chg="addSp delSp add del setBg delDesignElem">
        <pc:chgData name="Bustio Martínez Lázaro" userId="40a2716d-298b-429a-a0ab-e42e295773ea" providerId="ADAL" clId="{720B097F-2504-4CAE-9C48-8274C2C8D809}" dt="2023-01-19T20:59:17.686" v="210" actId="2696"/>
        <pc:sldMkLst>
          <pc:docMk/>
          <pc:sldMk cId="247479157" sldId="411"/>
        </pc:sldMkLst>
        <pc:spChg chg="add del">
          <ac:chgData name="Bustio Martínez Lázaro" userId="40a2716d-298b-429a-a0ab-e42e295773ea" providerId="ADAL" clId="{720B097F-2504-4CAE-9C48-8274C2C8D809}" dt="2023-01-19T20:45:07.957" v="193"/>
          <ac:spMkLst>
            <pc:docMk/>
            <pc:sldMk cId="247479157" sldId="411"/>
            <ac:spMk id="71" creationId="{12609869-9E80-471B-A487-A53288E0E791}"/>
          </ac:spMkLst>
        </pc:spChg>
        <pc:spChg chg="add del">
          <ac:chgData name="Bustio Martínez Lázaro" userId="40a2716d-298b-429a-a0ab-e42e295773ea" providerId="ADAL" clId="{720B097F-2504-4CAE-9C48-8274C2C8D809}" dt="2023-01-19T20:45:07.957" v="193"/>
          <ac:spMkLst>
            <pc:docMk/>
            <pc:sldMk cId="247479157" sldId="411"/>
            <ac:spMk id="73" creationId="{7004738A-9D34-43E8-97D2-CA0EED4F8BE0}"/>
          </ac:spMkLst>
        </pc:spChg>
        <pc:spChg chg="add del">
          <ac:chgData name="Bustio Martínez Lázaro" userId="40a2716d-298b-429a-a0ab-e42e295773ea" providerId="ADAL" clId="{720B097F-2504-4CAE-9C48-8274C2C8D809}" dt="2023-01-19T20:45:07.957" v="193"/>
          <ac:spMkLst>
            <pc:docMk/>
            <pc:sldMk cId="247479157" sldId="411"/>
            <ac:spMk id="75" creationId="{B8B8D07F-F13E-443E-BA68-2D26672D76B9}"/>
          </ac:spMkLst>
        </pc:spChg>
        <pc:spChg chg="add del">
          <ac:chgData name="Bustio Martínez Lázaro" userId="40a2716d-298b-429a-a0ab-e42e295773ea" providerId="ADAL" clId="{720B097F-2504-4CAE-9C48-8274C2C8D809}" dt="2023-01-19T20:45:07.957" v="193"/>
          <ac:spMkLst>
            <pc:docMk/>
            <pc:sldMk cId="247479157" sldId="411"/>
            <ac:spMk id="77" creationId="{2813A4FA-24A5-41ED-A534-3807D1B2F344}"/>
          </ac:spMkLst>
        </pc:spChg>
        <pc:spChg chg="add del">
          <ac:chgData name="Bustio Martínez Lázaro" userId="40a2716d-298b-429a-a0ab-e42e295773ea" providerId="ADAL" clId="{720B097F-2504-4CAE-9C48-8274C2C8D809}" dt="2023-01-19T20:45:07.957" v="193"/>
          <ac:spMkLst>
            <pc:docMk/>
            <pc:sldMk cId="247479157" sldId="411"/>
            <ac:spMk id="79" creationId="{C3944F27-CA70-4E84-A51A-E6BF89558979}"/>
          </ac:spMkLst>
        </pc:spChg>
      </pc:sldChg>
      <pc:sldChg chg="addSp delSp add del setBg delDesignElem">
        <pc:chgData name="Bustio Martínez Lázaro" userId="40a2716d-298b-429a-a0ab-e42e295773ea" providerId="ADAL" clId="{720B097F-2504-4CAE-9C48-8274C2C8D809}" dt="2023-01-19T20:59:47.474" v="211" actId="47"/>
        <pc:sldMkLst>
          <pc:docMk/>
          <pc:sldMk cId="1016311780" sldId="412"/>
        </pc:sldMkLst>
        <pc:spChg chg="add del">
          <ac:chgData name="Bustio Martínez Lázaro" userId="40a2716d-298b-429a-a0ab-e42e295773ea" providerId="ADAL" clId="{720B097F-2504-4CAE-9C48-8274C2C8D809}" dt="2023-01-19T20:45:07.957" v="193"/>
          <ac:spMkLst>
            <pc:docMk/>
            <pc:sldMk cId="1016311780" sldId="412"/>
            <ac:spMk id="8" creationId="{09588DA8-065E-4F6F-8EFD-43104AB2E0CF}"/>
          </ac:spMkLst>
        </pc:spChg>
        <pc:spChg chg="add del">
          <ac:chgData name="Bustio Martínez Lázaro" userId="40a2716d-298b-429a-a0ab-e42e295773ea" providerId="ADAL" clId="{720B097F-2504-4CAE-9C48-8274C2C8D809}" dt="2023-01-19T20:45:07.957" v="193"/>
          <ac:spMkLst>
            <pc:docMk/>
            <pc:sldMk cId="1016311780" sldId="412"/>
            <ac:spMk id="10" creationId="{C4285719-470E-454C-AF62-8323075F1F5B}"/>
          </ac:spMkLst>
        </pc:spChg>
        <pc:spChg chg="add del">
          <ac:chgData name="Bustio Martínez Lázaro" userId="40a2716d-298b-429a-a0ab-e42e295773ea" providerId="ADAL" clId="{720B097F-2504-4CAE-9C48-8274C2C8D809}" dt="2023-01-19T20:45:07.957" v="193"/>
          <ac:spMkLst>
            <pc:docMk/>
            <pc:sldMk cId="1016311780" sldId="412"/>
            <ac:spMk id="12" creationId="{CD9FE4EF-C4D8-49A0-B2FF-81D8DB7D8A24}"/>
          </ac:spMkLst>
        </pc:spChg>
        <pc:spChg chg="add del">
          <ac:chgData name="Bustio Martínez Lázaro" userId="40a2716d-298b-429a-a0ab-e42e295773ea" providerId="ADAL" clId="{720B097F-2504-4CAE-9C48-8274C2C8D809}" dt="2023-01-19T20:45:07.957" v="193"/>
          <ac:spMkLst>
            <pc:docMk/>
            <pc:sldMk cId="1016311780" sldId="412"/>
            <ac:spMk id="14" creationId="{4300840D-0A0B-4512-BACA-B439D5B9C57C}"/>
          </ac:spMkLst>
        </pc:spChg>
        <pc:spChg chg="add del">
          <ac:chgData name="Bustio Martínez Lázaro" userId="40a2716d-298b-429a-a0ab-e42e295773ea" providerId="ADAL" clId="{720B097F-2504-4CAE-9C48-8274C2C8D809}" dt="2023-01-19T20:45:07.957" v="193"/>
          <ac:spMkLst>
            <pc:docMk/>
            <pc:sldMk cId="1016311780" sldId="412"/>
            <ac:spMk id="16" creationId="{D2B78728-A580-49A7-84F9-6EF6F583ADE0}"/>
          </ac:spMkLst>
        </pc:spChg>
        <pc:spChg chg="add del">
          <ac:chgData name="Bustio Martínez Lázaro" userId="40a2716d-298b-429a-a0ab-e42e295773ea" providerId="ADAL" clId="{720B097F-2504-4CAE-9C48-8274C2C8D809}" dt="2023-01-19T20:45:07.957" v="193"/>
          <ac:spMkLst>
            <pc:docMk/>
            <pc:sldMk cId="1016311780" sldId="412"/>
            <ac:spMk id="18" creationId="{38FAA1A1-D861-433F-88FA-1E9D6FD31D11}"/>
          </ac:spMkLst>
        </pc:spChg>
        <pc:spChg chg="add del">
          <ac:chgData name="Bustio Martínez Lázaro" userId="40a2716d-298b-429a-a0ab-e42e295773ea" providerId="ADAL" clId="{720B097F-2504-4CAE-9C48-8274C2C8D809}" dt="2023-01-19T20:45:07.957" v="193"/>
          <ac:spMkLst>
            <pc:docMk/>
            <pc:sldMk cId="1016311780" sldId="412"/>
            <ac:spMk id="20" creationId="{8D71EDA1-87BF-4D5D-AB79-F346FD19278A}"/>
          </ac:spMkLst>
        </pc:spChg>
      </pc:sldChg>
      <pc:sldChg chg="addSp delSp add del setBg delDesignElem">
        <pc:chgData name="Bustio Martínez Lázaro" userId="40a2716d-298b-429a-a0ab-e42e295773ea" providerId="ADAL" clId="{720B097F-2504-4CAE-9C48-8274C2C8D809}" dt="2023-01-19T20:56:45.949" v="196"/>
        <pc:sldMkLst>
          <pc:docMk/>
          <pc:sldMk cId="1566149268" sldId="413"/>
        </pc:sldMkLst>
        <pc:spChg chg="add del">
          <ac:chgData name="Bustio Martínez Lázaro" userId="40a2716d-298b-429a-a0ab-e42e295773ea" providerId="ADAL" clId="{720B097F-2504-4CAE-9C48-8274C2C8D809}" dt="2023-01-19T20:45:07.957" v="193"/>
          <ac:spMkLst>
            <pc:docMk/>
            <pc:sldMk cId="1566149268" sldId="413"/>
            <ac:spMk id="25" creationId="{A87EA4E9-DFD6-45D4-965D-8A79984EF440}"/>
          </ac:spMkLst>
        </pc:spChg>
      </pc:sldChg>
      <pc:sldChg chg="addSp delSp add del setBg delDesignElem">
        <pc:chgData name="Bustio Martínez Lázaro" userId="40a2716d-298b-429a-a0ab-e42e295773ea" providerId="ADAL" clId="{720B097F-2504-4CAE-9C48-8274C2C8D809}" dt="2023-01-19T20:56:45.949" v="196"/>
        <pc:sldMkLst>
          <pc:docMk/>
          <pc:sldMk cId="3149922309" sldId="414"/>
        </pc:sldMkLst>
        <pc:spChg chg="add del">
          <ac:chgData name="Bustio Martínez Lázaro" userId="40a2716d-298b-429a-a0ab-e42e295773ea" providerId="ADAL" clId="{720B097F-2504-4CAE-9C48-8274C2C8D809}" dt="2023-01-19T20:45:07.957" v="193"/>
          <ac:spMkLst>
            <pc:docMk/>
            <pc:sldMk cId="3149922309" sldId="414"/>
            <ac:spMk id="16" creationId="{A87EA4E9-DFD6-45D4-965D-8A79984EF440}"/>
          </ac:spMkLst>
        </pc:spChg>
      </pc:sldChg>
      <pc:sldChg chg="addSp delSp add del setBg delDesignElem">
        <pc:chgData name="Bustio Martínez Lázaro" userId="40a2716d-298b-429a-a0ab-e42e295773ea" providerId="ADAL" clId="{720B097F-2504-4CAE-9C48-8274C2C8D809}" dt="2023-01-19T20:56:45.949" v="196"/>
        <pc:sldMkLst>
          <pc:docMk/>
          <pc:sldMk cId="2723377173" sldId="415"/>
        </pc:sldMkLst>
        <pc:spChg chg="add del">
          <ac:chgData name="Bustio Martínez Lázaro" userId="40a2716d-298b-429a-a0ab-e42e295773ea" providerId="ADAL" clId="{720B097F-2504-4CAE-9C48-8274C2C8D809}" dt="2023-01-19T20:45:07.957" v="193"/>
          <ac:spMkLst>
            <pc:docMk/>
            <pc:sldMk cId="2723377173" sldId="415"/>
            <ac:spMk id="8" creationId="{1B15ED52-F352-441B-82BF-E0EA34836D08}"/>
          </ac:spMkLst>
        </pc:spChg>
        <pc:spChg chg="add del">
          <ac:chgData name="Bustio Martínez Lázaro" userId="40a2716d-298b-429a-a0ab-e42e295773ea" providerId="ADAL" clId="{720B097F-2504-4CAE-9C48-8274C2C8D809}" dt="2023-01-19T20:45:07.957" v="193"/>
          <ac:spMkLst>
            <pc:docMk/>
            <pc:sldMk cId="2723377173" sldId="415"/>
            <ac:spMk id="10" creationId="{3B2E3793-BFE6-45A2-9B7B-E18844431C99}"/>
          </ac:spMkLst>
        </pc:spChg>
        <pc:spChg chg="add del">
          <ac:chgData name="Bustio Martínez Lázaro" userId="40a2716d-298b-429a-a0ab-e42e295773ea" providerId="ADAL" clId="{720B097F-2504-4CAE-9C48-8274C2C8D809}" dt="2023-01-19T20:45:07.957" v="193"/>
          <ac:spMkLst>
            <pc:docMk/>
            <pc:sldMk cId="2723377173" sldId="415"/>
            <ac:spMk id="12" creationId="{BC4C4868-CB8F-4AF9-9CDB-8108F2C19B67}"/>
          </ac:spMkLst>
        </pc:spChg>
        <pc:spChg chg="add del">
          <ac:chgData name="Bustio Martínez Lázaro" userId="40a2716d-298b-429a-a0ab-e42e295773ea" providerId="ADAL" clId="{720B097F-2504-4CAE-9C48-8274C2C8D809}" dt="2023-01-19T20:45:07.957" v="193"/>
          <ac:spMkLst>
            <pc:docMk/>
            <pc:sldMk cId="2723377173" sldId="415"/>
            <ac:spMk id="14" creationId="{375E0459-6403-40CD-989D-56A4407CA12E}"/>
          </ac:spMkLst>
        </pc:spChg>
        <pc:spChg chg="add del">
          <ac:chgData name="Bustio Martínez Lázaro" userId="40a2716d-298b-429a-a0ab-e42e295773ea" providerId="ADAL" clId="{720B097F-2504-4CAE-9C48-8274C2C8D809}" dt="2023-01-19T20:45:07.957" v="193"/>
          <ac:spMkLst>
            <pc:docMk/>
            <pc:sldMk cId="2723377173" sldId="415"/>
            <ac:spMk id="16"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2524156187" sldId="416"/>
        </pc:sldMkLst>
        <pc:spChg chg="add del">
          <ac:chgData name="Bustio Martínez Lázaro" userId="40a2716d-298b-429a-a0ab-e42e295773ea" providerId="ADAL" clId="{720B097F-2504-4CAE-9C48-8274C2C8D809}" dt="2023-01-19T20:45:07.957" v="193"/>
          <ac:spMkLst>
            <pc:docMk/>
            <pc:sldMk cId="2524156187" sldId="416"/>
            <ac:spMk id="10" creationId="{1B15ED52-F352-441B-82BF-E0EA34836D08}"/>
          </ac:spMkLst>
        </pc:spChg>
        <pc:spChg chg="add del">
          <ac:chgData name="Bustio Martínez Lázaro" userId="40a2716d-298b-429a-a0ab-e42e295773ea" providerId="ADAL" clId="{720B097F-2504-4CAE-9C48-8274C2C8D809}" dt="2023-01-19T20:45:07.957" v="193"/>
          <ac:spMkLst>
            <pc:docMk/>
            <pc:sldMk cId="2524156187" sldId="416"/>
            <ac:spMk id="12" creationId="{61707E60-CEC9-4661-AA82-69242EB4BDC3}"/>
          </ac:spMkLst>
        </pc:spChg>
        <pc:spChg chg="add del">
          <ac:chgData name="Bustio Martínez Lázaro" userId="40a2716d-298b-429a-a0ab-e42e295773ea" providerId="ADAL" clId="{720B097F-2504-4CAE-9C48-8274C2C8D809}" dt="2023-01-19T20:45:07.957" v="193"/>
          <ac:spMkLst>
            <pc:docMk/>
            <pc:sldMk cId="2524156187" sldId="416"/>
            <ac:spMk id="14" creationId="{8F035CD8-AE30-4146-96F2-036B0CE5E4F3}"/>
          </ac:spMkLst>
        </pc:spChg>
      </pc:sldChg>
      <pc:sldChg chg="addSp delSp modSp add del mod setBg delDesignElem">
        <pc:chgData name="Bustio Martínez Lázaro" userId="40a2716d-298b-429a-a0ab-e42e295773ea" providerId="ADAL" clId="{720B097F-2504-4CAE-9C48-8274C2C8D809}" dt="2023-01-19T21:00:27.401" v="236" actId="404"/>
        <pc:sldMkLst>
          <pc:docMk/>
          <pc:sldMk cId="840293972" sldId="417"/>
        </pc:sldMkLst>
        <pc:spChg chg="mod">
          <ac:chgData name="Bustio Martínez Lázaro" userId="40a2716d-298b-429a-a0ab-e42e295773ea" providerId="ADAL" clId="{720B097F-2504-4CAE-9C48-8274C2C8D809}" dt="2023-01-19T21:00:27.401" v="236" actId="404"/>
          <ac:spMkLst>
            <pc:docMk/>
            <pc:sldMk cId="840293972" sldId="417"/>
            <ac:spMk id="2" creationId="{CC642BCC-4F9B-4956-9535-672A25159199}"/>
          </ac:spMkLst>
        </pc:spChg>
        <pc:spChg chg="add del">
          <ac:chgData name="Bustio Martínez Lázaro" userId="40a2716d-298b-429a-a0ab-e42e295773ea" providerId="ADAL" clId="{720B097F-2504-4CAE-9C48-8274C2C8D809}" dt="2023-01-19T20:45:07.957" v="193"/>
          <ac:spMkLst>
            <pc:docMk/>
            <pc:sldMk cId="840293972" sldId="417"/>
            <ac:spMk id="8" creationId="{E8A8EAB8-D2FF-444D-B34B-7D32F106AD0E}"/>
          </ac:spMkLst>
        </pc:spChg>
        <pc:cxnChg chg="add del">
          <ac:chgData name="Bustio Martínez Lázaro" userId="40a2716d-298b-429a-a0ab-e42e295773ea" providerId="ADAL" clId="{720B097F-2504-4CAE-9C48-8274C2C8D809}" dt="2023-01-19T20:45:07.957" v="193"/>
          <ac:cxnSpMkLst>
            <pc:docMk/>
            <pc:sldMk cId="840293972" sldId="417"/>
            <ac:cxnSpMk id="10" creationId="{067633D1-6EE6-4118-B9F0-B363477BEE7A}"/>
          </ac:cxnSpMkLst>
        </pc:cxnChg>
        <pc:cxnChg chg="add del">
          <ac:chgData name="Bustio Martínez Lázaro" userId="40a2716d-298b-429a-a0ab-e42e295773ea" providerId="ADAL" clId="{720B097F-2504-4CAE-9C48-8274C2C8D809}" dt="2023-01-19T20:45:07.957" v="193"/>
          <ac:cxnSpMkLst>
            <pc:docMk/>
            <pc:sldMk cId="840293972" sldId="417"/>
            <ac:cxnSpMk id="12" creationId="{4AD7FFC6-42A9-49CB-B5E9-B3F6B038331B}"/>
          </ac:cxnSpMkLst>
        </pc:cxnChg>
      </pc:sldChg>
      <pc:sldChg chg="addSp delSp modSp new mod setBg">
        <pc:chgData name="Bustio Martínez Lázaro" userId="40a2716d-298b-429a-a0ab-e42e295773ea" providerId="ADAL" clId="{720B097F-2504-4CAE-9C48-8274C2C8D809}" dt="2023-01-19T21:03:19.109" v="262" actId="26606"/>
        <pc:sldMkLst>
          <pc:docMk/>
          <pc:sldMk cId="2906788534" sldId="418"/>
        </pc:sldMkLst>
        <pc:spChg chg="mod">
          <ac:chgData name="Bustio Martínez Lázaro" userId="40a2716d-298b-429a-a0ab-e42e295773ea" providerId="ADAL" clId="{720B097F-2504-4CAE-9C48-8274C2C8D809}" dt="2023-01-19T21:03:19.109" v="262" actId="26606"/>
          <ac:spMkLst>
            <pc:docMk/>
            <pc:sldMk cId="2906788534" sldId="418"/>
            <ac:spMk id="2" creationId="{6F958BC9-35DC-96DA-C319-26B6E2E6F286}"/>
          </ac:spMkLst>
        </pc:spChg>
        <pc:spChg chg="mod ord">
          <ac:chgData name="Bustio Martínez Lázaro" userId="40a2716d-298b-429a-a0ab-e42e295773ea" providerId="ADAL" clId="{720B097F-2504-4CAE-9C48-8274C2C8D809}" dt="2023-01-19T21:03:19.109" v="262" actId="26606"/>
          <ac:spMkLst>
            <pc:docMk/>
            <pc:sldMk cId="2906788534" sldId="418"/>
            <ac:spMk id="3" creationId="{2B974E9E-EE38-AC75-94BB-098BA11BF65F}"/>
          </ac:spMkLst>
        </pc:spChg>
        <pc:spChg chg="add del mod">
          <ac:chgData name="Bustio Martínez Lázaro" userId="40a2716d-298b-429a-a0ab-e42e295773ea" providerId="ADAL" clId="{720B097F-2504-4CAE-9C48-8274C2C8D809}" dt="2023-01-19T21:02:23.499" v="260"/>
          <ac:spMkLst>
            <pc:docMk/>
            <pc:sldMk cId="2906788534" sldId="418"/>
            <ac:spMk id="4" creationId="{2B3CAAAA-0FF2-A372-A501-7F4657CAB303}"/>
          </ac:spMkLst>
        </pc:spChg>
        <pc:spChg chg="add del mod">
          <ac:chgData name="Bustio Martínez Lázaro" userId="40a2716d-298b-429a-a0ab-e42e295773ea" providerId="ADAL" clId="{720B097F-2504-4CAE-9C48-8274C2C8D809}" dt="2023-01-19T21:02:23.499" v="260"/>
          <ac:spMkLst>
            <pc:docMk/>
            <pc:sldMk cId="2906788534" sldId="418"/>
            <ac:spMk id="5" creationId="{E8E897D7-97F6-B5C9-278B-CDC070F70C11}"/>
          </ac:spMkLst>
        </pc:spChg>
        <pc:spChg chg="add">
          <ac:chgData name="Bustio Martínez Lázaro" userId="40a2716d-298b-429a-a0ab-e42e295773ea" providerId="ADAL" clId="{720B097F-2504-4CAE-9C48-8274C2C8D809}" dt="2023-01-19T21:03:19.109" v="262" actId="26606"/>
          <ac:spMkLst>
            <pc:docMk/>
            <pc:sldMk cId="2906788534" sldId="418"/>
            <ac:spMk id="1031" creationId="{FF9B822F-893E-44C8-963C-64F50ACECBB2}"/>
          </ac:spMkLst>
        </pc:spChg>
        <pc:spChg chg="add">
          <ac:chgData name="Bustio Martínez Lázaro" userId="40a2716d-298b-429a-a0ab-e42e295773ea" providerId="ADAL" clId="{720B097F-2504-4CAE-9C48-8274C2C8D809}" dt="2023-01-19T21:03:19.109" v="262" actId="26606"/>
          <ac:spMkLst>
            <pc:docMk/>
            <pc:sldMk cId="2906788534" sldId="418"/>
            <ac:spMk id="1033" creationId="{EBF87945-A001-489F-9D9B-7D9435F0B9CA}"/>
          </ac:spMkLst>
        </pc:spChg>
        <pc:picChg chg="add mod">
          <ac:chgData name="Bustio Martínez Lázaro" userId="40a2716d-298b-429a-a0ab-e42e295773ea" providerId="ADAL" clId="{720B097F-2504-4CAE-9C48-8274C2C8D809}" dt="2023-01-19T21:03:19.109" v="262" actId="26606"/>
          <ac:picMkLst>
            <pc:docMk/>
            <pc:sldMk cId="2906788534" sldId="418"/>
            <ac:picMk id="1026" creationId="{A50BED28-61C0-4E50-DA3D-50015712B79D}"/>
          </ac:picMkLst>
        </pc:picChg>
      </pc:sldChg>
      <pc:sldChg chg="addSp modSp new mod setBg setClrOvrMap">
        <pc:chgData name="Bustio Martínez Lázaro" userId="40a2716d-298b-429a-a0ab-e42e295773ea" providerId="ADAL" clId="{720B097F-2504-4CAE-9C48-8274C2C8D809}" dt="2023-01-19T21:05:30.532" v="296" actId="26606"/>
        <pc:sldMkLst>
          <pc:docMk/>
          <pc:sldMk cId="1851234452" sldId="419"/>
        </pc:sldMkLst>
        <pc:spChg chg="mod">
          <ac:chgData name="Bustio Martínez Lázaro" userId="40a2716d-298b-429a-a0ab-e42e295773ea" providerId="ADAL" clId="{720B097F-2504-4CAE-9C48-8274C2C8D809}" dt="2023-01-19T21:05:30.532" v="296" actId="26606"/>
          <ac:spMkLst>
            <pc:docMk/>
            <pc:sldMk cId="1851234452" sldId="419"/>
            <ac:spMk id="2" creationId="{4A098B89-7303-F11B-6F0A-1D75394FFF60}"/>
          </ac:spMkLst>
        </pc:spChg>
        <pc:spChg chg="mod">
          <ac:chgData name="Bustio Martínez Lázaro" userId="40a2716d-298b-429a-a0ab-e42e295773ea" providerId="ADAL" clId="{720B097F-2504-4CAE-9C48-8274C2C8D809}" dt="2023-01-19T21:05:30.532" v="296" actId="26606"/>
          <ac:spMkLst>
            <pc:docMk/>
            <pc:sldMk cId="1851234452" sldId="419"/>
            <ac:spMk id="3" creationId="{F871FBDA-3813-3B6A-9A23-CB12A6923D2D}"/>
          </ac:spMkLst>
        </pc:spChg>
        <pc:spChg chg="add">
          <ac:chgData name="Bustio Martínez Lázaro" userId="40a2716d-298b-429a-a0ab-e42e295773ea" providerId="ADAL" clId="{720B097F-2504-4CAE-9C48-8274C2C8D809}" dt="2023-01-19T21:05:30.532" v="296" actId="26606"/>
          <ac:spMkLst>
            <pc:docMk/>
            <pc:sldMk cId="1851234452" sldId="419"/>
            <ac:spMk id="2055" creationId="{C7FA33FF-088D-4F16-95A2-2C64D353DEA8}"/>
          </ac:spMkLst>
        </pc:spChg>
        <pc:spChg chg="add">
          <ac:chgData name="Bustio Martínez Lázaro" userId="40a2716d-298b-429a-a0ab-e42e295773ea" providerId="ADAL" clId="{720B097F-2504-4CAE-9C48-8274C2C8D809}" dt="2023-01-19T21:05:30.532" v="296" actId="26606"/>
          <ac:spMkLst>
            <pc:docMk/>
            <pc:sldMk cId="1851234452" sldId="419"/>
            <ac:spMk id="2057" creationId="{A376EFB1-01CF-419F-ABF1-2AF02BBFCBD1}"/>
          </ac:spMkLst>
        </pc:spChg>
        <pc:spChg chg="add">
          <ac:chgData name="Bustio Martínez Lázaro" userId="40a2716d-298b-429a-a0ab-e42e295773ea" providerId="ADAL" clId="{720B097F-2504-4CAE-9C48-8274C2C8D809}" dt="2023-01-19T21:05:30.532" v="296" actId="26606"/>
          <ac:spMkLst>
            <pc:docMk/>
            <pc:sldMk cId="1851234452" sldId="419"/>
            <ac:spMk id="2059" creationId="{FF9DEA15-78BD-4750-AA18-B9F28A6D5AB8}"/>
          </ac:spMkLst>
        </pc:spChg>
        <pc:picChg chg="add mod">
          <ac:chgData name="Bustio Martínez Lázaro" userId="40a2716d-298b-429a-a0ab-e42e295773ea" providerId="ADAL" clId="{720B097F-2504-4CAE-9C48-8274C2C8D809}" dt="2023-01-19T21:05:30.532" v="296" actId="26606"/>
          <ac:picMkLst>
            <pc:docMk/>
            <pc:sldMk cId="1851234452" sldId="419"/>
            <ac:picMk id="2050" creationId="{1F2DE666-587E-C135-D464-3CA674C66B6C}"/>
          </ac:picMkLst>
        </pc:picChg>
      </pc:sldChg>
      <pc:sldChg chg="del">
        <pc:chgData name="Bustio Martínez Lázaro" userId="40a2716d-298b-429a-a0ab-e42e295773ea" providerId="ADAL" clId="{720B097F-2504-4CAE-9C48-8274C2C8D809}" dt="2023-01-19T21:08:01.075" v="300" actId="47"/>
        <pc:sldMkLst>
          <pc:docMk/>
          <pc:sldMk cId="4219945107" sldId="422"/>
        </pc:sldMkLst>
      </pc:sldChg>
      <pc:sldChg chg="del">
        <pc:chgData name="Bustio Martínez Lázaro" userId="40a2716d-298b-429a-a0ab-e42e295773ea" providerId="ADAL" clId="{720B097F-2504-4CAE-9C48-8274C2C8D809}" dt="2023-01-19T21:08:05.457" v="301" actId="47"/>
        <pc:sldMkLst>
          <pc:docMk/>
          <pc:sldMk cId="3579111549" sldId="423"/>
        </pc:sldMkLst>
      </pc:sldChg>
      <pc:sldChg chg="del">
        <pc:chgData name="Bustio Martínez Lázaro" userId="40a2716d-298b-429a-a0ab-e42e295773ea" providerId="ADAL" clId="{720B097F-2504-4CAE-9C48-8274C2C8D809}" dt="2023-01-19T21:10:33.369" v="379" actId="47"/>
        <pc:sldMkLst>
          <pc:docMk/>
          <pc:sldMk cId="3401093221" sldId="459"/>
        </pc:sldMkLst>
      </pc:sldChg>
      <pc:sldChg chg="del">
        <pc:chgData name="Bustio Martínez Lázaro" userId="40a2716d-298b-429a-a0ab-e42e295773ea" providerId="ADAL" clId="{720B097F-2504-4CAE-9C48-8274C2C8D809}" dt="2023-01-19T21:10:47.541" v="384" actId="47"/>
        <pc:sldMkLst>
          <pc:docMk/>
          <pc:sldMk cId="0" sldId="462"/>
        </pc:sldMkLst>
      </pc:sldChg>
      <pc:sldChg chg="del">
        <pc:chgData name="Bustio Martínez Lázaro" userId="40a2716d-298b-429a-a0ab-e42e295773ea" providerId="ADAL" clId="{720B097F-2504-4CAE-9C48-8274C2C8D809}" dt="2023-01-19T21:12:05.823" v="400" actId="47"/>
        <pc:sldMkLst>
          <pc:docMk/>
          <pc:sldMk cId="3401093221" sldId="472"/>
        </pc:sldMkLst>
      </pc:sldChg>
      <pc:sldChg chg="del">
        <pc:chgData name="Bustio Martínez Lázaro" userId="40a2716d-298b-429a-a0ab-e42e295773ea" providerId="ADAL" clId="{720B097F-2504-4CAE-9C48-8274C2C8D809}" dt="2023-01-19T21:12:07.064" v="401" actId="47"/>
        <pc:sldMkLst>
          <pc:docMk/>
          <pc:sldMk cId="2395810965" sldId="473"/>
        </pc:sldMkLst>
      </pc:sldChg>
      <pc:sldChg chg="modSp mod">
        <pc:chgData name="Bustio Martínez Lázaro" userId="40a2716d-298b-429a-a0ab-e42e295773ea" providerId="ADAL" clId="{720B097F-2504-4CAE-9C48-8274C2C8D809}" dt="2023-01-19T21:13:50.027" v="416" actId="20577"/>
        <pc:sldMkLst>
          <pc:docMk/>
          <pc:sldMk cId="2794962542" sldId="520"/>
        </pc:sldMkLst>
        <pc:spChg chg="mod">
          <ac:chgData name="Bustio Martínez Lázaro" userId="40a2716d-298b-429a-a0ab-e42e295773ea" providerId="ADAL" clId="{720B097F-2504-4CAE-9C48-8274C2C8D809}" dt="2023-01-19T21:13:45.153" v="413" actId="20577"/>
          <ac:spMkLst>
            <pc:docMk/>
            <pc:sldMk cId="2794962542" sldId="520"/>
            <ac:spMk id="2" creationId="{276D1F36-5576-4866-8169-2C983238DD8B}"/>
          </ac:spMkLst>
        </pc:spChg>
        <pc:spChg chg="mod">
          <ac:chgData name="Bustio Martínez Lázaro" userId="40a2716d-298b-429a-a0ab-e42e295773ea" providerId="ADAL" clId="{720B097F-2504-4CAE-9C48-8274C2C8D809}" dt="2023-01-19T21:13:50.027" v="416" actId="20577"/>
          <ac:spMkLst>
            <pc:docMk/>
            <pc:sldMk cId="2794962542" sldId="520"/>
            <ac:spMk id="3" creationId="{25B3E5DC-B80D-48DE-A7F5-20886B8CB24D}"/>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hyperlink" Target="https://www.youtube.com/watch?v=KxvKCSwlUv8" TargetMode="External"/><Relationship Id="rId3" Type="http://schemas.openxmlformats.org/officeDocument/2006/relationships/hyperlink" Target="https://colab.research.google.com/" TargetMode="External"/><Relationship Id="rId7" Type="http://schemas.openxmlformats.org/officeDocument/2006/relationships/hyperlink" Target="https://learn.microsoft.com/en-us/training/modules/python-install-vscode/" TargetMode="External"/><Relationship Id="rId2" Type="http://schemas.openxmlformats.org/officeDocument/2006/relationships/hyperlink" Target="https://www.youtube.com/watch?v=xxZnunBwC4U" TargetMode="External"/><Relationship Id="rId1" Type="http://schemas.openxmlformats.org/officeDocument/2006/relationships/hyperlink" Target="https://www.youtube.com/watch?v=m5i-Pq-z9w8" TargetMode="External"/><Relationship Id="rId6" Type="http://schemas.openxmlformats.org/officeDocument/2006/relationships/hyperlink" Target="https://www.youtube.com/watch?v=E9U-EBG8jVk" TargetMode="External"/><Relationship Id="rId5" Type="http://schemas.openxmlformats.org/officeDocument/2006/relationships/hyperlink" Target="https://code.visualstudio.com/docs/python/python-tutorial" TargetMode="External"/><Relationship Id="rId4" Type="http://schemas.openxmlformats.org/officeDocument/2006/relationships/hyperlink" Target="https://www.youtube.com/watch?v=8VFYs3Ot_aA" TargetMode="External"/><Relationship Id="rId9" Type="http://schemas.openxmlformats.org/officeDocument/2006/relationships/hyperlink" Target="https://www.youtube.com/watch?v=YAIF-XsTxEU" TargetMode="External"/></Relationships>
</file>

<file path=ppt/diagrams/_rels/data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_rels/drawing2.xml.rels><?xml version="1.0" encoding="UTF-8" standalone="yes"?>
<Relationships xmlns="http://schemas.openxmlformats.org/package/2006/relationships"><Relationship Id="rId8" Type="http://schemas.openxmlformats.org/officeDocument/2006/relationships/hyperlink" Target="https://www.youtube.com/watch?v=KxvKCSwlUv8" TargetMode="External"/><Relationship Id="rId3" Type="http://schemas.openxmlformats.org/officeDocument/2006/relationships/hyperlink" Target="https://colab.research.google.com/" TargetMode="External"/><Relationship Id="rId7" Type="http://schemas.openxmlformats.org/officeDocument/2006/relationships/hyperlink" Target="https://learn.microsoft.com/en-us/training/modules/python-install-vscode/" TargetMode="External"/><Relationship Id="rId2" Type="http://schemas.openxmlformats.org/officeDocument/2006/relationships/hyperlink" Target="https://www.youtube.com/watch?v=xxZnunBwC4U" TargetMode="External"/><Relationship Id="rId1" Type="http://schemas.openxmlformats.org/officeDocument/2006/relationships/hyperlink" Target="https://www.youtube.com/watch?v=m5i-Pq-z9w8" TargetMode="External"/><Relationship Id="rId6" Type="http://schemas.openxmlformats.org/officeDocument/2006/relationships/hyperlink" Target="https://www.youtube.com/watch?v=E9U-EBG8jVk" TargetMode="External"/><Relationship Id="rId5" Type="http://schemas.openxmlformats.org/officeDocument/2006/relationships/hyperlink" Target="https://code.visualstudio.com/docs/python/python-tutorial" TargetMode="External"/><Relationship Id="rId4" Type="http://schemas.openxmlformats.org/officeDocument/2006/relationships/hyperlink" Target="https://www.youtube.com/watch?v=8VFYs3Ot_aA" TargetMode="External"/><Relationship Id="rId9" Type="http://schemas.openxmlformats.org/officeDocument/2006/relationships/hyperlink" Target="https://www.youtube.com/watch?v=YAIF-XsTxEU" TargetMode="External"/></Relationships>
</file>

<file path=ppt/diagrams/_rels/drawing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0A88A0-9669-4998-91D6-7D23BF09C012}"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B7E5E201-CE3C-46EF-A140-3F220423EC95}">
      <dgm:prSet/>
      <dgm:spPr/>
      <dgm:t>
        <a:bodyPr/>
        <a:lstStyle/>
        <a:p>
          <a:r>
            <a:rPr lang="es-MX"/>
            <a:t>Dataset: colección de datos utilizados en tareas de aprendizaje automático. Cada registro de datos se denomina muestra. Los eventos o atributos que reflejan el rendimiento o la naturaleza de una muestra en un aspecto concreto se denominan características.</a:t>
          </a:r>
          <a:endParaRPr lang="en-US"/>
        </a:p>
      </dgm:t>
    </dgm:pt>
    <dgm:pt modelId="{89937F7D-69AE-488D-B44A-92546BC9A81F}" type="parTrans" cxnId="{C8F0F057-F750-4598-8323-970EAA071FA0}">
      <dgm:prSet/>
      <dgm:spPr/>
      <dgm:t>
        <a:bodyPr/>
        <a:lstStyle/>
        <a:p>
          <a:endParaRPr lang="en-US"/>
        </a:p>
      </dgm:t>
    </dgm:pt>
    <dgm:pt modelId="{F7626204-1D7B-4A87-8CAC-8B4B7B41379E}" type="sibTrans" cxnId="{C8F0F057-F750-4598-8323-970EAA071FA0}">
      <dgm:prSet/>
      <dgm:spPr/>
      <dgm:t>
        <a:bodyPr/>
        <a:lstStyle/>
        <a:p>
          <a:endParaRPr lang="en-US"/>
        </a:p>
      </dgm:t>
    </dgm:pt>
    <dgm:pt modelId="{2EE5CD99-7ED5-46E7-9E44-883CE5472DF6}">
      <dgm:prSet/>
      <dgm:spPr/>
      <dgm:t>
        <a:bodyPr/>
        <a:lstStyle/>
        <a:p>
          <a:r>
            <a:rPr lang="es-MX"/>
            <a:t>Conjunto de entrenamiento: conjunto de datos utilizado en el proceso de entrenamiento, en el que cada muestra se denomina muestra de entrenamiento. El proceso de creación de un modelo a partir de los datos se denomina aprendizaje (formación).</a:t>
          </a:r>
          <a:endParaRPr lang="en-US"/>
        </a:p>
      </dgm:t>
    </dgm:pt>
    <dgm:pt modelId="{AA8A9E5B-F0EC-43FB-A1E5-5B070AE3D29A}" type="parTrans" cxnId="{B9C9D7DB-14DA-4733-9D85-D3399CAB9014}">
      <dgm:prSet/>
      <dgm:spPr/>
      <dgm:t>
        <a:bodyPr/>
        <a:lstStyle/>
        <a:p>
          <a:endParaRPr lang="en-US"/>
        </a:p>
      </dgm:t>
    </dgm:pt>
    <dgm:pt modelId="{9D24C7E4-EED2-45CC-B93B-78E202378346}" type="sibTrans" cxnId="{B9C9D7DB-14DA-4733-9D85-D3399CAB9014}">
      <dgm:prSet/>
      <dgm:spPr/>
      <dgm:t>
        <a:bodyPr/>
        <a:lstStyle/>
        <a:p>
          <a:endParaRPr lang="en-US"/>
        </a:p>
      </dgm:t>
    </dgm:pt>
    <dgm:pt modelId="{C6D42989-6AC0-4BAF-B7BE-1A8DA58C644E}">
      <dgm:prSet/>
      <dgm:spPr/>
      <dgm:t>
        <a:bodyPr/>
        <a:lstStyle/>
        <a:p>
          <a:r>
            <a:rPr lang="es-MX"/>
            <a:t>Conjunto de pruebas: La prueba se refiere al proceso de utilizar el modelo obtenido tras el aprendizaje para la predicción. El conjunto de datos utilizado se denomina conjunto de prueba, y cada muestra se denomina muestra de prueba.</a:t>
          </a:r>
          <a:endParaRPr lang="en-US"/>
        </a:p>
      </dgm:t>
    </dgm:pt>
    <dgm:pt modelId="{532CF024-AC89-4A3C-9776-DD7B8048F549}" type="parTrans" cxnId="{8C4CEADE-CD70-4FD1-9975-FAFB69E18409}">
      <dgm:prSet/>
      <dgm:spPr/>
      <dgm:t>
        <a:bodyPr/>
        <a:lstStyle/>
        <a:p>
          <a:endParaRPr lang="en-US"/>
        </a:p>
      </dgm:t>
    </dgm:pt>
    <dgm:pt modelId="{E08AC4D6-1DB8-4CCD-8D6E-601F18E4020F}" type="sibTrans" cxnId="{8C4CEADE-CD70-4FD1-9975-FAFB69E18409}">
      <dgm:prSet/>
      <dgm:spPr/>
      <dgm:t>
        <a:bodyPr/>
        <a:lstStyle/>
        <a:p>
          <a:endParaRPr lang="en-US"/>
        </a:p>
      </dgm:t>
    </dgm:pt>
    <dgm:pt modelId="{7319470A-738A-4022-8168-B35A48E602B3}" type="pres">
      <dgm:prSet presAssocID="{850A88A0-9669-4998-91D6-7D23BF09C012}" presName="linear" presStyleCnt="0">
        <dgm:presLayoutVars>
          <dgm:animLvl val="lvl"/>
          <dgm:resizeHandles val="exact"/>
        </dgm:presLayoutVars>
      </dgm:prSet>
      <dgm:spPr/>
    </dgm:pt>
    <dgm:pt modelId="{BFBF3E04-9D3A-4F26-9190-2FE6E2D99FC2}" type="pres">
      <dgm:prSet presAssocID="{B7E5E201-CE3C-46EF-A140-3F220423EC95}" presName="parentText" presStyleLbl="node1" presStyleIdx="0" presStyleCnt="3">
        <dgm:presLayoutVars>
          <dgm:chMax val="0"/>
          <dgm:bulletEnabled val="1"/>
        </dgm:presLayoutVars>
      </dgm:prSet>
      <dgm:spPr/>
    </dgm:pt>
    <dgm:pt modelId="{58C7B88F-B031-4AC9-991A-43C1B2836CB1}" type="pres">
      <dgm:prSet presAssocID="{F7626204-1D7B-4A87-8CAC-8B4B7B41379E}" presName="spacer" presStyleCnt="0"/>
      <dgm:spPr/>
    </dgm:pt>
    <dgm:pt modelId="{90A5EE3D-B5FE-4824-82B1-302086EB6D47}" type="pres">
      <dgm:prSet presAssocID="{2EE5CD99-7ED5-46E7-9E44-883CE5472DF6}" presName="parentText" presStyleLbl="node1" presStyleIdx="1" presStyleCnt="3">
        <dgm:presLayoutVars>
          <dgm:chMax val="0"/>
          <dgm:bulletEnabled val="1"/>
        </dgm:presLayoutVars>
      </dgm:prSet>
      <dgm:spPr/>
    </dgm:pt>
    <dgm:pt modelId="{B454288C-19CF-46CF-B8D2-5968486C70D9}" type="pres">
      <dgm:prSet presAssocID="{9D24C7E4-EED2-45CC-B93B-78E202378346}" presName="spacer" presStyleCnt="0"/>
      <dgm:spPr/>
    </dgm:pt>
    <dgm:pt modelId="{D67E9F89-63F3-4FD8-86DD-9F090F0A06AC}" type="pres">
      <dgm:prSet presAssocID="{C6D42989-6AC0-4BAF-B7BE-1A8DA58C644E}" presName="parentText" presStyleLbl="node1" presStyleIdx="2" presStyleCnt="3">
        <dgm:presLayoutVars>
          <dgm:chMax val="0"/>
          <dgm:bulletEnabled val="1"/>
        </dgm:presLayoutVars>
      </dgm:prSet>
      <dgm:spPr/>
    </dgm:pt>
  </dgm:ptLst>
  <dgm:cxnLst>
    <dgm:cxn modelId="{D6705F5B-5E10-4A5A-96C7-50FAA39AFD28}" type="presOf" srcId="{850A88A0-9669-4998-91D6-7D23BF09C012}" destId="{7319470A-738A-4022-8168-B35A48E602B3}" srcOrd="0" destOrd="0" presId="urn:microsoft.com/office/officeart/2005/8/layout/vList2"/>
    <dgm:cxn modelId="{9EA0845D-41A2-4D76-BA07-BA40FF4F9C3D}" type="presOf" srcId="{B7E5E201-CE3C-46EF-A140-3F220423EC95}" destId="{BFBF3E04-9D3A-4F26-9190-2FE6E2D99FC2}" srcOrd="0" destOrd="0" presId="urn:microsoft.com/office/officeart/2005/8/layout/vList2"/>
    <dgm:cxn modelId="{1FD54946-2169-461A-A5AF-9D27635DEE37}" type="presOf" srcId="{2EE5CD99-7ED5-46E7-9E44-883CE5472DF6}" destId="{90A5EE3D-B5FE-4824-82B1-302086EB6D47}" srcOrd="0" destOrd="0" presId="urn:microsoft.com/office/officeart/2005/8/layout/vList2"/>
    <dgm:cxn modelId="{870B514F-9F69-4806-9D26-A7E96600D997}" type="presOf" srcId="{C6D42989-6AC0-4BAF-B7BE-1A8DA58C644E}" destId="{D67E9F89-63F3-4FD8-86DD-9F090F0A06AC}" srcOrd="0" destOrd="0" presId="urn:microsoft.com/office/officeart/2005/8/layout/vList2"/>
    <dgm:cxn modelId="{C8F0F057-F750-4598-8323-970EAA071FA0}" srcId="{850A88A0-9669-4998-91D6-7D23BF09C012}" destId="{B7E5E201-CE3C-46EF-A140-3F220423EC95}" srcOrd="0" destOrd="0" parTransId="{89937F7D-69AE-488D-B44A-92546BC9A81F}" sibTransId="{F7626204-1D7B-4A87-8CAC-8B4B7B41379E}"/>
    <dgm:cxn modelId="{B9C9D7DB-14DA-4733-9D85-D3399CAB9014}" srcId="{850A88A0-9669-4998-91D6-7D23BF09C012}" destId="{2EE5CD99-7ED5-46E7-9E44-883CE5472DF6}" srcOrd="1" destOrd="0" parTransId="{AA8A9E5B-F0EC-43FB-A1E5-5B070AE3D29A}" sibTransId="{9D24C7E4-EED2-45CC-B93B-78E202378346}"/>
    <dgm:cxn modelId="{8C4CEADE-CD70-4FD1-9975-FAFB69E18409}" srcId="{850A88A0-9669-4998-91D6-7D23BF09C012}" destId="{C6D42989-6AC0-4BAF-B7BE-1A8DA58C644E}" srcOrd="2" destOrd="0" parTransId="{532CF024-AC89-4A3C-9776-DD7B8048F549}" sibTransId="{E08AC4D6-1DB8-4CCD-8D6E-601F18E4020F}"/>
    <dgm:cxn modelId="{C1423CE5-6AA6-4110-811E-1E901B0A1A6B}" type="presParOf" srcId="{7319470A-738A-4022-8168-B35A48E602B3}" destId="{BFBF3E04-9D3A-4F26-9190-2FE6E2D99FC2}" srcOrd="0" destOrd="0" presId="urn:microsoft.com/office/officeart/2005/8/layout/vList2"/>
    <dgm:cxn modelId="{4D1FC943-66E9-4C5A-ABC1-0D8EE49C863C}" type="presParOf" srcId="{7319470A-738A-4022-8168-B35A48E602B3}" destId="{58C7B88F-B031-4AC9-991A-43C1B2836CB1}" srcOrd="1" destOrd="0" presId="urn:microsoft.com/office/officeart/2005/8/layout/vList2"/>
    <dgm:cxn modelId="{4D2D6A86-0FE3-46D0-B4A4-C21C9051865E}" type="presParOf" srcId="{7319470A-738A-4022-8168-B35A48E602B3}" destId="{90A5EE3D-B5FE-4824-82B1-302086EB6D47}" srcOrd="2" destOrd="0" presId="urn:microsoft.com/office/officeart/2005/8/layout/vList2"/>
    <dgm:cxn modelId="{193D3B32-F3FC-42AF-B604-D64FC6CD656F}" type="presParOf" srcId="{7319470A-738A-4022-8168-B35A48E602B3}" destId="{B454288C-19CF-46CF-B8D2-5968486C70D9}" srcOrd="3" destOrd="0" presId="urn:microsoft.com/office/officeart/2005/8/layout/vList2"/>
    <dgm:cxn modelId="{E854F282-CE23-48DA-BDCC-2E8B64ACE83F}" type="presParOf" srcId="{7319470A-738A-4022-8168-B35A48E602B3}" destId="{D67E9F89-63F3-4FD8-86DD-9F090F0A06A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D5DDFF-CDA6-4B63-B41A-92FC95F4554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DC6BFCB-A7F2-4F94-93E8-5737A96D1B15}">
      <dgm:prSet/>
      <dgm:spPr/>
      <dgm:t>
        <a:bodyPr/>
        <a:lstStyle/>
        <a:p>
          <a:r>
            <a:rPr lang="es-MX"/>
            <a:t>Instalar Python.</a:t>
          </a:r>
          <a:endParaRPr lang="en-US"/>
        </a:p>
      </dgm:t>
    </dgm:pt>
    <dgm:pt modelId="{9F4D9983-84C5-447F-928D-454078BEB452}" type="parTrans" cxnId="{477472B9-712D-4505-918D-404C19AD9480}">
      <dgm:prSet/>
      <dgm:spPr/>
      <dgm:t>
        <a:bodyPr/>
        <a:lstStyle/>
        <a:p>
          <a:endParaRPr lang="en-US"/>
        </a:p>
      </dgm:t>
    </dgm:pt>
    <dgm:pt modelId="{C60DA849-14FA-412A-8235-96A212573237}" type="sibTrans" cxnId="{477472B9-712D-4505-918D-404C19AD9480}">
      <dgm:prSet/>
      <dgm:spPr/>
      <dgm:t>
        <a:bodyPr/>
        <a:lstStyle/>
        <a:p>
          <a:endParaRPr lang="en-US"/>
        </a:p>
      </dgm:t>
    </dgm:pt>
    <dgm:pt modelId="{E1DB2F5C-EECF-4DFA-91BF-9A211C7294E0}">
      <dgm:prSet/>
      <dgm:spPr/>
      <dgm:t>
        <a:bodyPr/>
        <a:lstStyle/>
        <a:p>
          <a:r>
            <a:rPr lang="es-MX">
              <a:hlinkClick xmlns:r="http://schemas.openxmlformats.org/officeDocument/2006/relationships" r:id="rId1"/>
            </a:rPr>
            <a:t>https://www.youtube.com/watch?v=m5i-Pq-z9w8</a:t>
          </a:r>
          <a:r>
            <a:rPr lang="es-MX"/>
            <a:t> (CÓMO Descargar e Instalar Python3 - 2022 en Windows 11)</a:t>
          </a:r>
          <a:endParaRPr lang="en-US"/>
        </a:p>
      </dgm:t>
    </dgm:pt>
    <dgm:pt modelId="{78168423-C5AC-4556-B8C6-A1609D34E328}" type="parTrans" cxnId="{1648C9E9-CA38-431A-88EB-578EC0D5EC81}">
      <dgm:prSet/>
      <dgm:spPr/>
      <dgm:t>
        <a:bodyPr/>
        <a:lstStyle/>
        <a:p>
          <a:endParaRPr lang="en-US"/>
        </a:p>
      </dgm:t>
    </dgm:pt>
    <dgm:pt modelId="{B8BACA9A-029A-4CDF-AFA0-7989A91C298C}" type="sibTrans" cxnId="{1648C9E9-CA38-431A-88EB-578EC0D5EC81}">
      <dgm:prSet/>
      <dgm:spPr/>
      <dgm:t>
        <a:bodyPr/>
        <a:lstStyle/>
        <a:p>
          <a:endParaRPr lang="en-US"/>
        </a:p>
      </dgm:t>
    </dgm:pt>
    <dgm:pt modelId="{803BDA67-54DA-4C5E-8D25-62733FE0FE6D}">
      <dgm:prSet/>
      <dgm:spPr/>
      <dgm:t>
        <a:bodyPr/>
        <a:lstStyle/>
        <a:p>
          <a:r>
            <a:rPr lang="es-MX">
              <a:hlinkClick xmlns:r="http://schemas.openxmlformats.org/officeDocument/2006/relationships" r:id="rId2"/>
            </a:rPr>
            <a:t>https://www.youtube.com/watch?v=xxZnunBwC4U</a:t>
          </a:r>
          <a:r>
            <a:rPr lang="es-MX"/>
            <a:t> (Cómo instalar Python en Mac OS X)</a:t>
          </a:r>
          <a:endParaRPr lang="en-US"/>
        </a:p>
      </dgm:t>
    </dgm:pt>
    <dgm:pt modelId="{CE646A64-9B0C-4FF1-B9CA-438FB4AE80CB}" type="parTrans" cxnId="{B9818887-57F6-4754-9F40-B5A300DC8586}">
      <dgm:prSet/>
      <dgm:spPr/>
      <dgm:t>
        <a:bodyPr/>
        <a:lstStyle/>
        <a:p>
          <a:endParaRPr lang="en-US"/>
        </a:p>
      </dgm:t>
    </dgm:pt>
    <dgm:pt modelId="{EC29B181-9311-484F-9975-5F01996FDBE3}" type="sibTrans" cxnId="{B9818887-57F6-4754-9F40-B5A300DC8586}">
      <dgm:prSet/>
      <dgm:spPr/>
      <dgm:t>
        <a:bodyPr/>
        <a:lstStyle/>
        <a:p>
          <a:endParaRPr lang="en-US"/>
        </a:p>
      </dgm:t>
    </dgm:pt>
    <dgm:pt modelId="{A242A2C7-2482-46AF-B269-14E87BBBB6A0}">
      <dgm:prSet/>
      <dgm:spPr/>
      <dgm:t>
        <a:bodyPr/>
        <a:lstStyle/>
        <a:p>
          <a:r>
            <a:rPr lang="es-MX"/>
            <a:t>Probar Google Colab.</a:t>
          </a:r>
          <a:endParaRPr lang="en-US"/>
        </a:p>
      </dgm:t>
    </dgm:pt>
    <dgm:pt modelId="{31B747A8-5075-43BA-97B5-B8D2C1D9358F}" type="parTrans" cxnId="{84459603-8283-4A47-8F62-B35D0EFBCCFB}">
      <dgm:prSet/>
      <dgm:spPr/>
      <dgm:t>
        <a:bodyPr/>
        <a:lstStyle/>
        <a:p>
          <a:endParaRPr lang="en-US"/>
        </a:p>
      </dgm:t>
    </dgm:pt>
    <dgm:pt modelId="{992E5387-9822-4BFB-9A7E-0CF4D4A97398}" type="sibTrans" cxnId="{84459603-8283-4A47-8F62-B35D0EFBCCFB}">
      <dgm:prSet/>
      <dgm:spPr/>
      <dgm:t>
        <a:bodyPr/>
        <a:lstStyle/>
        <a:p>
          <a:endParaRPr lang="en-US"/>
        </a:p>
      </dgm:t>
    </dgm:pt>
    <dgm:pt modelId="{29544420-EB7D-40D7-A897-9B0DBB4BF33D}">
      <dgm:prSet/>
      <dgm:spPr/>
      <dgm:t>
        <a:bodyPr/>
        <a:lstStyle/>
        <a:p>
          <a:r>
            <a:rPr lang="es-MX">
              <a:hlinkClick xmlns:r="http://schemas.openxmlformats.org/officeDocument/2006/relationships" r:id="rId3"/>
            </a:rPr>
            <a:t>https://colab.research.google.com/</a:t>
          </a:r>
          <a:endParaRPr lang="en-US"/>
        </a:p>
      </dgm:t>
    </dgm:pt>
    <dgm:pt modelId="{CF9CFC2B-F876-41F4-9829-57FB0A2CC482}" type="parTrans" cxnId="{3E8F4597-3539-472E-B638-29B64A6BA597}">
      <dgm:prSet/>
      <dgm:spPr/>
      <dgm:t>
        <a:bodyPr/>
        <a:lstStyle/>
        <a:p>
          <a:endParaRPr lang="en-US"/>
        </a:p>
      </dgm:t>
    </dgm:pt>
    <dgm:pt modelId="{3B87E219-ABE1-47A7-8AB7-826C82F808A4}" type="sibTrans" cxnId="{3E8F4597-3539-472E-B638-29B64A6BA597}">
      <dgm:prSet/>
      <dgm:spPr/>
      <dgm:t>
        <a:bodyPr/>
        <a:lstStyle/>
        <a:p>
          <a:endParaRPr lang="en-US"/>
        </a:p>
      </dgm:t>
    </dgm:pt>
    <dgm:pt modelId="{B7F73386-0AAE-498C-822F-3BADF42762FC}">
      <dgm:prSet/>
      <dgm:spPr/>
      <dgm:t>
        <a:bodyPr/>
        <a:lstStyle/>
        <a:p>
          <a:r>
            <a:rPr lang="es-MX">
              <a:hlinkClick xmlns:r="http://schemas.openxmlformats.org/officeDocument/2006/relationships" r:id="rId4"/>
            </a:rPr>
            <a:t>https://www.youtube.com/watch?v=8VFYs3Ot_aA</a:t>
          </a:r>
          <a:r>
            <a:rPr lang="es-MX"/>
            <a:t> (Introducción a Google Colab, una noble y completa guía)</a:t>
          </a:r>
          <a:endParaRPr lang="en-US"/>
        </a:p>
      </dgm:t>
    </dgm:pt>
    <dgm:pt modelId="{6921CAAC-15DC-40B1-B303-5BF44C323DD6}" type="parTrans" cxnId="{86BC78AF-45AA-4621-96DC-44F865DB4F56}">
      <dgm:prSet/>
      <dgm:spPr/>
      <dgm:t>
        <a:bodyPr/>
        <a:lstStyle/>
        <a:p>
          <a:endParaRPr lang="en-US"/>
        </a:p>
      </dgm:t>
    </dgm:pt>
    <dgm:pt modelId="{B50ACFC3-95B5-4111-90A1-7EA801D2C338}" type="sibTrans" cxnId="{86BC78AF-45AA-4621-96DC-44F865DB4F56}">
      <dgm:prSet/>
      <dgm:spPr/>
      <dgm:t>
        <a:bodyPr/>
        <a:lstStyle/>
        <a:p>
          <a:endParaRPr lang="en-US"/>
        </a:p>
      </dgm:t>
    </dgm:pt>
    <dgm:pt modelId="{6A8895A0-1223-43F5-A324-77DC62FB98DC}">
      <dgm:prSet/>
      <dgm:spPr/>
      <dgm:t>
        <a:bodyPr/>
        <a:lstStyle/>
        <a:p>
          <a:r>
            <a:rPr lang="es-MX"/>
            <a:t>Plus: Visual Studio Code</a:t>
          </a:r>
          <a:endParaRPr lang="en-US"/>
        </a:p>
      </dgm:t>
    </dgm:pt>
    <dgm:pt modelId="{9F869F7B-7F63-42F7-9787-59DA64402FFF}" type="parTrans" cxnId="{21FB61D4-851B-4AD0-A8AE-5AA0DF4A481A}">
      <dgm:prSet/>
      <dgm:spPr/>
      <dgm:t>
        <a:bodyPr/>
        <a:lstStyle/>
        <a:p>
          <a:endParaRPr lang="en-US"/>
        </a:p>
      </dgm:t>
    </dgm:pt>
    <dgm:pt modelId="{4F4B0C60-4D00-4EF0-996C-30B8812E4B05}" type="sibTrans" cxnId="{21FB61D4-851B-4AD0-A8AE-5AA0DF4A481A}">
      <dgm:prSet/>
      <dgm:spPr/>
      <dgm:t>
        <a:bodyPr/>
        <a:lstStyle/>
        <a:p>
          <a:endParaRPr lang="en-US"/>
        </a:p>
      </dgm:t>
    </dgm:pt>
    <dgm:pt modelId="{DF220DCA-E267-4861-8D57-1292D7547C5E}">
      <dgm:prSet/>
      <dgm:spPr/>
      <dgm:t>
        <a:bodyPr/>
        <a:lstStyle/>
        <a:p>
          <a:r>
            <a:rPr lang="es-MX">
              <a:hlinkClick xmlns:r="http://schemas.openxmlformats.org/officeDocument/2006/relationships" r:id="rId5"/>
            </a:rPr>
            <a:t>https://code.visualstudio.com/docs/python/python-tutorial</a:t>
          </a:r>
          <a:endParaRPr lang="en-US"/>
        </a:p>
      </dgm:t>
    </dgm:pt>
    <dgm:pt modelId="{A88C05C5-F89A-4641-AD90-D2F12B32E518}" type="parTrans" cxnId="{0E21574F-07EF-482F-B8A3-7A0F9C2AF4B7}">
      <dgm:prSet/>
      <dgm:spPr/>
      <dgm:t>
        <a:bodyPr/>
        <a:lstStyle/>
        <a:p>
          <a:endParaRPr lang="en-US"/>
        </a:p>
      </dgm:t>
    </dgm:pt>
    <dgm:pt modelId="{B8859639-B700-4B32-B74A-76F25E9868A8}" type="sibTrans" cxnId="{0E21574F-07EF-482F-B8A3-7A0F9C2AF4B7}">
      <dgm:prSet/>
      <dgm:spPr/>
      <dgm:t>
        <a:bodyPr/>
        <a:lstStyle/>
        <a:p>
          <a:endParaRPr lang="en-US"/>
        </a:p>
      </dgm:t>
    </dgm:pt>
    <dgm:pt modelId="{1EE739E3-3E86-4B76-9374-644A3C665930}">
      <dgm:prSet/>
      <dgm:spPr/>
      <dgm:t>
        <a:bodyPr/>
        <a:lstStyle/>
        <a:p>
          <a:r>
            <a:rPr lang="es-MX">
              <a:hlinkClick xmlns:r="http://schemas.openxmlformats.org/officeDocument/2006/relationships" r:id="rId6"/>
            </a:rPr>
            <a:t>https://www.youtube.com/watch?v=E9U-EBG8jVk</a:t>
          </a:r>
          <a:endParaRPr lang="en-US"/>
        </a:p>
      </dgm:t>
    </dgm:pt>
    <dgm:pt modelId="{0CA5755D-6BDA-45BF-9621-766E9E2D7B2E}" type="parTrans" cxnId="{292B4C89-F56F-4EC3-9964-D845A65CAA34}">
      <dgm:prSet/>
      <dgm:spPr/>
      <dgm:t>
        <a:bodyPr/>
        <a:lstStyle/>
        <a:p>
          <a:endParaRPr lang="en-US"/>
        </a:p>
      </dgm:t>
    </dgm:pt>
    <dgm:pt modelId="{8DC2F259-C0DF-4720-9603-A6056898785D}" type="sibTrans" cxnId="{292B4C89-F56F-4EC3-9964-D845A65CAA34}">
      <dgm:prSet/>
      <dgm:spPr/>
      <dgm:t>
        <a:bodyPr/>
        <a:lstStyle/>
        <a:p>
          <a:endParaRPr lang="en-US"/>
        </a:p>
      </dgm:t>
    </dgm:pt>
    <dgm:pt modelId="{C53014C1-59EC-4476-93E7-8A412D8581E2}">
      <dgm:prSet/>
      <dgm:spPr/>
      <dgm:t>
        <a:bodyPr/>
        <a:lstStyle/>
        <a:p>
          <a:r>
            <a:rPr lang="es-MX">
              <a:hlinkClick xmlns:r="http://schemas.openxmlformats.org/officeDocument/2006/relationships" r:id="rId7"/>
            </a:rPr>
            <a:t>https://learn.microsoft.com/en-us/training/modules/python-install-vscode/</a:t>
          </a:r>
          <a:endParaRPr lang="en-US"/>
        </a:p>
      </dgm:t>
    </dgm:pt>
    <dgm:pt modelId="{8352BA61-FC7D-41F4-8B9C-58AAAF72564C}" type="parTrans" cxnId="{17EB8D6E-D5D5-434E-904A-247BDEAEE5DA}">
      <dgm:prSet/>
      <dgm:spPr/>
      <dgm:t>
        <a:bodyPr/>
        <a:lstStyle/>
        <a:p>
          <a:endParaRPr lang="en-US"/>
        </a:p>
      </dgm:t>
    </dgm:pt>
    <dgm:pt modelId="{F0B66C79-F059-4920-8C2B-BEA9488A6244}" type="sibTrans" cxnId="{17EB8D6E-D5D5-434E-904A-247BDEAEE5DA}">
      <dgm:prSet/>
      <dgm:spPr/>
      <dgm:t>
        <a:bodyPr/>
        <a:lstStyle/>
        <a:p>
          <a:endParaRPr lang="en-US"/>
        </a:p>
      </dgm:t>
    </dgm:pt>
    <dgm:pt modelId="{7BCF01AB-58E0-416E-81C1-7F08F2CE2E58}">
      <dgm:prSet/>
      <dgm:spPr/>
      <dgm:t>
        <a:bodyPr/>
        <a:lstStyle/>
        <a:p>
          <a:r>
            <a:rPr lang="es-MX"/>
            <a:t>Virtual Environments</a:t>
          </a:r>
          <a:endParaRPr lang="en-US"/>
        </a:p>
      </dgm:t>
    </dgm:pt>
    <dgm:pt modelId="{B5070111-8AED-4CF3-9FC0-0981975D608A}" type="parTrans" cxnId="{CC399B32-4A1F-408D-8510-D8D56314D0C5}">
      <dgm:prSet/>
      <dgm:spPr/>
      <dgm:t>
        <a:bodyPr/>
        <a:lstStyle/>
        <a:p>
          <a:endParaRPr lang="en-US"/>
        </a:p>
      </dgm:t>
    </dgm:pt>
    <dgm:pt modelId="{B7CF7475-E367-4770-B74F-BEAAB3236D63}" type="sibTrans" cxnId="{CC399B32-4A1F-408D-8510-D8D56314D0C5}">
      <dgm:prSet/>
      <dgm:spPr/>
      <dgm:t>
        <a:bodyPr/>
        <a:lstStyle/>
        <a:p>
          <a:endParaRPr lang="en-US"/>
        </a:p>
      </dgm:t>
    </dgm:pt>
    <dgm:pt modelId="{880CDF94-F08C-45A1-B83E-1A05EA7F849E}">
      <dgm:prSet/>
      <dgm:spPr/>
      <dgm:t>
        <a:bodyPr/>
        <a:lstStyle/>
        <a:p>
          <a:r>
            <a:rPr lang="es-MX">
              <a:hlinkClick xmlns:r="http://schemas.openxmlformats.org/officeDocument/2006/relationships" r:id="rId8"/>
            </a:rPr>
            <a:t>https://www.youtube.com/watch?v=KxvKCSwlUv8</a:t>
          </a:r>
          <a:endParaRPr lang="en-US"/>
        </a:p>
      </dgm:t>
    </dgm:pt>
    <dgm:pt modelId="{9AFCCCB9-00E8-451D-B70D-CE7ADABB719A}" type="parTrans" cxnId="{51F88065-D6BE-4EBF-8146-16964F1F9DCC}">
      <dgm:prSet/>
      <dgm:spPr/>
      <dgm:t>
        <a:bodyPr/>
        <a:lstStyle/>
        <a:p>
          <a:endParaRPr lang="en-US"/>
        </a:p>
      </dgm:t>
    </dgm:pt>
    <dgm:pt modelId="{43542E14-1DB5-491A-80F4-87697B94291C}" type="sibTrans" cxnId="{51F88065-D6BE-4EBF-8146-16964F1F9DCC}">
      <dgm:prSet/>
      <dgm:spPr/>
      <dgm:t>
        <a:bodyPr/>
        <a:lstStyle/>
        <a:p>
          <a:endParaRPr lang="en-US"/>
        </a:p>
      </dgm:t>
    </dgm:pt>
    <dgm:pt modelId="{B73A3ECE-D2EC-47E6-856E-54FEA14F85B3}">
      <dgm:prSet/>
      <dgm:spPr/>
      <dgm:t>
        <a:bodyPr/>
        <a:lstStyle/>
        <a:p>
          <a:r>
            <a:rPr lang="es-MX"/>
            <a:t>Git</a:t>
          </a:r>
          <a:endParaRPr lang="en-US"/>
        </a:p>
      </dgm:t>
    </dgm:pt>
    <dgm:pt modelId="{EC39EAC7-6CA0-421E-9B14-FF17C4E9B77B}" type="parTrans" cxnId="{9E09AF81-B30A-495E-807F-F1B81C86C90D}">
      <dgm:prSet/>
      <dgm:spPr/>
      <dgm:t>
        <a:bodyPr/>
        <a:lstStyle/>
        <a:p>
          <a:endParaRPr lang="en-US"/>
        </a:p>
      </dgm:t>
    </dgm:pt>
    <dgm:pt modelId="{B693B3AB-EC28-4A41-B4E9-42FCDA1350A2}" type="sibTrans" cxnId="{9E09AF81-B30A-495E-807F-F1B81C86C90D}">
      <dgm:prSet/>
      <dgm:spPr/>
      <dgm:t>
        <a:bodyPr/>
        <a:lstStyle/>
        <a:p>
          <a:endParaRPr lang="en-US"/>
        </a:p>
      </dgm:t>
    </dgm:pt>
    <dgm:pt modelId="{7FDE0A96-7D0B-4A51-AADE-BD774BAFEC09}">
      <dgm:prSet/>
      <dgm:spPr/>
      <dgm:t>
        <a:bodyPr/>
        <a:lstStyle/>
        <a:p>
          <a:r>
            <a:rPr lang="es-MX">
              <a:hlinkClick xmlns:r="http://schemas.openxmlformats.org/officeDocument/2006/relationships" r:id="rId9"/>
            </a:rPr>
            <a:t>https://www.youtube.com/watch?v=YAIF-XsTxEU</a:t>
          </a:r>
          <a:endParaRPr lang="en-US"/>
        </a:p>
      </dgm:t>
    </dgm:pt>
    <dgm:pt modelId="{1643EB32-68BC-4D8A-9B60-9E2A1559A324}" type="parTrans" cxnId="{60A58947-6F1B-4234-A365-1C43884D9071}">
      <dgm:prSet/>
      <dgm:spPr/>
      <dgm:t>
        <a:bodyPr/>
        <a:lstStyle/>
        <a:p>
          <a:endParaRPr lang="en-US"/>
        </a:p>
      </dgm:t>
    </dgm:pt>
    <dgm:pt modelId="{88EEE7D5-E9C3-4782-A1E7-F44FEBED7428}" type="sibTrans" cxnId="{60A58947-6F1B-4234-A365-1C43884D9071}">
      <dgm:prSet/>
      <dgm:spPr/>
      <dgm:t>
        <a:bodyPr/>
        <a:lstStyle/>
        <a:p>
          <a:endParaRPr lang="en-US"/>
        </a:p>
      </dgm:t>
    </dgm:pt>
    <dgm:pt modelId="{7F840A28-F11E-45A5-8C32-DA3D68B4285A}" type="pres">
      <dgm:prSet presAssocID="{8CD5DDFF-CDA6-4B63-B41A-92FC95F4554F}" presName="linear" presStyleCnt="0">
        <dgm:presLayoutVars>
          <dgm:animLvl val="lvl"/>
          <dgm:resizeHandles val="exact"/>
        </dgm:presLayoutVars>
      </dgm:prSet>
      <dgm:spPr/>
    </dgm:pt>
    <dgm:pt modelId="{F23F74EB-868E-4FAC-9EB4-9A950AE0D231}" type="pres">
      <dgm:prSet presAssocID="{ADC6BFCB-A7F2-4F94-93E8-5737A96D1B15}" presName="parentText" presStyleLbl="node1" presStyleIdx="0" presStyleCnt="5">
        <dgm:presLayoutVars>
          <dgm:chMax val="0"/>
          <dgm:bulletEnabled val="1"/>
        </dgm:presLayoutVars>
      </dgm:prSet>
      <dgm:spPr/>
    </dgm:pt>
    <dgm:pt modelId="{24551B5D-352B-4590-AA56-76E22C54E392}" type="pres">
      <dgm:prSet presAssocID="{ADC6BFCB-A7F2-4F94-93E8-5737A96D1B15}" presName="childText" presStyleLbl="revTx" presStyleIdx="0" presStyleCnt="5">
        <dgm:presLayoutVars>
          <dgm:bulletEnabled val="1"/>
        </dgm:presLayoutVars>
      </dgm:prSet>
      <dgm:spPr/>
    </dgm:pt>
    <dgm:pt modelId="{E61EE1CC-E5C5-4E70-877C-9D746C129C1E}" type="pres">
      <dgm:prSet presAssocID="{A242A2C7-2482-46AF-B269-14E87BBBB6A0}" presName="parentText" presStyleLbl="node1" presStyleIdx="1" presStyleCnt="5">
        <dgm:presLayoutVars>
          <dgm:chMax val="0"/>
          <dgm:bulletEnabled val="1"/>
        </dgm:presLayoutVars>
      </dgm:prSet>
      <dgm:spPr/>
    </dgm:pt>
    <dgm:pt modelId="{983D7B0F-F437-43E0-8081-618C24070A0F}" type="pres">
      <dgm:prSet presAssocID="{A242A2C7-2482-46AF-B269-14E87BBBB6A0}" presName="childText" presStyleLbl="revTx" presStyleIdx="1" presStyleCnt="5">
        <dgm:presLayoutVars>
          <dgm:bulletEnabled val="1"/>
        </dgm:presLayoutVars>
      </dgm:prSet>
      <dgm:spPr/>
    </dgm:pt>
    <dgm:pt modelId="{2D39A990-A35E-4C8B-93DE-104D530FDF0B}" type="pres">
      <dgm:prSet presAssocID="{6A8895A0-1223-43F5-A324-77DC62FB98DC}" presName="parentText" presStyleLbl="node1" presStyleIdx="2" presStyleCnt="5">
        <dgm:presLayoutVars>
          <dgm:chMax val="0"/>
          <dgm:bulletEnabled val="1"/>
        </dgm:presLayoutVars>
      </dgm:prSet>
      <dgm:spPr/>
    </dgm:pt>
    <dgm:pt modelId="{BC2228CF-AC11-47CA-AA43-4443BABBFC66}" type="pres">
      <dgm:prSet presAssocID="{6A8895A0-1223-43F5-A324-77DC62FB98DC}" presName="childText" presStyleLbl="revTx" presStyleIdx="2" presStyleCnt="5">
        <dgm:presLayoutVars>
          <dgm:bulletEnabled val="1"/>
        </dgm:presLayoutVars>
      </dgm:prSet>
      <dgm:spPr/>
    </dgm:pt>
    <dgm:pt modelId="{98A74E50-CF5F-4B20-8341-CD7D547D3258}" type="pres">
      <dgm:prSet presAssocID="{7BCF01AB-58E0-416E-81C1-7F08F2CE2E58}" presName="parentText" presStyleLbl="node1" presStyleIdx="3" presStyleCnt="5">
        <dgm:presLayoutVars>
          <dgm:chMax val="0"/>
          <dgm:bulletEnabled val="1"/>
        </dgm:presLayoutVars>
      </dgm:prSet>
      <dgm:spPr/>
    </dgm:pt>
    <dgm:pt modelId="{F1F6349D-31EF-4F6D-BF8D-AEFEC3B46ECF}" type="pres">
      <dgm:prSet presAssocID="{7BCF01AB-58E0-416E-81C1-7F08F2CE2E58}" presName="childText" presStyleLbl="revTx" presStyleIdx="3" presStyleCnt="5">
        <dgm:presLayoutVars>
          <dgm:bulletEnabled val="1"/>
        </dgm:presLayoutVars>
      </dgm:prSet>
      <dgm:spPr/>
    </dgm:pt>
    <dgm:pt modelId="{D14D1A14-33E4-4A92-B8BA-A553D6D3627E}" type="pres">
      <dgm:prSet presAssocID="{B73A3ECE-D2EC-47E6-856E-54FEA14F85B3}" presName="parentText" presStyleLbl="node1" presStyleIdx="4" presStyleCnt="5">
        <dgm:presLayoutVars>
          <dgm:chMax val="0"/>
          <dgm:bulletEnabled val="1"/>
        </dgm:presLayoutVars>
      </dgm:prSet>
      <dgm:spPr/>
    </dgm:pt>
    <dgm:pt modelId="{00DFD1AB-072D-4064-B285-38635DC973C4}" type="pres">
      <dgm:prSet presAssocID="{B73A3ECE-D2EC-47E6-856E-54FEA14F85B3}" presName="childText" presStyleLbl="revTx" presStyleIdx="4" presStyleCnt="5">
        <dgm:presLayoutVars>
          <dgm:bulletEnabled val="1"/>
        </dgm:presLayoutVars>
      </dgm:prSet>
      <dgm:spPr/>
    </dgm:pt>
  </dgm:ptLst>
  <dgm:cxnLst>
    <dgm:cxn modelId="{2D7CB502-7741-4213-9767-B5CBDFE43E44}" type="presOf" srcId="{C53014C1-59EC-4476-93E7-8A412D8581E2}" destId="{BC2228CF-AC11-47CA-AA43-4443BABBFC66}" srcOrd="0" destOrd="2" presId="urn:microsoft.com/office/officeart/2005/8/layout/vList2"/>
    <dgm:cxn modelId="{84459603-8283-4A47-8F62-B35D0EFBCCFB}" srcId="{8CD5DDFF-CDA6-4B63-B41A-92FC95F4554F}" destId="{A242A2C7-2482-46AF-B269-14E87BBBB6A0}" srcOrd="1" destOrd="0" parTransId="{31B747A8-5075-43BA-97B5-B8D2C1D9358F}" sibTransId="{992E5387-9822-4BFB-9A7E-0CF4D4A97398}"/>
    <dgm:cxn modelId="{A1540008-EFE7-4642-B845-B60C03634FA5}" type="presOf" srcId="{DF220DCA-E267-4861-8D57-1292D7547C5E}" destId="{BC2228CF-AC11-47CA-AA43-4443BABBFC66}" srcOrd="0" destOrd="0" presId="urn:microsoft.com/office/officeart/2005/8/layout/vList2"/>
    <dgm:cxn modelId="{4A02FA17-45F5-40C1-832D-A82A25E3F5E6}" type="presOf" srcId="{8CD5DDFF-CDA6-4B63-B41A-92FC95F4554F}" destId="{7F840A28-F11E-45A5-8C32-DA3D68B4285A}" srcOrd="0" destOrd="0" presId="urn:microsoft.com/office/officeart/2005/8/layout/vList2"/>
    <dgm:cxn modelId="{80651E24-AFBB-4004-AA47-4B848B23D305}" type="presOf" srcId="{1EE739E3-3E86-4B76-9374-644A3C665930}" destId="{BC2228CF-AC11-47CA-AA43-4443BABBFC66}" srcOrd="0" destOrd="1" presId="urn:microsoft.com/office/officeart/2005/8/layout/vList2"/>
    <dgm:cxn modelId="{A6C9342A-681D-474C-808C-E1A2FE1EC29B}" type="presOf" srcId="{880CDF94-F08C-45A1-B83E-1A05EA7F849E}" destId="{F1F6349D-31EF-4F6D-BF8D-AEFEC3B46ECF}" srcOrd="0" destOrd="0" presId="urn:microsoft.com/office/officeart/2005/8/layout/vList2"/>
    <dgm:cxn modelId="{CC399B32-4A1F-408D-8510-D8D56314D0C5}" srcId="{8CD5DDFF-CDA6-4B63-B41A-92FC95F4554F}" destId="{7BCF01AB-58E0-416E-81C1-7F08F2CE2E58}" srcOrd="3" destOrd="0" parTransId="{B5070111-8AED-4CF3-9FC0-0981975D608A}" sibTransId="{B7CF7475-E367-4770-B74F-BEAAB3236D63}"/>
    <dgm:cxn modelId="{B0799060-4F61-4157-890B-C4B1330EB0AA}" type="presOf" srcId="{7BCF01AB-58E0-416E-81C1-7F08F2CE2E58}" destId="{98A74E50-CF5F-4B20-8341-CD7D547D3258}" srcOrd="0" destOrd="0" presId="urn:microsoft.com/office/officeart/2005/8/layout/vList2"/>
    <dgm:cxn modelId="{51F88065-D6BE-4EBF-8146-16964F1F9DCC}" srcId="{7BCF01AB-58E0-416E-81C1-7F08F2CE2E58}" destId="{880CDF94-F08C-45A1-B83E-1A05EA7F849E}" srcOrd="0" destOrd="0" parTransId="{9AFCCCB9-00E8-451D-B70D-CE7ADABB719A}" sibTransId="{43542E14-1DB5-491A-80F4-87697B94291C}"/>
    <dgm:cxn modelId="{8E454666-A8B2-46DF-A093-9BA078E14126}" type="presOf" srcId="{7FDE0A96-7D0B-4A51-AADE-BD774BAFEC09}" destId="{00DFD1AB-072D-4064-B285-38635DC973C4}" srcOrd="0" destOrd="0" presId="urn:microsoft.com/office/officeart/2005/8/layout/vList2"/>
    <dgm:cxn modelId="{60A58947-6F1B-4234-A365-1C43884D9071}" srcId="{B73A3ECE-D2EC-47E6-856E-54FEA14F85B3}" destId="{7FDE0A96-7D0B-4A51-AADE-BD774BAFEC09}" srcOrd="0" destOrd="0" parTransId="{1643EB32-68BC-4D8A-9B60-9E2A1559A324}" sibTransId="{88EEE7D5-E9C3-4782-A1E7-F44FEBED7428}"/>
    <dgm:cxn modelId="{17EB8D6E-D5D5-434E-904A-247BDEAEE5DA}" srcId="{6A8895A0-1223-43F5-A324-77DC62FB98DC}" destId="{C53014C1-59EC-4476-93E7-8A412D8581E2}" srcOrd="2" destOrd="0" parTransId="{8352BA61-FC7D-41F4-8B9C-58AAAF72564C}" sibTransId="{F0B66C79-F059-4920-8C2B-BEA9488A6244}"/>
    <dgm:cxn modelId="{0E21574F-07EF-482F-B8A3-7A0F9C2AF4B7}" srcId="{6A8895A0-1223-43F5-A324-77DC62FB98DC}" destId="{DF220DCA-E267-4861-8D57-1292D7547C5E}" srcOrd="0" destOrd="0" parTransId="{A88C05C5-F89A-4641-AD90-D2F12B32E518}" sibTransId="{B8859639-B700-4B32-B74A-76F25E9868A8}"/>
    <dgm:cxn modelId="{5FD8DC52-0F1D-4AD1-891B-86578C648A7E}" type="presOf" srcId="{6A8895A0-1223-43F5-A324-77DC62FB98DC}" destId="{2D39A990-A35E-4C8B-93DE-104D530FDF0B}" srcOrd="0" destOrd="0" presId="urn:microsoft.com/office/officeart/2005/8/layout/vList2"/>
    <dgm:cxn modelId="{9E09AF81-B30A-495E-807F-F1B81C86C90D}" srcId="{8CD5DDFF-CDA6-4B63-B41A-92FC95F4554F}" destId="{B73A3ECE-D2EC-47E6-856E-54FEA14F85B3}" srcOrd="4" destOrd="0" parTransId="{EC39EAC7-6CA0-421E-9B14-FF17C4E9B77B}" sibTransId="{B693B3AB-EC28-4A41-B4E9-42FCDA1350A2}"/>
    <dgm:cxn modelId="{B9818887-57F6-4754-9F40-B5A300DC8586}" srcId="{ADC6BFCB-A7F2-4F94-93E8-5737A96D1B15}" destId="{803BDA67-54DA-4C5E-8D25-62733FE0FE6D}" srcOrd="1" destOrd="0" parTransId="{CE646A64-9B0C-4FF1-B9CA-438FB4AE80CB}" sibTransId="{EC29B181-9311-484F-9975-5F01996FDBE3}"/>
    <dgm:cxn modelId="{292B4C89-F56F-4EC3-9964-D845A65CAA34}" srcId="{6A8895A0-1223-43F5-A324-77DC62FB98DC}" destId="{1EE739E3-3E86-4B76-9374-644A3C665930}" srcOrd="1" destOrd="0" parTransId="{0CA5755D-6BDA-45BF-9621-766E9E2D7B2E}" sibTransId="{8DC2F259-C0DF-4720-9603-A6056898785D}"/>
    <dgm:cxn modelId="{C3360A96-CF70-4E64-A14F-9D1AD7F4DFE4}" type="presOf" srcId="{29544420-EB7D-40D7-A897-9B0DBB4BF33D}" destId="{983D7B0F-F437-43E0-8081-618C24070A0F}" srcOrd="0" destOrd="0" presId="urn:microsoft.com/office/officeart/2005/8/layout/vList2"/>
    <dgm:cxn modelId="{3E8F4597-3539-472E-B638-29B64A6BA597}" srcId="{A242A2C7-2482-46AF-B269-14E87BBBB6A0}" destId="{29544420-EB7D-40D7-A897-9B0DBB4BF33D}" srcOrd="0" destOrd="0" parTransId="{CF9CFC2B-F876-41F4-9829-57FB0A2CC482}" sibTransId="{3B87E219-ABE1-47A7-8AB7-826C82F808A4}"/>
    <dgm:cxn modelId="{17F3D19E-C924-43F1-B99B-7222847B01B5}" type="presOf" srcId="{B73A3ECE-D2EC-47E6-856E-54FEA14F85B3}" destId="{D14D1A14-33E4-4A92-B8BA-A553D6D3627E}" srcOrd="0" destOrd="0" presId="urn:microsoft.com/office/officeart/2005/8/layout/vList2"/>
    <dgm:cxn modelId="{C17987AE-A73C-4693-8AA5-856986A00E74}" type="presOf" srcId="{A242A2C7-2482-46AF-B269-14E87BBBB6A0}" destId="{E61EE1CC-E5C5-4E70-877C-9D746C129C1E}" srcOrd="0" destOrd="0" presId="urn:microsoft.com/office/officeart/2005/8/layout/vList2"/>
    <dgm:cxn modelId="{86BC78AF-45AA-4621-96DC-44F865DB4F56}" srcId="{A242A2C7-2482-46AF-B269-14E87BBBB6A0}" destId="{B7F73386-0AAE-498C-822F-3BADF42762FC}" srcOrd="1" destOrd="0" parTransId="{6921CAAC-15DC-40B1-B303-5BF44C323DD6}" sibTransId="{B50ACFC3-95B5-4111-90A1-7EA801D2C338}"/>
    <dgm:cxn modelId="{477472B9-712D-4505-918D-404C19AD9480}" srcId="{8CD5DDFF-CDA6-4B63-B41A-92FC95F4554F}" destId="{ADC6BFCB-A7F2-4F94-93E8-5737A96D1B15}" srcOrd="0" destOrd="0" parTransId="{9F4D9983-84C5-447F-928D-454078BEB452}" sibTransId="{C60DA849-14FA-412A-8235-96A212573237}"/>
    <dgm:cxn modelId="{5C0E42CB-840C-42B4-8AFC-0BB775556A01}" type="presOf" srcId="{E1DB2F5C-EECF-4DFA-91BF-9A211C7294E0}" destId="{24551B5D-352B-4590-AA56-76E22C54E392}" srcOrd="0" destOrd="0" presId="urn:microsoft.com/office/officeart/2005/8/layout/vList2"/>
    <dgm:cxn modelId="{AD42C0CC-E121-42DF-947A-FAFA226C6A51}" type="presOf" srcId="{B7F73386-0AAE-498C-822F-3BADF42762FC}" destId="{983D7B0F-F437-43E0-8081-618C24070A0F}" srcOrd="0" destOrd="1" presId="urn:microsoft.com/office/officeart/2005/8/layout/vList2"/>
    <dgm:cxn modelId="{1A4D74D2-A655-4325-94EB-FCA224E637B3}" type="presOf" srcId="{ADC6BFCB-A7F2-4F94-93E8-5737A96D1B15}" destId="{F23F74EB-868E-4FAC-9EB4-9A950AE0D231}" srcOrd="0" destOrd="0" presId="urn:microsoft.com/office/officeart/2005/8/layout/vList2"/>
    <dgm:cxn modelId="{21FB61D4-851B-4AD0-A8AE-5AA0DF4A481A}" srcId="{8CD5DDFF-CDA6-4B63-B41A-92FC95F4554F}" destId="{6A8895A0-1223-43F5-A324-77DC62FB98DC}" srcOrd="2" destOrd="0" parTransId="{9F869F7B-7F63-42F7-9787-59DA64402FFF}" sibTransId="{4F4B0C60-4D00-4EF0-996C-30B8812E4B05}"/>
    <dgm:cxn modelId="{1648C9E9-CA38-431A-88EB-578EC0D5EC81}" srcId="{ADC6BFCB-A7F2-4F94-93E8-5737A96D1B15}" destId="{E1DB2F5C-EECF-4DFA-91BF-9A211C7294E0}" srcOrd="0" destOrd="0" parTransId="{78168423-C5AC-4556-B8C6-A1609D34E328}" sibTransId="{B8BACA9A-029A-4CDF-AFA0-7989A91C298C}"/>
    <dgm:cxn modelId="{E60368F1-5507-40E9-A75C-B7115986E657}" type="presOf" srcId="{803BDA67-54DA-4C5E-8D25-62733FE0FE6D}" destId="{24551B5D-352B-4590-AA56-76E22C54E392}" srcOrd="0" destOrd="1" presId="urn:microsoft.com/office/officeart/2005/8/layout/vList2"/>
    <dgm:cxn modelId="{C0BF42A4-8401-4F4E-A3B8-AD717ED855BF}" type="presParOf" srcId="{7F840A28-F11E-45A5-8C32-DA3D68B4285A}" destId="{F23F74EB-868E-4FAC-9EB4-9A950AE0D231}" srcOrd="0" destOrd="0" presId="urn:microsoft.com/office/officeart/2005/8/layout/vList2"/>
    <dgm:cxn modelId="{BFF26D83-1CEA-47B2-949F-A07C1A67F085}" type="presParOf" srcId="{7F840A28-F11E-45A5-8C32-DA3D68B4285A}" destId="{24551B5D-352B-4590-AA56-76E22C54E392}" srcOrd="1" destOrd="0" presId="urn:microsoft.com/office/officeart/2005/8/layout/vList2"/>
    <dgm:cxn modelId="{B873E620-E421-42A9-9856-A076B80CA7FE}" type="presParOf" srcId="{7F840A28-F11E-45A5-8C32-DA3D68B4285A}" destId="{E61EE1CC-E5C5-4E70-877C-9D746C129C1E}" srcOrd="2" destOrd="0" presId="urn:microsoft.com/office/officeart/2005/8/layout/vList2"/>
    <dgm:cxn modelId="{653BFB88-102D-4404-B718-9DE50C121B96}" type="presParOf" srcId="{7F840A28-F11E-45A5-8C32-DA3D68B4285A}" destId="{983D7B0F-F437-43E0-8081-618C24070A0F}" srcOrd="3" destOrd="0" presId="urn:microsoft.com/office/officeart/2005/8/layout/vList2"/>
    <dgm:cxn modelId="{E99B1B73-3400-47D6-83D7-9C932F3FAC03}" type="presParOf" srcId="{7F840A28-F11E-45A5-8C32-DA3D68B4285A}" destId="{2D39A990-A35E-4C8B-93DE-104D530FDF0B}" srcOrd="4" destOrd="0" presId="urn:microsoft.com/office/officeart/2005/8/layout/vList2"/>
    <dgm:cxn modelId="{CA8C4FAD-48E2-4ECB-8E55-87D3030E84F5}" type="presParOf" srcId="{7F840A28-F11E-45A5-8C32-DA3D68B4285A}" destId="{BC2228CF-AC11-47CA-AA43-4443BABBFC66}" srcOrd="5" destOrd="0" presId="urn:microsoft.com/office/officeart/2005/8/layout/vList2"/>
    <dgm:cxn modelId="{9E1DD7CB-94E3-4837-8F42-2BAFD178DDF2}" type="presParOf" srcId="{7F840A28-F11E-45A5-8C32-DA3D68B4285A}" destId="{98A74E50-CF5F-4B20-8341-CD7D547D3258}" srcOrd="6" destOrd="0" presId="urn:microsoft.com/office/officeart/2005/8/layout/vList2"/>
    <dgm:cxn modelId="{7D65E1BE-3A52-48CE-984A-DABE371B82AE}" type="presParOf" srcId="{7F840A28-F11E-45A5-8C32-DA3D68B4285A}" destId="{F1F6349D-31EF-4F6D-BF8D-AEFEC3B46ECF}" srcOrd="7" destOrd="0" presId="urn:microsoft.com/office/officeart/2005/8/layout/vList2"/>
    <dgm:cxn modelId="{C8E19015-5AC9-472B-9420-47AC59BE362E}" type="presParOf" srcId="{7F840A28-F11E-45A5-8C32-DA3D68B4285A}" destId="{D14D1A14-33E4-4A92-B8BA-A553D6D3627E}" srcOrd="8" destOrd="0" presId="urn:microsoft.com/office/officeart/2005/8/layout/vList2"/>
    <dgm:cxn modelId="{057514FC-D05C-487C-8608-C536BC0ECFBF}" type="presParOf" srcId="{7F840A28-F11E-45A5-8C32-DA3D68B4285A}" destId="{00DFD1AB-072D-4064-B285-38635DC973C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E56FED-043F-4BE0-97D3-8B4F4AC55EF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7BF36DA-BC3C-4A89-A873-FDB5624FFA18}">
      <dgm:prSet/>
      <dgm:spPr/>
      <dgm:t>
        <a:bodyPr/>
        <a:lstStyle/>
        <a:p>
          <a:pPr>
            <a:lnSpc>
              <a:spcPct val="100000"/>
            </a:lnSpc>
            <a:defRPr b="1"/>
          </a:pPr>
          <a:r>
            <a:rPr lang="es-AR"/>
            <a:t>Interactivo</a:t>
          </a:r>
          <a:endParaRPr lang="en-US"/>
        </a:p>
      </dgm:t>
    </dgm:pt>
    <dgm:pt modelId="{9CF5AB13-8B67-4C01-8F80-033CCFD238C4}" type="parTrans" cxnId="{2D0EA7A1-812D-495A-A988-263DAC204626}">
      <dgm:prSet/>
      <dgm:spPr/>
      <dgm:t>
        <a:bodyPr/>
        <a:lstStyle/>
        <a:p>
          <a:endParaRPr lang="en-US"/>
        </a:p>
      </dgm:t>
    </dgm:pt>
    <dgm:pt modelId="{6C4577E4-8A54-410E-96AA-4A409017EC08}" type="sibTrans" cxnId="{2D0EA7A1-812D-495A-A988-263DAC204626}">
      <dgm:prSet/>
      <dgm:spPr/>
      <dgm:t>
        <a:bodyPr/>
        <a:lstStyle/>
        <a:p>
          <a:endParaRPr lang="en-US"/>
        </a:p>
      </dgm:t>
    </dgm:pt>
    <dgm:pt modelId="{368F6B54-3713-4212-AC8C-AB6748CA46D6}">
      <dgm:prSet/>
      <dgm:spPr/>
      <dgm:t>
        <a:bodyPr/>
        <a:lstStyle/>
        <a:p>
          <a:pPr>
            <a:lnSpc>
              <a:spcPct val="100000"/>
            </a:lnSpc>
          </a:pPr>
          <a:r>
            <a:rPr lang="es-AR"/>
            <a:t>Se escribe directamente en Python de a una línea por vez y el programa responde</a:t>
          </a:r>
          <a:endParaRPr lang="en-US"/>
        </a:p>
      </dgm:t>
    </dgm:pt>
    <dgm:pt modelId="{5F25646A-65DD-4841-8B5D-1986825B6887}" type="parTrans" cxnId="{1955FAD3-5931-414B-A13E-2C0AB8D319A7}">
      <dgm:prSet/>
      <dgm:spPr/>
      <dgm:t>
        <a:bodyPr/>
        <a:lstStyle/>
        <a:p>
          <a:endParaRPr lang="en-US"/>
        </a:p>
      </dgm:t>
    </dgm:pt>
    <dgm:pt modelId="{7E7562D3-3B62-4DFA-A700-64CE4FA04351}" type="sibTrans" cxnId="{1955FAD3-5931-414B-A13E-2C0AB8D319A7}">
      <dgm:prSet/>
      <dgm:spPr/>
      <dgm:t>
        <a:bodyPr/>
        <a:lstStyle/>
        <a:p>
          <a:endParaRPr lang="en-US"/>
        </a:p>
      </dgm:t>
    </dgm:pt>
    <dgm:pt modelId="{FBF2E956-8D17-4E9A-9402-39319BB70D69}">
      <dgm:prSet/>
      <dgm:spPr/>
      <dgm:t>
        <a:bodyPr/>
        <a:lstStyle/>
        <a:p>
          <a:pPr>
            <a:lnSpc>
              <a:spcPct val="100000"/>
            </a:lnSpc>
            <a:defRPr b="1"/>
          </a:pPr>
          <a:r>
            <a:rPr lang="es-AR"/>
            <a:t>Script</a:t>
          </a:r>
          <a:endParaRPr lang="en-US"/>
        </a:p>
      </dgm:t>
    </dgm:pt>
    <dgm:pt modelId="{7861A0BD-8BF4-44BC-876F-7646AFC275F9}" type="parTrans" cxnId="{C190E51E-DB46-4003-84D6-1593C3C0E6A4}">
      <dgm:prSet/>
      <dgm:spPr/>
      <dgm:t>
        <a:bodyPr/>
        <a:lstStyle/>
        <a:p>
          <a:endParaRPr lang="en-US"/>
        </a:p>
      </dgm:t>
    </dgm:pt>
    <dgm:pt modelId="{A9AF322B-C8A1-44BF-86B4-B820D3820D8C}" type="sibTrans" cxnId="{C190E51E-DB46-4003-84D6-1593C3C0E6A4}">
      <dgm:prSet/>
      <dgm:spPr/>
      <dgm:t>
        <a:bodyPr/>
        <a:lstStyle/>
        <a:p>
          <a:endParaRPr lang="en-US"/>
        </a:p>
      </dgm:t>
    </dgm:pt>
    <dgm:pt modelId="{307005FB-811F-476D-96B8-DE1F98B2D89B}">
      <dgm:prSet/>
      <dgm:spPr/>
      <dgm:t>
        <a:bodyPr/>
        <a:lstStyle/>
        <a:p>
          <a:pPr>
            <a:lnSpc>
              <a:spcPct val="100000"/>
            </a:lnSpc>
          </a:pPr>
          <a:r>
            <a:rPr lang="es-AR"/>
            <a:t>Se ingresa una secuencia de enunciados (líneas) en un archivo utilizando un editor de texto y le dice a Python que ejecute los enunciados en el archivo</a:t>
          </a:r>
          <a:endParaRPr lang="en-US"/>
        </a:p>
      </dgm:t>
    </dgm:pt>
    <dgm:pt modelId="{FCB05D46-399C-4C9D-ABC2-A228030FB328}" type="parTrans" cxnId="{1A197144-D4C1-46B0-9D41-42574610B625}">
      <dgm:prSet/>
      <dgm:spPr/>
      <dgm:t>
        <a:bodyPr/>
        <a:lstStyle/>
        <a:p>
          <a:endParaRPr lang="en-US"/>
        </a:p>
      </dgm:t>
    </dgm:pt>
    <dgm:pt modelId="{1EDE5FC6-F4B5-4E68-B8A6-DCBACD1A2672}" type="sibTrans" cxnId="{1A197144-D4C1-46B0-9D41-42574610B625}">
      <dgm:prSet/>
      <dgm:spPr/>
      <dgm:t>
        <a:bodyPr/>
        <a:lstStyle/>
        <a:p>
          <a:endParaRPr lang="en-US"/>
        </a:p>
      </dgm:t>
    </dgm:pt>
    <dgm:pt modelId="{9A6999D8-3E6E-4C20-BEC7-83B5C960D808}" type="pres">
      <dgm:prSet presAssocID="{C1E56FED-043F-4BE0-97D3-8B4F4AC55EF0}" presName="root" presStyleCnt="0">
        <dgm:presLayoutVars>
          <dgm:dir/>
          <dgm:resizeHandles val="exact"/>
        </dgm:presLayoutVars>
      </dgm:prSet>
      <dgm:spPr/>
    </dgm:pt>
    <dgm:pt modelId="{1792B62D-D93D-4763-8268-673D5D591F28}" type="pres">
      <dgm:prSet presAssocID="{07BF36DA-BC3C-4A89-A873-FDB5624FFA18}" presName="compNode" presStyleCnt="0"/>
      <dgm:spPr/>
    </dgm:pt>
    <dgm:pt modelId="{CE8EEC9A-6B60-4D19-BB26-BFCBC25089C3}" type="pres">
      <dgm:prSet presAssocID="{07BF36DA-BC3C-4A89-A873-FDB5624FFA1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ntífrico"/>
        </a:ext>
      </dgm:extLst>
    </dgm:pt>
    <dgm:pt modelId="{E8AC425F-A3B8-47F0-9204-83842778D271}" type="pres">
      <dgm:prSet presAssocID="{07BF36DA-BC3C-4A89-A873-FDB5624FFA18}" presName="iconSpace" presStyleCnt="0"/>
      <dgm:spPr/>
    </dgm:pt>
    <dgm:pt modelId="{AF04CABF-0A4B-4045-959F-16765DAFEBF3}" type="pres">
      <dgm:prSet presAssocID="{07BF36DA-BC3C-4A89-A873-FDB5624FFA18}" presName="parTx" presStyleLbl="revTx" presStyleIdx="0" presStyleCnt="4">
        <dgm:presLayoutVars>
          <dgm:chMax val="0"/>
          <dgm:chPref val="0"/>
        </dgm:presLayoutVars>
      </dgm:prSet>
      <dgm:spPr/>
    </dgm:pt>
    <dgm:pt modelId="{0AA9C8DE-F149-464D-8ADA-1B0A43297D08}" type="pres">
      <dgm:prSet presAssocID="{07BF36DA-BC3C-4A89-A873-FDB5624FFA18}" presName="txSpace" presStyleCnt="0"/>
      <dgm:spPr/>
    </dgm:pt>
    <dgm:pt modelId="{3CE1D5B8-4A30-4ADB-8187-F1202C23EA93}" type="pres">
      <dgm:prSet presAssocID="{07BF36DA-BC3C-4A89-A873-FDB5624FFA18}" presName="desTx" presStyleLbl="revTx" presStyleIdx="1" presStyleCnt="4">
        <dgm:presLayoutVars/>
      </dgm:prSet>
      <dgm:spPr/>
    </dgm:pt>
    <dgm:pt modelId="{323935C3-B2A3-4CC0-A175-B3371B6A24C6}" type="pres">
      <dgm:prSet presAssocID="{6C4577E4-8A54-410E-96AA-4A409017EC08}" presName="sibTrans" presStyleCnt="0"/>
      <dgm:spPr/>
    </dgm:pt>
    <dgm:pt modelId="{883D31FD-CC49-41B6-9C79-9EC1FD68F131}" type="pres">
      <dgm:prSet presAssocID="{FBF2E956-8D17-4E9A-9402-39319BB70D69}" presName="compNode" presStyleCnt="0"/>
      <dgm:spPr/>
    </dgm:pt>
    <dgm:pt modelId="{36C6382D-A9C2-4728-8083-060E1B555FE3}" type="pres">
      <dgm:prSet presAssocID="{FBF2E956-8D17-4E9A-9402-39319BB70D6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ip"/>
        </a:ext>
      </dgm:extLst>
    </dgm:pt>
    <dgm:pt modelId="{BD92C91B-B199-486F-ABC2-46D58390425D}" type="pres">
      <dgm:prSet presAssocID="{FBF2E956-8D17-4E9A-9402-39319BB70D69}" presName="iconSpace" presStyleCnt="0"/>
      <dgm:spPr/>
    </dgm:pt>
    <dgm:pt modelId="{5A188C55-D739-4EB9-AFFA-98566C90D774}" type="pres">
      <dgm:prSet presAssocID="{FBF2E956-8D17-4E9A-9402-39319BB70D69}" presName="parTx" presStyleLbl="revTx" presStyleIdx="2" presStyleCnt="4">
        <dgm:presLayoutVars>
          <dgm:chMax val="0"/>
          <dgm:chPref val="0"/>
        </dgm:presLayoutVars>
      </dgm:prSet>
      <dgm:spPr/>
    </dgm:pt>
    <dgm:pt modelId="{BE077164-7224-4324-9FEE-FA5D4F8A5389}" type="pres">
      <dgm:prSet presAssocID="{FBF2E956-8D17-4E9A-9402-39319BB70D69}" presName="txSpace" presStyleCnt="0"/>
      <dgm:spPr/>
    </dgm:pt>
    <dgm:pt modelId="{28C2980C-FE29-461D-BA0C-947E8A2376F6}" type="pres">
      <dgm:prSet presAssocID="{FBF2E956-8D17-4E9A-9402-39319BB70D69}" presName="desTx" presStyleLbl="revTx" presStyleIdx="3" presStyleCnt="4">
        <dgm:presLayoutVars/>
      </dgm:prSet>
      <dgm:spPr/>
    </dgm:pt>
  </dgm:ptLst>
  <dgm:cxnLst>
    <dgm:cxn modelId="{C190E51E-DB46-4003-84D6-1593C3C0E6A4}" srcId="{C1E56FED-043F-4BE0-97D3-8B4F4AC55EF0}" destId="{FBF2E956-8D17-4E9A-9402-39319BB70D69}" srcOrd="1" destOrd="0" parTransId="{7861A0BD-8BF4-44BC-876F-7646AFC275F9}" sibTransId="{A9AF322B-C8A1-44BF-86B4-B820D3820D8C}"/>
    <dgm:cxn modelId="{1A197144-D4C1-46B0-9D41-42574610B625}" srcId="{FBF2E956-8D17-4E9A-9402-39319BB70D69}" destId="{307005FB-811F-476D-96B8-DE1F98B2D89B}" srcOrd="0" destOrd="0" parTransId="{FCB05D46-399C-4C9D-ABC2-A228030FB328}" sibTransId="{1EDE5FC6-F4B5-4E68-B8A6-DCBACD1A2672}"/>
    <dgm:cxn modelId="{97B43E47-BAA6-4BDF-918D-334A784AD78B}" type="presOf" srcId="{07BF36DA-BC3C-4A89-A873-FDB5624FFA18}" destId="{AF04CABF-0A4B-4045-959F-16765DAFEBF3}" srcOrd="0" destOrd="0" presId="urn:microsoft.com/office/officeart/2018/2/layout/IconLabelDescriptionList"/>
    <dgm:cxn modelId="{A196146D-AF97-47A0-8F35-220AA1579BFA}" type="presOf" srcId="{C1E56FED-043F-4BE0-97D3-8B4F4AC55EF0}" destId="{9A6999D8-3E6E-4C20-BEC7-83B5C960D808}" srcOrd="0" destOrd="0" presId="urn:microsoft.com/office/officeart/2018/2/layout/IconLabelDescriptionList"/>
    <dgm:cxn modelId="{629DBE4E-2546-4471-BED3-1AF76838CAA1}" type="presOf" srcId="{307005FB-811F-476D-96B8-DE1F98B2D89B}" destId="{28C2980C-FE29-461D-BA0C-947E8A2376F6}" srcOrd="0" destOrd="0" presId="urn:microsoft.com/office/officeart/2018/2/layout/IconLabelDescriptionList"/>
    <dgm:cxn modelId="{29638953-F302-488C-9B88-55BE0031B5AC}" type="presOf" srcId="{368F6B54-3713-4212-AC8C-AB6748CA46D6}" destId="{3CE1D5B8-4A30-4ADB-8187-F1202C23EA93}" srcOrd="0" destOrd="0" presId="urn:microsoft.com/office/officeart/2018/2/layout/IconLabelDescriptionList"/>
    <dgm:cxn modelId="{BD007D95-D80D-4BE7-A74D-39DBBD582015}" type="presOf" srcId="{FBF2E956-8D17-4E9A-9402-39319BB70D69}" destId="{5A188C55-D739-4EB9-AFFA-98566C90D774}" srcOrd="0" destOrd="0" presId="urn:microsoft.com/office/officeart/2018/2/layout/IconLabelDescriptionList"/>
    <dgm:cxn modelId="{2D0EA7A1-812D-495A-A988-263DAC204626}" srcId="{C1E56FED-043F-4BE0-97D3-8B4F4AC55EF0}" destId="{07BF36DA-BC3C-4A89-A873-FDB5624FFA18}" srcOrd="0" destOrd="0" parTransId="{9CF5AB13-8B67-4C01-8F80-033CCFD238C4}" sibTransId="{6C4577E4-8A54-410E-96AA-4A409017EC08}"/>
    <dgm:cxn modelId="{1955FAD3-5931-414B-A13E-2C0AB8D319A7}" srcId="{07BF36DA-BC3C-4A89-A873-FDB5624FFA18}" destId="{368F6B54-3713-4212-AC8C-AB6748CA46D6}" srcOrd="0" destOrd="0" parTransId="{5F25646A-65DD-4841-8B5D-1986825B6887}" sibTransId="{7E7562D3-3B62-4DFA-A700-64CE4FA04351}"/>
    <dgm:cxn modelId="{B3F1C36C-F726-4F46-8EAA-2E2BA2DD128E}" type="presParOf" srcId="{9A6999D8-3E6E-4C20-BEC7-83B5C960D808}" destId="{1792B62D-D93D-4763-8268-673D5D591F28}" srcOrd="0" destOrd="0" presId="urn:microsoft.com/office/officeart/2018/2/layout/IconLabelDescriptionList"/>
    <dgm:cxn modelId="{E66592F8-5161-4822-B95D-016F2220435B}" type="presParOf" srcId="{1792B62D-D93D-4763-8268-673D5D591F28}" destId="{CE8EEC9A-6B60-4D19-BB26-BFCBC25089C3}" srcOrd="0" destOrd="0" presId="urn:microsoft.com/office/officeart/2018/2/layout/IconLabelDescriptionList"/>
    <dgm:cxn modelId="{DD2B5283-1C66-4E39-B21D-17D466A8FA0F}" type="presParOf" srcId="{1792B62D-D93D-4763-8268-673D5D591F28}" destId="{E8AC425F-A3B8-47F0-9204-83842778D271}" srcOrd="1" destOrd="0" presId="urn:microsoft.com/office/officeart/2018/2/layout/IconLabelDescriptionList"/>
    <dgm:cxn modelId="{BCDB99C8-FC73-442A-8E8B-98C39CC4D73A}" type="presParOf" srcId="{1792B62D-D93D-4763-8268-673D5D591F28}" destId="{AF04CABF-0A4B-4045-959F-16765DAFEBF3}" srcOrd="2" destOrd="0" presId="urn:microsoft.com/office/officeart/2018/2/layout/IconLabelDescriptionList"/>
    <dgm:cxn modelId="{6A139CCC-22A6-45DF-A6FE-00D8504BB372}" type="presParOf" srcId="{1792B62D-D93D-4763-8268-673D5D591F28}" destId="{0AA9C8DE-F149-464D-8ADA-1B0A43297D08}" srcOrd="3" destOrd="0" presId="urn:microsoft.com/office/officeart/2018/2/layout/IconLabelDescriptionList"/>
    <dgm:cxn modelId="{1F3A0736-B253-41FF-874D-BF28E0AA76A8}" type="presParOf" srcId="{1792B62D-D93D-4763-8268-673D5D591F28}" destId="{3CE1D5B8-4A30-4ADB-8187-F1202C23EA93}" srcOrd="4" destOrd="0" presId="urn:microsoft.com/office/officeart/2018/2/layout/IconLabelDescriptionList"/>
    <dgm:cxn modelId="{1E060935-F8F9-493E-9E01-3E4BFB8819ED}" type="presParOf" srcId="{9A6999D8-3E6E-4C20-BEC7-83B5C960D808}" destId="{323935C3-B2A3-4CC0-A175-B3371B6A24C6}" srcOrd="1" destOrd="0" presId="urn:microsoft.com/office/officeart/2018/2/layout/IconLabelDescriptionList"/>
    <dgm:cxn modelId="{E9C6D9EB-D9DD-4918-AA1C-241A7C12716D}" type="presParOf" srcId="{9A6999D8-3E6E-4C20-BEC7-83B5C960D808}" destId="{883D31FD-CC49-41B6-9C79-9EC1FD68F131}" srcOrd="2" destOrd="0" presId="urn:microsoft.com/office/officeart/2018/2/layout/IconLabelDescriptionList"/>
    <dgm:cxn modelId="{676C2D2E-781C-407A-B266-D2DFB4347BBD}" type="presParOf" srcId="{883D31FD-CC49-41B6-9C79-9EC1FD68F131}" destId="{36C6382D-A9C2-4728-8083-060E1B555FE3}" srcOrd="0" destOrd="0" presId="urn:microsoft.com/office/officeart/2018/2/layout/IconLabelDescriptionList"/>
    <dgm:cxn modelId="{E8E4C013-3E88-41A9-BB6E-E9B535192747}" type="presParOf" srcId="{883D31FD-CC49-41B6-9C79-9EC1FD68F131}" destId="{BD92C91B-B199-486F-ABC2-46D58390425D}" srcOrd="1" destOrd="0" presId="urn:microsoft.com/office/officeart/2018/2/layout/IconLabelDescriptionList"/>
    <dgm:cxn modelId="{F0BC51B3-1DE0-44A5-A365-1368B67814D1}" type="presParOf" srcId="{883D31FD-CC49-41B6-9C79-9EC1FD68F131}" destId="{5A188C55-D739-4EB9-AFFA-98566C90D774}" srcOrd="2" destOrd="0" presId="urn:microsoft.com/office/officeart/2018/2/layout/IconLabelDescriptionList"/>
    <dgm:cxn modelId="{67E35CE9-91E2-4D61-974D-D7F0943CD973}" type="presParOf" srcId="{883D31FD-CC49-41B6-9C79-9EC1FD68F131}" destId="{BE077164-7224-4324-9FEE-FA5D4F8A5389}" srcOrd="3" destOrd="0" presId="urn:microsoft.com/office/officeart/2018/2/layout/IconLabelDescriptionList"/>
    <dgm:cxn modelId="{EAB8E8A5-9350-462A-9A82-3749F57B1C12}" type="presParOf" srcId="{883D31FD-CC49-41B6-9C79-9EC1FD68F131}" destId="{28C2980C-FE29-461D-BA0C-947E8A2376F6}"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F3E04-9D3A-4F26-9190-2FE6E2D99FC2}">
      <dsp:nvSpPr>
        <dsp:cNvPr id="0" name=""/>
        <dsp:cNvSpPr/>
      </dsp:nvSpPr>
      <dsp:spPr>
        <a:xfrm>
          <a:off x="0" y="97343"/>
          <a:ext cx="6263640" cy="17316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a:t>Dataset: colección de datos utilizados en tareas de aprendizaje automático. Cada registro de datos se denomina muestra. Los eventos o atributos que reflejan el rendimiento o la naturaleza de una muestra en un aspecto concreto se denominan características.</a:t>
          </a:r>
          <a:endParaRPr lang="en-US" sz="2000" kern="1200"/>
        </a:p>
      </dsp:txBody>
      <dsp:txXfrm>
        <a:off x="84530" y="181873"/>
        <a:ext cx="6094580" cy="1562540"/>
      </dsp:txXfrm>
    </dsp:sp>
    <dsp:sp modelId="{90A5EE3D-B5FE-4824-82B1-302086EB6D47}">
      <dsp:nvSpPr>
        <dsp:cNvPr id="0" name=""/>
        <dsp:cNvSpPr/>
      </dsp:nvSpPr>
      <dsp:spPr>
        <a:xfrm>
          <a:off x="0" y="1886544"/>
          <a:ext cx="6263640" cy="17316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a:t>Conjunto de entrenamiento: conjunto de datos utilizado en el proceso de entrenamiento, en el que cada muestra se denomina muestra de entrenamiento. El proceso de creación de un modelo a partir de los datos se denomina aprendizaje (formación).</a:t>
          </a:r>
          <a:endParaRPr lang="en-US" sz="2000" kern="1200"/>
        </a:p>
      </dsp:txBody>
      <dsp:txXfrm>
        <a:off x="84530" y="1971074"/>
        <a:ext cx="6094580" cy="1562540"/>
      </dsp:txXfrm>
    </dsp:sp>
    <dsp:sp modelId="{D67E9F89-63F3-4FD8-86DD-9F090F0A06AC}">
      <dsp:nvSpPr>
        <dsp:cNvPr id="0" name=""/>
        <dsp:cNvSpPr/>
      </dsp:nvSpPr>
      <dsp:spPr>
        <a:xfrm>
          <a:off x="0" y="3675744"/>
          <a:ext cx="6263640" cy="17316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a:t>Conjunto de pruebas: La prueba se refiere al proceso de utilizar el modelo obtenido tras el aprendizaje para la predicción. El conjunto de datos utilizado se denomina conjunto de prueba, y cada muestra se denomina muestra de prueba.</a:t>
          </a:r>
          <a:endParaRPr lang="en-US" sz="2000" kern="1200"/>
        </a:p>
      </dsp:txBody>
      <dsp:txXfrm>
        <a:off x="84530" y="3760274"/>
        <a:ext cx="6094580" cy="1562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3F74EB-868E-4FAC-9EB4-9A950AE0D231}">
      <dsp:nvSpPr>
        <dsp:cNvPr id="0" name=""/>
        <dsp:cNvSpPr/>
      </dsp:nvSpPr>
      <dsp:spPr>
        <a:xfrm>
          <a:off x="0" y="90033"/>
          <a:ext cx="6555347"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Instalar Python.</a:t>
          </a:r>
          <a:endParaRPr lang="en-US" sz="1900" kern="1200"/>
        </a:p>
      </dsp:txBody>
      <dsp:txXfrm>
        <a:off x="22246" y="112279"/>
        <a:ext cx="6510855" cy="411223"/>
      </dsp:txXfrm>
    </dsp:sp>
    <dsp:sp modelId="{24551B5D-352B-4590-AA56-76E22C54E392}">
      <dsp:nvSpPr>
        <dsp:cNvPr id="0" name=""/>
        <dsp:cNvSpPr/>
      </dsp:nvSpPr>
      <dsp:spPr>
        <a:xfrm>
          <a:off x="0" y="545748"/>
          <a:ext cx="6555347"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13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1"/>
            </a:rPr>
            <a:t>https://www.youtube.com/watch?v=m5i-Pq-z9w8</a:t>
          </a:r>
          <a:r>
            <a:rPr lang="es-MX" sz="1500" kern="1200"/>
            <a:t> (CÓMO Descargar e Instalar Python3 - 2022 en Windows 11)</a:t>
          </a:r>
          <a:endParaRPr lang="en-US" sz="1500" kern="1200"/>
        </a:p>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2"/>
            </a:rPr>
            <a:t>https://www.youtube.com/watch?v=xxZnunBwC4U</a:t>
          </a:r>
          <a:r>
            <a:rPr lang="es-MX" sz="1500" kern="1200"/>
            <a:t> (Cómo instalar Python en Mac OS X)</a:t>
          </a:r>
          <a:endParaRPr lang="en-US" sz="1500" kern="1200"/>
        </a:p>
      </dsp:txBody>
      <dsp:txXfrm>
        <a:off x="0" y="545748"/>
        <a:ext cx="6555347" cy="943920"/>
      </dsp:txXfrm>
    </dsp:sp>
    <dsp:sp modelId="{E61EE1CC-E5C5-4E70-877C-9D746C129C1E}">
      <dsp:nvSpPr>
        <dsp:cNvPr id="0" name=""/>
        <dsp:cNvSpPr/>
      </dsp:nvSpPr>
      <dsp:spPr>
        <a:xfrm>
          <a:off x="0" y="1489668"/>
          <a:ext cx="6555347"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Probar Google Colab.</a:t>
          </a:r>
          <a:endParaRPr lang="en-US" sz="1900" kern="1200"/>
        </a:p>
      </dsp:txBody>
      <dsp:txXfrm>
        <a:off x="22246" y="1511914"/>
        <a:ext cx="6510855" cy="411223"/>
      </dsp:txXfrm>
    </dsp:sp>
    <dsp:sp modelId="{983D7B0F-F437-43E0-8081-618C24070A0F}">
      <dsp:nvSpPr>
        <dsp:cNvPr id="0" name=""/>
        <dsp:cNvSpPr/>
      </dsp:nvSpPr>
      <dsp:spPr>
        <a:xfrm>
          <a:off x="0" y="1945383"/>
          <a:ext cx="6555347"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13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3"/>
            </a:rPr>
            <a:t>https://colab.research.google.com/</a:t>
          </a:r>
          <a:endParaRPr lang="en-US" sz="1500" kern="1200"/>
        </a:p>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4"/>
            </a:rPr>
            <a:t>https://www.youtube.com/watch?v=8VFYs3Ot_aA</a:t>
          </a:r>
          <a:r>
            <a:rPr lang="es-MX" sz="1500" kern="1200"/>
            <a:t> (Introducción a Google Colab, una noble y completa guía)</a:t>
          </a:r>
          <a:endParaRPr lang="en-US" sz="1500" kern="1200"/>
        </a:p>
      </dsp:txBody>
      <dsp:txXfrm>
        <a:off x="0" y="1945383"/>
        <a:ext cx="6555347" cy="727605"/>
      </dsp:txXfrm>
    </dsp:sp>
    <dsp:sp modelId="{2D39A990-A35E-4C8B-93DE-104D530FDF0B}">
      <dsp:nvSpPr>
        <dsp:cNvPr id="0" name=""/>
        <dsp:cNvSpPr/>
      </dsp:nvSpPr>
      <dsp:spPr>
        <a:xfrm>
          <a:off x="0" y="2672988"/>
          <a:ext cx="6555347"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Plus: Visual Studio Code</a:t>
          </a:r>
          <a:endParaRPr lang="en-US" sz="1900" kern="1200"/>
        </a:p>
      </dsp:txBody>
      <dsp:txXfrm>
        <a:off x="22246" y="2695234"/>
        <a:ext cx="6510855" cy="411223"/>
      </dsp:txXfrm>
    </dsp:sp>
    <dsp:sp modelId="{BC2228CF-AC11-47CA-AA43-4443BABBFC66}">
      <dsp:nvSpPr>
        <dsp:cNvPr id="0" name=""/>
        <dsp:cNvSpPr/>
      </dsp:nvSpPr>
      <dsp:spPr>
        <a:xfrm>
          <a:off x="0" y="3128703"/>
          <a:ext cx="6555347"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13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5"/>
            </a:rPr>
            <a:t>https://code.visualstudio.com/docs/python/python-tutorial</a:t>
          </a:r>
          <a:endParaRPr lang="en-US" sz="1500" kern="1200"/>
        </a:p>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6"/>
            </a:rPr>
            <a:t>https://www.youtube.com/watch?v=E9U-EBG8jVk</a:t>
          </a:r>
          <a:endParaRPr lang="en-US" sz="1500" kern="1200"/>
        </a:p>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7"/>
            </a:rPr>
            <a:t>https://learn.microsoft.com/en-us/training/modules/python-install-vscode/</a:t>
          </a:r>
          <a:endParaRPr lang="en-US" sz="1500" kern="1200"/>
        </a:p>
      </dsp:txBody>
      <dsp:txXfrm>
        <a:off x="0" y="3128703"/>
        <a:ext cx="6555347" cy="786599"/>
      </dsp:txXfrm>
    </dsp:sp>
    <dsp:sp modelId="{98A74E50-CF5F-4B20-8341-CD7D547D3258}">
      <dsp:nvSpPr>
        <dsp:cNvPr id="0" name=""/>
        <dsp:cNvSpPr/>
      </dsp:nvSpPr>
      <dsp:spPr>
        <a:xfrm>
          <a:off x="0" y="3915303"/>
          <a:ext cx="6555347"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Virtual Environments</a:t>
          </a:r>
          <a:endParaRPr lang="en-US" sz="1900" kern="1200"/>
        </a:p>
      </dsp:txBody>
      <dsp:txXfrm>
        <a:off x="22246" y="3937549"/>
        <a:ext cx="6510855" cy="411223"/>
      </dsp:txXfrm>
    </dsp:sp>
    <dsp:sp modelId="{F1F6349D-31EF-4F6D-BF8D-AEFEC3B46ECF}">
      <dsp:nvSpPr>
        <dsp:cNvPr id="0" name=""/>
        <dsp:cNvSpPr/>
      </dsp:nvSpPr>
      <dsp:spPr>
        <a:xfrm>
          <a:off x="0" y="4371018"/>
          <a:ext cx="6555347"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13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8"/>
            </a:rPr>
            <a:t>https://www.youtube.com/watch?v=KxvKCSwlUv8</a:t>
          </a:r>
          <a:endParaRPr lang="en-US" sz="1500" kern="1200"/>
        </a:p>
      </dsp:txBody>
      <dsp:txXfrm>
        <a:off x="0" y="4371018"/>
        <a:ext cx="6555347" cy="314640"/>
      </dsp:txXfrm>
    </dsp:sp>
    <dsp:sp modelId="{D14D1A14-33E4-4A92-B8BA-A553D6D3627E}">
      <dsp:nvSpPr>
        <dsp:cNvPr id="0" name=""/>
        <dsp:cNvSpPr/>
      </dsp:nvSpPr>
      <dsp:spPr>
        <a:xfrm>
          <a:off x="0" y="4685658"/>
          <a:ext cx="6555347"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Git</a:t>
          </a:r>
          <a:endParaRPr lang="en-US" sz="1900" kern="1200"/>
        </a:p>
      </dsp:txBody>
      <dsp:txXfrm>
        <a:off x="22246" y="4707904"/>
        <a:ext cx="6510855" cy="411223"/>
      </dsp:txXfrm>
    </dsp:sp>
    <dsp:sp modelId="{00DFD1AB-072D-4064-B285-38635DC973C4}">
      <dsp:nvSpPr>
        <dsp:cNvPr id="0" name=""/>
        <dsp:cNvSpPr/>
      </dsp:nvSpPr>
      <dsp:spPr>
        <a:xfrm>
          <a:off x="0" y="5141373"/>
          <a:ext cx="6555347"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13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a:hlinkClick xmlns:r="http://schemas.openxmlformats.org/officeDocument/2006/relationships" r:id="rId9"/>
            </a:rPr>
            <a:t>https://www.youtube.com/watch?v=YAIF-XsTxEU</a:t>
          </a:r>
          <a:endParaRPr lang="en-US" sz="1500" kern="1200"/>
        </a:p>
      </dsp:txBody>
      <dsp:txXfrm>
        <a:off x="0" y="5141373"/>
        <a:ext cx="6555347" cy="3146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EEC9A-6B60-4D19-BB26-BFCBC25089C3}">
      <dsp:nvSpPr>
        <dsp:cNvPr id="0" name=""/>
        <dsp:cNvSpPr/>
      </dsp:nvSpPr>
      <dsp:spPr>
        <a:xfrm>
          <a:off x="765914" y="12699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04CABF-0A4B-4045-959F-16765DAFEBF3}">
      <dsp:nvSpPr>
        <dsp:cNvPr id="0" name=""/>
        <dsp:cNvSpPr/>
      </dsp:nvSpPr>
      <dsp:spPr>
        <a:xfrm>
          <a:off x="765914" y="17867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s-AR" sz="3600" kern="1200"/>
            <a:t>Interactivo</a:t>
          </a:r>
          <a:endParaRPr lang="en-US" sz="3600" kern="1200"/>
        </a:p>
      </dsp:txBody>
      <dsp:txXfrm>
        <a:off x="765914" y="1786714"/>
        <a:ext cx="4320000" cy="648000"/>
      </dsp:txXfrm>
    </dsp:sp>
    <dsp:sp modelId="{3CE1D5B8-4A30-4ADB-8187-F1202C23EA93}">
      <dsp:nvSpPr>
        <dsp:cNvPr id="0" name=""/>
        <dsp:cNvSpPr/>
      </dsp:nvSpPr>
      <dsp:spPr>
        <a:xfrm>
          <a:off x="765914" y="2503422"/>
          <a:ext cx="4320000" cy="1058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s-AR" sz="1700" kern="1200"/>
            <a:t>Se escribe directamente en Python de a una línea por vez y el programa responde</a:t>
          </a:r>
          <a:endParaRPr lang="en-US" sz="1700" kern="1200"/>
        </a:p>
      </dsp:txBody>
      <dsp:txXfrm>
        <a:off x="765914" y="2503422"/>
        <a:ext cx="4320000" cy="1058991"/>
      </dsp:txXfrm>
    </dsp:sp>
    <dsp:sp modelId="{36C6382D-A9C2-4728-8083-060E1B555FE3}">
      <dsp:nvSpPr>
        <dsp:cNvPr id="0" name=""/>
        <dsp:cNvSpPr/>
      </dsp:nvSpPr>
      <dsp:spPr>
        <a:xfrm>
          <a:off x="5841914" y="12699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188C55-D739-4EB9-AFFA-98566C90D774}">
      <dsp:nvSpPr>
        <dsp:cNvPr id="0" name=""/>
        <dsp:cNvSpPr/>
      </dsp:nvSpPr>
      <dsp:spPr>
        <a:xfrm>
          <a:off x="5841914" y="17867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s-AR" sz="3600" kern="1200"/>
            <a:t>Script</a:t>
          </a:r>
          <a:endParaRPr lang="en-US" sz="3600" kern="1200"/>
        </a:p>
      </dsp:txBody>
      <dsp:txXfrm>
        <a:off x="5841914" y="1786714"/>
        <a:ext cx="4320000" cy="648000"/>
      </dsp:txXfrm>
    </dsp:sp>
    <dsp:sp modelId="{28C2980C-FE29-461D-BA0C-947E8A2376F6}">
      <dsp:nvSpPr>
        <dsp:cNvPr id="0" name=""/>
        <dsp:cNvSpPr/>
      </dsp:nvSpPr>
      <dsp:spPr>
        <a:xfrm>
          <a:off x="5841914" y="2503422"/>
          <a:ext cx="4320000" cy="1058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s-AR" sz="1700" kern="1200"/>
            <a:t>Se ingresa una secuencia de enunciados (líneas) en un archivo utilizando un editor de texto y le dice a Python que ejecute los enunciados en el archivo</a:t>
          </a:r>
          <a:endParaRPr lang="en-US" sz="1700" kern="1200"/>
        </a:p>
      </dsp:txBody>
      <dsp:txXfrm>
        <a:off x="5841914" y="2503422"/>
        <a:ext cx="4320000" cy="105899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28D56B-04CC-4B33-B5B7-6DE8E2C98F43}" type="datetimeFigureOut">
              <a:rPr lang="es-MX" smtClean="0"/>
              <a:t>12/10/2024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11D00C-D243-4B8B-ACD7-39AEF693CB5A}" type="slidenum">
              <a:rPr lang="es-MX" smtClean="0"/>
              <a:t>‹Nº›</a:t>
            </a:fld>
            <a:endParaRPr lang="es-MX"/>
          </a:p>
        </p:txBody>
      </p:sp>
    </p:spTree>
    <p:extLst>
      <p:ext uri="{BB962C8B-B14F-4D97-AF65-F5344CB8AC3E}">
        <p14:creationId xmlns:p14="http://schemas.microsoft.com/office/powerpoint/2010/main" val="245996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Font typeface="+mj-lt"/>
              <a:buAutoNum type="arabicPeriod"/>
            </a:pPr>
            <a:r>
              <a:rPr lang="es-MX" sz="1200" b="0" i="0" dirty="0">
                <a:solidFill>
                  <a:srgbClr val="000000"/>
                </a:solidFill>
                <a:effectLst/>
                <a:latin typeface="JansonTextLTStd-Roman-Identity-H"/>
              </a:rPr>
              <a:t>A menudo, los científicos de datos construyen modelos para predecir resultados o para descubrir patrones subyacentes, con la meta de obtener </a:t>
            </a:r>
            <a:r>
              <a:rPr lang="es-MX" sz="1200" b="0" i="0" dirty="0" err="1">
                <a:solidFill>
                  <a:srgbClr val="000000"/>
                </a:solidFill>
                <a:effectLst/>
                <a:latin typeface="JansonTextLTStd-Roman-Identity-H"/>
              </a:rPr>
              <a:t>insights</a:t>
            </a:r>
            <a:r>
              <a:rPr lang="es-MX" sz="1200" b="0" i="0" dirty="0">
                <a:solidFill>
                  <a:srgbClr val="000000"/>
                </a:solidFill>
                <a:effectLst/>
                <a:latin typeface="JansonTextLTStd-Roman-Identity-H"/>
              </a:rPr>
              <a:t>. Después, las organizaciones pueden usar estos </a:t>
            </a:r>
            <a:r>
              <a:rPr lang="es-MX" sz="1200" b="0" i="0" dirty="0" err="1">
                <a:solidFill>
                  <a:srgbClr val="000000"/>
                </a:solidFill>
                <a:effectLst/>
                <a:latin typeface="JansonTextLTStd-Roman-Identity-H"/>
              </a:rPr>
              <a:t>insights</a:t>
            </a:r>
            <a:r>
              <a:rPr lang="es-MX" sz="1200" b="0" i="0" dirty="0">
                <a:solidFill>
                  <a:srgbClr val="000000"/>
                </a:solidFill>
                <a:effectLst/>
                <a:latin typeface="JansonTextLTStd-Roman-Identity-H"/>
              </a:rPr>
              <a:t> para tomar medidas que mejoren los siguientes resultados.</a:t>
            </a:r>
            <a:r>
              <a:rPr lang="es-MX" dirty="0"/>
              <a:t> </a:t>
            </a:r>
          </a:p>
          <a:p>
            <a:pPr marL="228600" indent="-228600">
              <a:buFont typeface="+mj-lt"/>
              <a:buAutoNum type="arabicPeriod"/>
            </a:pPr>
            <a:r>
              <a:rPr lang="es-MX" sz="1800" b="0" i="0" dirty="0">
                <a:solidFill>
                  <a:srgbClr val="000000"/>
                </a:solidFill>
                <a:effectLst/>
                <a:latin typeface="JansonTextLTStd-Roman-Identity-H"/>
              </a:rPr>
              <a:t>En un tiempo extraordinariamente corto, han pasado de utilizar escritorios a almacenes que están masivamente en paralelo con enormes volúmenes de datos y funcionalidad analítica en las bases de datos relacionales y de Apache Hadoop. La analítica de texto en datos no estructurados o semiestructurados se está volviendo cada vez más importante como forma de incorporar a modelos predictivos la percepción y otra información útil de los textos, lo que a menudo conlleva mejoras significativas en la calidad y precisión del modelo.</a:t>
            </a:r>
          </a:p>
          <a:p>
            <a:pPr marL="228600" indent="-228600">
              <a:buFont typeface="+mj-lt"/>
              <a:buAutoNum type="arabicPeriod"/>
            </a:pPr>
            <a:r>
              <a:rPr lang="es-MX" dirty="0"/>
              <a:t>Los enfoques analíticos emergentes buscan automatizar muchos de los pasos de la creación y aplicación de modelos, lo que hace que la tecnología de aprendizaje automático sea más accesible para quienes carecen de profundas habilidades cuantitativas. Además, en contraposición al enfoque "de arriba a abajo" por el que primero se define el problema empresarial y luego se analizan los datos para obtener una solución, algunos científicos de datos pueden usar un enfoque "de abajo a arriba". Con este último enfoque, el científico de datos analiza grandes volúmenes de datos para saber cuál es el objetivo empresarial que pueden sugerir los datos y, luego, aborda ese problema. Dado que la mayoría de los problemas se abordan de manera descendente, la metodología de este documento refleja esa visión.</a:t>
            </a:r>
            <a:br>
              <a:rPr lang="es-MX" dirty="0"/>
            </a:b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3</a:t>
            </a:fld>
            <a:endParaRPr lang="es-MX"/>
          </a:p>
        </p:txBody>
      </p:sp>
    </p:spTree>
    <p:extLst>
      <p:ext uri="{BB962C8B-B14F-4D97-AF65-F5344CB8AC3E}">
        <p14:creationId xmlns:p14="http://schemas.microsoft.com/office/powerpoint/2010/main" val="1606063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800" b="0" i="0" dirty="0">
                <a:solidFill>
                  <a:srgbClr val="000000"/>
                </a:solidFill>
                <a:effectLst/>
                <a:latin typeface="JansonTextLTStd-Roman-Identity-H"/>
              </a:rPr>
              <a:t>El doctor John B. Rollins es un científico de datos de la organización de IBM </a:t>
            </a:r>
            <a:r>
              <a:rPr lang="es-MX" sz="1800" b="0" i="0" dirty="0" err="1">
                <a:solidFill>
                  <a:srgbClr val="000000"/>
                </a:solidFill>
                <a:effectLst/>
                <a:latin typeface="JansonTextLTStd-Roman-Identity-H"/>
              </a:rPr>
              <a:t>Analytics</a:t>
            </a:r>
            <a:r>
              <a:rPr lang="es-MX" sz="1800" b="0" i="0" dirty="0">
                <a:solidFill>
                  <a:srgbClr val="000000"/>
                </a:solidFill>
                <a:effectLst/>
                <a:latin typeface="JansonTextLTStd-Roman-Identity-H"/>
              </a:rPr>
              <a:t>. Tiene experiencia en ingeniería, minería de datos y econometría en muchas industrias. Posee siete patentes y es autor de un libro de texto de ingeniería que</a:t>
            </a:r>
            <a:br>
              <a:rPr lang="es-MX" sz="1800" b="0" i="0" dirty="0">
                <a:solidFill>
                  <a:srgbClr val="000000"/>
                </a:solidFill>
                <a:effectLst/>
                <a:latin typeface="JansonTextLTStd-Roman-Identity-H"/>
              </a:rPr>
            </a:br>
            <a:r>
              <a:rPr lang="es-MX" sz="1800" b="0" i="0" dirty="0">
                <a:solidFill>
                  <a:srgbClr val="000000"/>
                </a:solidFill>
                <a:effectLst/>
                <a:latin typeface="JansonTextLTStd-Roman-Identity-H"/>
              </a:rPr>
              <a:t>ha sido éxito de ventas y de muchos documentos técnicos. </a:t>
            </a:r>
            <a:r>
              <a:rPr lang="es-MX" sz="1800" b="0" i="0">
                <a:solidFill>
                  <a:srgbClr val="000000"/>
                </a:solidFill>
                <a:effectLst/>
                <a:latin typeface="JansonTextLTStd-Roman-Identity-H"/>
              </a:rPr>
              <a:t>Es doctor </a:t>
            </a:r>
            <a:r>
              <a:rPr lang="es-MX" sz="1800" b="0" i="0" dirty="0">
                <a:solidFill>
                  <a:srgbClr val="000000"/>
                </a:solidFill>
                <a:effectLst/>
                <a:latin typeface="JansonTextLTStd-Roman-Identity-H"/>
              </a:rPr>
              <a:t>en ingeniería petrolera y economía por la </a:t>
            </a:r>
            <a:r>
              <a:rPr lang="es-MX" sz="1800" b="0" i="0">
                <a:solidFill>
                  <a:srgbClr val="000000"/>
                </a:solidFill>
                <a:effectLst/>
                <a:latin typeface="JansonTextLTStd-Roman-Identity-H"/>
              </a:rPr>
              <a:t>Universidad de Texas </a:t>
            </a:r>
            <a:r>
              <a:rPr lang="es-MX" sz="1800" b="0" i="0" dirty="0">
                <a:solidFill>
                  <a:srgbClr val="000000"/>
                </a:solidFill>
                <a:effectLst/>
                <a:latin typeface="JansonTextLTStd-Roman-Identity-H"/>
              </a:rPr>
              <a:t>A</a:t>
            </a:r>
            <a:r>
              <a:rPr lang="es-MX" sz="1800" b="0" i="0">
                <a:solidFill>
                  <a:srgbClr val="000000"/>
                </a:solidFill>
                <a:effectLst/>
                <a:latin typeface="JansonTextLTStd-Roman-Identity-H"/>
              </a:rPr>
              <a:t>&amp;M</a:t>
            </a:r>
            <a:r>
              <a:rPr lang="es-MX" sz="1800" b="0" i="0" dirty="0">
                <a:solidFill>
                  <a:srgbClr val="000000"/>
                </a:solidFill>
                <a:effectLst/>
                <a:latin typeface="JansonTextLTStd-Roman-Identity-H"/>
              </a:rPr>
              <a:t>.</a:t>
            </a:r>
            <a:br>
              <a:rPr lang="es-MX" dirty="0"/>
            </a:b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10</a:t>
            </a:fld>
            <a:endParaRPr lang="es-MX"/>
          </a:p>
        </p:txBody>
      </p:sp>
    </p:spTree>
    <p:extLst>
      <p:ext uri="{BB962C8B-B14F-4D97-AF65-F5344CB8AC3E}">
        <p14:creationId xmlns:p14="http://schemas.microsoft.com/office/powerpoint/2010/main" val="3891840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En esta etapa de la metodología es importante tener bien definida esta pregunta ya que dirigirá el enfoque analítico que abordaremos para resolver esta cuestión.</a:t>
            </a:r>
          </a:p>
          <a:p>
            <a:pPr algn="l"/>
            <a:r>
              <a:rPr lang="es-MX" b="0" i="0" dirty="0">
                <a:solidFill>
                  <a:srgbClr val="333333"/>
                </a:solidFill>
                <a:effectLst/>
                <a:latin typeface="Lato"/>
              </a:rPr>
              <a:t>Un científico de datos debe tener siempre presente que tendrá que estudiar el campo a donde aplicara el análisis para facilitar la comprensión de este. Ya que le da una importante ventaja a la hora de escoger como se abordara el problema.</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11</a:t>
            </a:fld>
            <a:endParaRPr lang="es-MX"/>
          </a:p>
        </p:txBody>
      </p:sp>
    </p:spTree>
    <p:extLst>
      <p:ext uri="{BB962C8B-B14F-4D97-AF65-F5344CB8AC3E}">
        <p14:creationId xmlns:p14="http://schemas.microsoft.com/office/powerpoint/2010/main" val="653331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Eligiéremos el enfoque analítico según el problema planteado:</a:t>
            </a:r>
          </a:p>
          <a:p>
            <a:pPr algn="l"/>
            <a:endParaRPr lang="es-MX" b="0" i="0" dirty="0">
              <a:solidFill>
                <a:srgbClr val="333333"/>
              </a:solidFill>
              <a:effectLst/>
              <a:latin typeface="Lato"/>
            </a:endParaRPr>
          </a:p>
          <a:p>
            <a:pPr marL="171450" indent="-171450" algn="l">
              <a:buFont typeface="Arial" panose="020B0604020202020204" pitchFamily="34" charset="0"/>
              <a:buChar char="•"/>
            </a:pPr>
            <a:r>
              <a:rPr lang="es-MX" b="0" i="0" dirty="0">
                <a:solidFill>
                  <a:srgbClr val="333333"/>
                </a:solidFill>
                <a:effectLst/>
                <a:latin typeface="Lato"/>
              </a:rPr>
              <a:t>Descriptivo: Estado actual del negocio.</a:t>
            </a:r>
          </a:p>
          <a:p>
            <a:pPr marL="171450" indent="-171450" algn="l">
              <a:buFont typeface="Arial" panose="020B0604020202020204" pitchFamily="34" charset="0"/>
              <a:buChar char="•"/>
            </a:pPr>
            <a:r>
              <a:rPr lang="es-MX" b="0" i="0" dirty="0">
                <a:solidFill>
                  <a:srgbClr val="333333"/>
                </a:solidFill>
                <a:effectLst/>
                <a:latin typeface="Lato"/>
              </a:rPr>
              <a:t>Diagnostico: ¿Por qué esta pasando esto?</a:t>
            </a:r>
          </a:p>
          <a:p>
            <a:pPr marL="171450" indent="-171450" algn="l">
              <a:buFont typeface="Arial" panose="020B0604020202020204" pitchFamily="34" charset="0"/>
              <a:buChar char="•"/>
            </a:pPr>
            <a:r>
              <a:rPr lang="es-MX" b="0" i="0" dirty="0">
                <a:solidFill>
                  <a:srgbClr val="333333"/>
                </a:solidFill>
                <a:effectLst/>
                <a:latin typeface="Lato"/>
              </a:rPr>
              <a:t>Predictivo: ¿Qué pasara después?</a:t>
            </a:r>
          </a:p>
          <a:p>
            <a:pPr marL="171450" indent="-171450" algn="l">
              <a:buFont typeface="Arial" panose="020B0604020202020204" pitchFamily="34" charset="0"/>
              <a:buChar char="•"/>
            </a:pPr>
            <a:r>
              <a:rPr lang="es-MX" b="0" i="0" dirty="0">
                <a:solidFill>
                  <a:srgbClr val="333333"/>
                </a:solidFill>
                <a:effectLst/>
                <a:latin typeface="Lato"/>
              </a:rPr>
              <a:t>Prescriptivo: ¿Cómo podemos resolverlo?</a:t>
            </a:r>
          </a:p>
          <a:p>
            <a:pPr marL="171450" indent="-171450" algn="l">
              <a:buFont typeface="Arial" panose="020B0604020202020204" pitchFamily="34" charset="0"/>
              <a:buChar char="•"/>
            </a:pPr>
            <a:endParaRPr lang="es-MX" b="0" i="0" dirty="0">
              <a:solidFill>
                <a:srgbClr val="333333"/>
              </a:solidFill>
              <a:effectLst/>
              <a:latin typeface="Lato"/>
            </a:endParaRPr>
          </a:p>
          <a:p>
            <a:pPr algn="l"/>
            <a:r>
              <a:rPr lang="es-MX" b="0" i="0" dirty="0">
                <a:solidFill>
                  <a:srgbClr val="333333"/>
                </a:solidFill>
                <a:effectLst/>
                <a:latin typeface="Lato"/>
              </a:rPr>
              <a:t>Si se quiere determinar las probabilidades de una acción un enfoque </a:t>
            </a:r>
            <a:r>
              <a:rPr lang="es-MX" b="0" i="0" dirty="0" err="1">
                <a:solidFill>
                  <a:srgbClr val="333333"/>
                </a:solidFill>
                <a:effectLst/>
                <a:latin typeface="Lato"/>
              </a:rPr>
              <a:t>predictívo</a:t>
            </a:r>
            <a:r>
              <a:rPr lang="es-MX" b="0" i="0" dirty="0">
                <a:solidFill>
                  <a:srgbClr val="333333"/>
                </a:solidFill>
                <a:effectLst/>
                <a:latin typeface="Lato"/>
              </a:rPr>
              <a:t> seria el adecuado.</a:t>
            </a:r>
          </a:p>
          <a:p>
            <a:pPr algn="l"/>
            <a:r>
              <a:rPr lang="es-MX" b="0" i="0" dirty="0">
                <a:solidFill>
                  <a:srgbClr val="333333"/>
                </a:solidFill>
                <a:effectLst/>
                <a:latin typeface="Lato"/>
              </a:rPr>
              <a:t>Si queremos encontrar relaciones entre un conjunto de datos un análisis descriptivo seria la mejor opción a tomar.</a:t>
            </a:r>
          </a:p>
          <a:p>
            <a:pPr algn="l"/>
            <a:r>
              <a:rPr lang="es-MX" b="0" i="0" dirty="0">
                <a:solidFill>
                  <a:srgbClr val="333333"/>
                </a:solidFill>
                <a:effectLst/>
                <a:latin typeface="Lato"/>
              </a:rPr>
              <a:t>En caso de que nuestro objetivo sea clasificar dos variables o la pregunta se trata de una respuesta binaria(sí o no) un modelo clasificador es la mejor herramienta.</a:t>
            </a:r>
          </a:p>
          <a:p>
            <a:pPr algn="l"/>
            <a:r>
              <a:rPr lang="es-MX" b="0" i="0" dirty="0">
                <a:solidFill>
                  <a:srgbClr val="333333"/>
                </a:solidFill>
                <a:effectLst/>
                <a:latin typeface="Lato"/>
              </a:rPr>
              <a:t>Si queremos encontrar relaciones entre nuestros datos machine </a:t>
            </a:r>
            <a:r>
              <a:rPr lang="es-MX" b="0" i="0" dirty="0" err="1">
                <a:solidFill>
                  <a:srgbClr val="333333"/>
                </a:solidFill>
                <a:effectLst/>
                <a:latin typeface="Lato"/>
              </a:rPr>
              <a:t>learning</a:t>
            </a:r>
            <a:r>
              <a:rPr lang="es-MX" b="0" i="0" dirty="0">
                <a:solidFill>
                  <a:srgbClr val="333333"/>
                </a:solidFill>
                <a:effectLst/>
                <a:latin typeface="Lato"/>
              </a:rPr>
              <a:t> es un método excelente para encontrar relaciones relevantes no identificadas a simple vista.</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12</a:t>
            </a:fld>
            <a:endParaRPr lang="es-MX"/>
          </a:p>
        </p:txBody>
      </p:sp>
    </p:spTree>
    <p:extLst>
      <p:ext uri="{BB962C8B-B14F-4D97-AF65-F5344CB8AC3E}">
        <p14:creationId xmlns:p14="http://schemas.microsoft.com/office/powerpoint/2010/main" val="1293837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En esta etapa lo que debemos plantearnos es qué datos necesitaremos de donde los obtendremos como los recolectaremos, como entenderlos y cómo tratarlos para que cumplan con la calidad necesaria.</a:t>
            </a:r>
          </a:p>
          <a:p>
            <a:pPr algn="l"/>
            <a:r>
              <a:rPr lang="es-MX" b="0" i="0" dirty="0">
                <a:solidFill>
                  <a:srgbClr val="333333"/>
                </a:solidFill>
                <a:effectLst/>
                <a:latin typeface="Lato"/>
              </a:rPr>
              <a:t>Esta parte es crucial ya que como la preparación de un plato de comida tener en claro los ingredientes nos acerca mas a un plato delicioso.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13</a:t>
            </a:fld>
            <a:endParaRPr lang="es-MX"/>
          </a:p>
        </p:txBody>
      </p:sp>
    </p:spTree>
    <p:extLst>
      <p:ext uri="{BB962C8B-B14F-4D97-AF65-F5344CB8AC3E}">
        <p14:creationId xmlns:p14="http://schemas.microsoft.com/office/powerpoint/2010/main" val="592249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Etapa en la que luego de haber elegido los correctos datos que necesitaremos empezamos la recolección de estos de las distintas fuentes donde pueden encontrarse.</a:t>
            </a: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14</a:t>
            </a:fld>
            <a:endParaRPr lang="es-MX"/>
          </a:p>
        </p:txBody>
      </p:sp>
    </p:spTree>
    <p:extLst>
      <p:ext uri="{BB962C8B-B14F-4D97-AF65-F5344CB8AC3E}">
        <p14:creationId xmlns:p14="http://schemas.microsoft.com/office/powerpoint/2010/main" val="2464577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Después de obtener todos los datos que necesitamos es hora de hacer un pequeño análisis usando la visualización de datos para así poder determinar la naturaleza y estructura de nuestros datos.</a:t>
            </a:r>
          </a:p>
          <a:p>
            <a:pPr algn="l"/>
            <a:r>
              <a:rPr lang="es-MX" b="0" i="0" dirty="0">
                <a:solidFill>
                  <a:srgbClr val="333333"/>
                </a:solidFill>
                <a:effectLst/>
                <a:latin typeface="Lato"/>
              </a:rPr>
              <a:t>En esta esta etapa es muy importante darse cuenta de los pequeños detalles ya que encaminara mucho el rumbo de nuestro proyecto.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15</a:t>
            </a:fld>
            <a:endParaRPr lang="es-MX"/>
          </a:p>
        </p:txBody>
      </p:sp>
    </p:spTree>
    <p:extLst>
      <p:ext uri="{BB962C8B-B14F-4D97-AF65-F5344CB8AC3E}">
        <p14:creationId xmlns:p14="http://schemas.microsoft.com/office/powerpoint/2010/main" val="1941775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 panose="020B0604020202020204" pitchFamily="34" charset="0"/>
              <a:buChar char="•"/>
            </a:pPr>
            <a:r>
              <a:rPr lang="es-MX" sz="1800" b="0" i="0" dirty="0">
                <a:solidFill>
                  <a:srgbClr val="000000"/>
                </a:solidFill>
                <a:effectLst/>
                <a:latin typeface="JansonTextLTStd-Roman-Identity-H"/>
              </a:rPr>
              <a:t>Los científicos de datos utilizan un proceso llamado ingeniería de características para crear variables explicativas adicionales, también conocidas como indicadores o características, a través de una combinación de conocimiento en el dominio y de variables estructuradas existentes. Cuando hay disponibles datos en texto, como los registros del centro de atención al cliente o las observaciones de los médicos en forma no estructurada o semiestructurada, la analítica de texto se puede utilizar para derivar nuevas variables estructuradas y, así, enriquecer el conjunto de indicadores y mejorar la precisión del modelo.</a:t>
            </a:r>
            <a:r>
              <a:rPr lang="es-MX" dirty="0"/>
              <a:t>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b="0" i="0" dirty="0">
                <a:solidFill>
                  <a:srgbClr val="333333"/>
                </a:solidFill>
                <a:effectLst/>
                <a:latin typeface="Lato"/>
              </a:rPr>
              <a:t>Llego el momento más esperado para mí estas es de las etapas que más disfruto ya que suele ser un poco más compleja que las otras. Para esta parte de nuestro flujo en la metodología data </a:t>
            </a:r>
            <a:r>
              <a:rPr lang="es-MX" b="0" i="0" dirty="0" err="1">
                <a:solidFill>
                  <a:srgbClr val="333333"/>
                </a:solidFill>
                <a:effectLst/>
                <a:latin typeface="Lato"/>
              </a:rPr>
              <a:t>science</a:t>
            </a:r>
            <a:r>
              <a:rPr lang="es-MX" b="0" i="0" dirty="0">
                <a:solidFill>
                  <a:srgbClr val="333333"/>
                </a:solidFill>
                <a:effectLst/>
                <a:latin typeface="Lato"/>
              </a:rPr>
              <a:t> nos llego la hora de empezar a limpiar nuestra data y procesarla para que este acta para nuestro modelado.</a:t>
            </a:r>
            <a:br>
              <a:rPr lang="es-MX" dirty="0"/>
            </a:b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16</a:t>
            </a:fld>
            <a:endParaRPr lang="es-MX"/>
          </a:p>
        </p:txBody>
      </p:sp>
    </p:spTree>
    <p:extLst>
      <p:ext uri="{BB962C8B-B14F-4D97-AF65-F5344CB8AC3E}">
        <p14:creationId xmlns:p14="http://schemas.microsoft.com/office/powerpoint/2010/main" val="184085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Está es la parte más temida por los nuevos ya que es la que más matemática incluye y para ello debes tener buenos fundamentos de estadística aquí usando nuestra data preparada buscamos un modelo matemático que solucione y se acople a nuestra data de la manera más óptima.</a:t>
            </a:r>
          </a:p>
          <a:p>
            <a:pPr algn="l"/>
            <a:endParaRPr lang="es-MX" b="0" i="0" dirty="0">
              <a:solidFill>
                <a:srgbClr val="333333"/>
              </a:solidFill>
              <a:effectLst/>
              <a:latin typeface="Lato"/>
            </a:endParaRPr>
          </a:p>
          <a:p>
            <a:r>
              <a:rPr lang="es-MX" dirty="0">
                <a:effectLst/>
              </a:rPr>
              <a:t>Un </a:t>
            </a:r>
            <a:r>
              <a:rPr lang="es-MX">
                <a:effectLst/>
              </a:rPr>
              <a:t>consejo a veces </a:t>
            </a:r>
            <a:r>
              <a:rPr lang="es-MX" dirty="0">
                <a:effectLst/>
              </a:rPr>
              <a:t>la solución suele ser lo más simple.</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22</a:t>
            </a:fld>
            <a:endParaRPr lang="es-MX"/>
          </a:p>
        </p:txBody>
      </p:sp>
    </p:spTree>
    <p:extLst>
      <p:ext uri="{BB962C8B-B14F-4D97-AF65-F5344CB8AC3E}">
        <p14:creationId xmlns:p14="http://schemas.microsoft.com/office/powerpoint/2010/main" val="2919640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Esta es una etapa crítica para el desarrollo del proyecto ya que es donde determinamos si nuestro modelo soluciona en realidad el problema planteado es decir cumple el propósito por el cual ha sido creado.</a:t>
            </a:r>
          </a:p>
          <a:p>
            <a:pPr algn="l"/>
            <a:r>
              <a:rPr lang="es-MX" b="0" i="0" dirty="0">
                <a:solidFill>
                  <a:srgbClr val="333333"/>
                </a:solidFill>
                <a:effectLst/>
                <a:latin typeface="Lato"/>
              </a:rPr>
              <a:t>Usando parte de nuestro </a:t>
            </a:r>
            <a:r>
              <a:rPr lang="es-MX" b="0" i="0" dirty="0" err="1">
                <a:solidFill>
                  <a:srgbClr val="333333"/>
                </a:solidFill>
                <a:effectLst/>
                <a:latin typeface="Lato"/>
              </a:rPr>
              <a:t>dataset</a:t>
            </a:r>
            <a:r>
              <a:rPr lang="es-MX" b="0" i="0" dirty="0">
                <a:solidFill>
                  <a:srgbClr val="333333"/>
                </a:solidFill>
                <a:effectLst/>
                <a:latin typeface="Lato"/>
              </a:rPr>
              <a:t> evaluamos qué tan efectivo es el modelo y si esta apto para ser usado.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24</a:t>
            </a:fld>
            <a:endParaRPr lang="es-MX"/>
          </a:p>
        </p:txBody>
      </p:sp>
    </p:spTree>
    <p:extLst>
      <p:ext uri="{BB962C8B-B14F-4D97-AF65-F5344CB8AC3E}">
        <p14:creationId xmlns:p14="http://schemas.microsoft.com/office/powerpoint/2010/main" val="4173378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El despliegue es una </a:t>
            </a:r>
            <a:r>
              <a:rPr lang="es-MX" b="0" i="0" dirty="0" err="1">
                <a:solidFill>
                  <a:srgbClr val="333333"/>
                </a:solidFill>
                <a:effectLst/>
                <a:latin typeface="Lato"/>
              </a:rPr>
              <a:t>decision</a:t>
            </a:r>
            <a:r>
              <a:rPr lang="es-MX" b="0" i="0" dirty="0">
                <a:solidFill>
                  <a:srgbClr val="333333"/>
                </a:solidFill>
                <a:effectLst/>
                <a:latin typeface="Lato"/>
              </a:rPr>
              <a:t> muy importante ya que deberemos adaptarnos al entorno donde se consumirá el modelo, actualmente suelo desplegar mis modelos usando API REST en distintos lenguajes como Python, </a:t>
            </a:r>
            <a:r>
              <a:rPr lang="es-MX" b="0" i="0" dirty="0" err="1">
                <a:solidFill>
                  <a:srgbClr val="333333"/>
                </a:solidFill>
                <a:effectLst/>
                <a:latin typeface="Lato"/>
              </a:rPr>
              <a:t>Go</a:t>
            </a:r>
            <a:r>
              <a:rPr lang="es-MX" b="0" i="0" dirty="0">
                <a:solidFill>
                  <a:srgbClr val="333333"/>
                </a:solidFill>
                <a:effectLst/>
                <a:latin typeface="Lato"/>
              </a:rPr>
              <a:t> y R usando </a:t>
            </a:r>
            <a:r>
              <a:rPr lang="es-MX" b="0" i="0" dirty="0" err="1">
                <a:solidFill>
                  <a:srgbClr val="333333"/>
                </a:solidFill>
                <a:effectLst/>
                <a:latin typeface="Lato"/>
              </a:rPr>
              <a:t>Frameworks</a:t>
            </a:r>
            <a:r>
              <a:rPr lang="es-MX" b="0" i="0" dirty="0">
                <a:solidFill>
                  <a:srgbClr val="333333"/>
                </a:solidFill>
                <a:effectLst/>
                <a:latin typeface="Lato"/>
              </a:rPr>
              <a:t> para crear APIS REST.</a:t>
            </a: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25</a:t>
            </a:fld>
            <a:endParaRPr lang="es-MX"/>
          </a:p>
        </p:txBody>
      </p:sp>
    </p:spTree>
    <p:extLst>
      <p:ext uri="{BB962C8B-B14F-4D97-AF65-F5344CB8AC3E}">
        <p14:creationId xmlns:p14="http://schemas.microsoft.com/office/powerpoint/2010/main" val="2069461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El momento de evaluar su desempeño en producción a llegado es hora de ver cómo nos fue y de empezar a plantear mejoras y </a:t>
            </a:r>
            <a:r>
              <a:rPr lang="es-MX" b="0" i="0" dirty="0" err="1">
                <a:solidFill>
                  <a:srgbClr val="333333"/>
                </a:solidFill>
                <a:effectLst/>
                <a:latin typeface="Lato"/>
              </a:rPr>
              <a:t>fix’s</a:t>
            </a:r>
            <a:r>
              <a:rPr lang="es-MX" b="0" i="0" dirty="0">
                <a:solidFill>
                  <a:srgbClr val="333333"/>
                </a:solidFill>
                <a:effectLst/>
                <a:latin typeface="Lato"/>
              </a:rPr>
              <a:t> ya sea para nuestra API o para nuestro Modelo. </a:t>
            </a:r>
            <a:r>
              <a:rPr lang="es-MX" b="0" i="0">
                <a:solidFill>
                  <a:srgbClr val="333333"/>
                </a:solidFill>
                <a:effectLst/>
                <a:latin typeface="Lato"/>
              </a:rPr>
              <a:t>Es por ello que la metodología de ciencia de datos se considera iterativa.</a:t>
            </a:r>
            <a:endParaRPr lang="es-MX"/>
          </a:p>
        </p:txBody>
      </p:sp>
      <p:sp>
        <p:nvSpPr>
          <p:cNvPr id="4" name="Marcador de número de diapositiva 3"/>
          <p:cNvSpPr>
            <a:spLocks noGrp="1"/>
          </p:cNvSpPr>
          <p:nvPr>
            <p:ph type="sldNum" sz="quarter" idx="5"/>
          </p:nvPr>
        </p:nvSpPr>
        <p:spPr/>
        <p:txBody>
          <a:bodyPr/>
          <a:lstStyle/>
          <a:p>
            <a:fld id="{DBC54EAE-2605-42BF-86B0-8F9976F30C1F}" type="slidenum">
              <a:rPr lang="es-MX" smtClean="0"/>
              <a:t>26</a:t>
            </a:fld>
            <a:endParaRPr lang="es-MX"/>
          </a:p>
        </p:txBody>
      </p:sp>
    </p:spTree>
    <p:extLst>
      <p:ext uri="{BB962C8B-B14F-4D97-AF65-F5344CB8AC3E}">
        <p14:creationId xmlns:p14="http://schemas.microsoft.com/office/powerpoint/2010/main" val="2754601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5">
            <a:extLst>
              <a:ext uri="{FF2B5EF4-FFF2-40B4-BE49-F238E27FC236}">
                <a16:creationId xmlns:a16="http://schemas.microsoft.com/office/drawing/2014/main" id="{F8603E7F-1BE8-4C58-A169-7DF1B7769E6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39E32702-4838-4592-919F-14BA3DAF6220}"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39</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8195" name="Rectangle 1">
            <a:extLst>
              <a:ext uri="{FF2B5EF4-FFF2-40B4-BE49-F238E27FC236}">
                <a16:creationId xmlns:a16="http://schemas.microsoft.com/office/drawing/2014/main" id="{0B9FADC2-9C7F-4E63-8C3E-75CF94AE783E}"/>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6" name="Text Box 2">
            <a:extLst>
              <a:ext uri="{FF2B5EF4-FFF2-40B4-BE49-F238E27FC236}">
                <a16:creationId xmlns:a16="http://schemas.microsoft.com/office/drawing/2014/main" id="{1A4C871E-526F-4BC0-A6B3-00566F97E2E1}"/>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5">
            <a:extLst>
              <a:ext uri="{FF2B5EF4-FFF2-40B4-BE49-F238E27FC236}">
                <a16:creationId xmlns:a16="http://schemas.microsoft.com/office/drawing/2014/main" id="{F9390AAA-701D-40CC-9AEB-2F6999493CB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C375F432-2D8F-49D8-94AC-B49C6C816D30}"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41</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16387" name="Rectangle 1">
            <a:extLst>
              <a:ext uri="{FF2B5EF4-FFF2-40B4-BE49-F238E27FC236}">
                <a16:creationId xmlns:a16="http://schemas.microsoft.com/office/drawing/2014/main" id="{0BA504A2-B659-4EA5-95C3-AF1960236C4C}"/>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Text Box 2">
            <a:extLst>
              <a:ext uri="{FF2B5EF4-FFF2-40B4-BE49-F238E27FC236}">
                <a16:creationId xmlns:a16="http://schemas.microsoft.com/office/drawing/2014/main" id="{A1577AC2-CBC2-40B2-95CC-3F8F33AEC10A}"/>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5">
            <a:extLst>
              <a:ext uri="{FF2B5EF4-FFF2-40B4-BE49-F238E27FC236}">
                <a16:creationId xmlns:a16="http://schemas.microsoft.com/office/drawing/2014/main" id="{D07D35CF-730A-4198-8425-E3165EB5537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D57C2CB3-DA1A-4822-9F31-F3DDC2B10952}"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42</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30723" name="Rectangle 1">
            <a:extLst>
              <a:ext uri="{FF2B5EF4-FFF2-40B4-BE49-F238E27FC236}">
                <a16:creationId xmlns:a16="http://schemas.microsoft.com/office/drawing/2014/main" id="{45EDDEF1-6C83-46F4-AB08-4D32E00B2DFD}"/>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Text Box 2">
            <a:extLst>
              <a:ext uri="{FF2B5EF4-FFF2-40B4-BE49-F238E27FC236}">
                <a16:creationId xmlns:a16="http://schemas.microsoft.com/office/drawing/2014/main" id="{A5D4287A-B7A9-4DB2-A000-82614509E8FB}"/>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5">
            <a:extLst>
              <a:ext uri="{FF2B5EF4-FFF2-40B4-BE49-F238E27FC236}">
                <a16:creationId xmlns:a16="http://schemas.microsoft.com/office/drawing/2014/main" id="{0F07DBE2-34F7-41F8-84CB-E3F8431B74C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29A5F2F4-8C8D-4C1C-BDDC-E2B7561BE837}"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43</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34819" name="Rectangle 1">
            <a:extLst>
              <a:ext uri="{FF2B5EF4-FFF2-40B4-BE49-F238E27FC236}">
                <a16:creationId xmlns:a16="http://schemas.microsoft.com/office/drawing/2014/main" id="{BD230ED5-7820-4922-A748-25B5CE6012C8}"/>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0" name="Text Box 2">
            <a:extLst>
              <a:ext uri="{FF2B5EF4-FFF2-40B4-BE49-F238E27FC236}">
                <a16:creationId xmlns:a16="http://schemas.microsoft.com/office/drawing/2014/main" id="{998422CD-E00D-425B-BA11-59A2349434FE}"/>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15">
            <a:extLst>
              <a:ext uri="{FF2B5EF4-FFF2-40B4-BE49-F238E27FC236}">
                <a16:creationId xmlns:a16="http://schemas.microsoft.com/office/drawing/2014/main" id="{43EC387C-5F34-45A2-8558-194FB4DA70D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ED7988D1-AB78-43C9-A09E-D20800598980}"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44</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36867" name="Rectangle 1">
            <a:extLst>
              <a:ext uri="{FF2B5EF4-FFF2-40B4-BE49-F238E27FC236}">
                <a16:creationId xmlns:a16="http://schemas.microsoft.com/office/drawing/2014/main" id="{2E33EEB3-D5FD-4EED-9D26-6E721E989E25}"/>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8" name="Text Box 2">
            <a:extLst>
              <a:ext uri="{FF2B5EF4-FFF2-40B4-BE49-F238E27FC236}">
                <a16:creationId xmlns:a16="http://schemas.microsoft.com/office/drawing/2014/main" id="{FD4C31E3-AF17-4F3A-A82C-0FC34E7D6C9B}"/>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5">
            <a:extLst>
              <a:ext uri="{FF2B5EF4-FFF2-40B4-BE49-F238E27FC236}">
                <a16:creationId xmlns:a16="http://schemas.microsoft.com/office/drawing/2014/main" id="{C569956A-8310-4172-A305-B6AE41DFBE3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21A89FB9-93E8-4A2F-8303-4E992145F5BA}"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45</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38915" name="Rectangle 1">
            <a:extLst>
              <a:ext uri="{FF2B5EF4-FFF2-40B4-BE49-F238E27FC236}">
                <a16:creationId xmlns:a16="http://schemas.microsoft.com/office/drawing/2014/main" id="{41EC28BE-F57E-40FE-967D-4150596E9A31}"/>
              </a:ext>
            </a:extLst>
          </p:cNvPr>
          <p:cNvSpPr txBox="1">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Text Box 2">
            <a:extLst>
              <a:ext uri="{FF2B5EF4-FFF2-40B4-BE49-F238E27FC236}">
                <a16:creationId xmlns:a16="http://schemas.microsoft.com/office/drawing/2014/main" id="{702F64F8-B657-443B-B403-BEF5D0D306D7}"/>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5">
            <a:extLst>
              <a:ext uri="{FF2B5EF4-FFF2-40B4-BE49-F238E27FC236}">
                <a16:creationId xmlns:a16="http://schemas.microsoft.com/office/drawing/2014/main" id="{BC295BEB-2E87-4145-B859-3D10672ADA7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C0869006-6F8D-44FE-9A59-51019C4AF01B}"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46</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40963" name="Rectangle 1">
            <a:extLst>
              <a:ext uri="{FF2B5EF4-FFF2-40B4-BE49-F238E27FC236}">
                <a16:creationId xmlns:a16="http://schemas.microsoft.com/office/drawing/2014/main" id="{E91C49C3-B842-4881-8C54-3AF5D9866628}"/>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Text Box 2">
            <a:extLst>
              <a:ext uri="{FF2B5EF4-FFF2-40B4-BE49-F238E27FC236}">
                <a16:creationId xmlns:a16="http://schemas.microsoft.com/office/drawing/2014/main" id="{7924260A-D8D9-4C28-80F9-9042138EB77B}"/>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5">
            <a:extLst>
              <a:ext uri="{FF2B5EF4-FFF2-40B4-BE49-F238E27FC236}">
                <a16:creationId xmlns:a16="http://schemas.microsoft.com/office/drawing/2014/main" id="{A630F10E-CC28-4EA6-9678-CEC88B4178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D76CC296-D88C-4A36-9D09-8CED5301281B}"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47</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26627" name="Rectangle 1">
            <a:extLst>
              <a:ext uri="{FF2B5EF4-FFF2-40B4-BE49-F238E27FC236}">
                <a16:creationId xmlns:a16="http://schemas.microsoft.com/office/drawing/2014/main" id="{6DCC1BE8-E771-45C2-9B99-2EBC64F47D9E}"/>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Text Box 2">
            <a:extLst>
              <a:ext uri="{FF2B5EF4-FFF2-40B4-BE49-F238E27FC236}">
                <a16:creationId xmlns:a16="http://schemas.microsoft.com/office/drawing/2014/main" id="{7EE022C6-244F-4724-B681-1765C275BE83}"/>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5">
            <a:extLst>
              <a:ext uri="{FF2B5EF4-FFF2-40B4-BE49-F238E27FC236}">
                <a16:creationId xmlns:a16="http://schemas.microsoft.com/office/drawing/2014/main" id="{0BD56453-4FD6-4CB0-B41A-54AA5EDCBB2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3AAED66A-9CC2-46FD-9415-0138D97F7835}"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48</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43011" name="Rectangle 1">
            <a:extLst>
              <a:ext uri="{FF2B5EF4-FFF2-40B4-BE49-F238E27FC236}">
                <a16:creationId xmlns:a16="http://schemas.microsoft.com/office/drawing/2014/main" id="{6A51481F-BEC2-41A0-8B79-80E6D0C48E72}"/>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Text Box 2">
            <a:extLst>
              <a:ext uri="{FF2B5EF4-FFF2-40B4-BE49-F238E27FC236}">
                <a16:creationId xmlns:a16="http://schemas.microsoft.com/office/drawing/2014/main" id="{56198704-7511-463A-B8F6-DBF91F7C7571}"/>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5">
            <a:extLst>
              <a:ext uri="{FF2B5EF4-FFF2-40B4-BE49-F238E27FC236}">
                <a16:creationId xmlns:a16="http://schemas.microsoft.com/office/drawing/2014/main" id="{7126B838-5C31-4B9C-9967-2BE9585E71C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E2669957-FCC7-4E8E-AFBD-A6E01A96EC14}"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49</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45059" name="Rectangle 1">
            <a:extLst>
              <a:ext uri="{FF2B5EF4-FFF2-40B4-BE49-F238E27FC236}">
                <a16:creationId xmlns:a16="http://schemas.microsoft.com/office/drawing/2014/main" id="{4507FB7E-3833-4AE5-B10C-A992CE6DA2A2}"/>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Text Box 2">
            <a:extLst>
              <a:ext uri="{FF2B5EF4-FFF2-40B4-BE49-F238E27FC236}">
                <a16:creationId xmlns:a16="http://schemas.microsoft.com/office/drawing/2014/main" id="{807F0DC8-89F2-461E-B29B-6BC1E5FF1000}"/>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5">
            <a:extLst>
              <a:ext uri="{FF2B5EF4-FFF2-40B4-BE49-F238E27FC236}">
                <a16:creationId xmlns:a16="http://schemas.microsoft.com/office/drawing/2014/main" id="{D440B372-C9B9-41DE-BB6C-D63189D42B4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2E5B3193-7860-4257-B987-048E353557D9}"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50</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47107" name="Rectangle 1">
            <a:extLst>
              <a:ext uri="{FF2B5EF4-FFF2-40B4-BE49-F238E27FC236}">
                <a16:creationId xmlns:a16="http://schemas.microsoft.com/office/drawing/2014/main" id="{CE4A9579-473F-42A1-BA3A-F680C70B1812}"/>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8" name="Text Box 2">
            <a:extLst>
              <a:ext uri="{FF2B5EF4-FFF2-40B4-BE49-F238E27FC236}">
                <a16:creationId xmlns:a16="http://schemas.microsoft.com/office/drawing/2014/main" id="{B8A3266E-C57F-43AA-89E6-B68A76628434}"/>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15">
            <a:extLst>
              <a:ext uri="{FF2B5EF4-FFF2-40B4-BE49-F238E27FC236}">
                <a16:creationId xmlns:a16="http://schemas.microsoft.com/office/drawing/2014/main" id="{17CC63A1-F866-4BCF-8C8D-AE3BD62369A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438D4593-8FA4-4308-A7CD-47CD009E5BA5}"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51</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49155" name="Rectangle 1">
            <a:extLst>
              <a:ext uri="{FF2B5EF4-FFF2-40B4-BE49-F238E27FC236}">
                <a16:creationId xmlns:a16="http://schemas.microsoft.com/office/drawing/2014/main" id="{B1BCD3CB-A56F-4A34-BA16-C5CB2713D5AC}"/>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Text Box 2">
            <a:extLst>
              <a:ext uri="{FF2B5EF4-FFF2-40B4-BE49-F238E27FC236}">
                <a16:creationId xmlns:a16="http://schemas.microsoft.com/office/drawing/2014/main" id="{39D19A29-7C56-445F-A906-8E26FF3C662D}"/>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5">
            <a:extLst>
              <a:ext uri="{FF2B5EF4-FFF2-40B4-BE49-F238E27FC236}">
                <a16:creationId xmlns:a16="http://schemas.microsoft.com/office/drawing/2014/main" id="{8CC0EFD6-59EA-495C-AD91-22A7CEAC004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1pPr>
            <a:lvl2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2pPr>
            <a:lvl3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3pPr>
            <a:lvl4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4pPr>
            <a:lvl5pPr>
              <a:lnSpc>
                <a:spcPct val="93000"/>
              </a:lnSpc>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solidFill>
                  <a:schemeClr val="bg1"/>
                </a:solidFill>
                <a:latin typeface="Arial" panose="020B0604020202020204" pitchFamily="34" charset="0"/>
                <a:cs typeface="PingFang SC" charset="0"/>
              </a:defRPr>
            </a:lvl9pPr>
          </a:lstStyle>
          <a:p>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fld id="{B93273C1-82BB-47F0-AC82-DFF33DB3513F}" type="slidenum">
              <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rPr>
              <a:pPr marL="0" marR="0" lvl="0" indent="0" algn="r" defTabSz="914400" rtl="0" eaLnBrk="1" fontAlgn="auto" latinLnBrk="0" hangingPunct="1">
                <a:lnSpc>
                  <a:spcPct val="93000"/>
                </a:lnSpc>
                <a:spcBef>
                  <a:spcPts val="0"/>
                </a:spcBef>
                <a:spcAft>
                  <a:spcPts val="0"/>
                </a:spcAft>
                <a:buClrTx/>
                <a:buSzPct val="100000"/>
                <a:buFontTx/>
                <a:buNone/>
                <a:tabLst>
                  <a:tab pos="0" algn="l"/>
                  <a:tab pos="434975" algn="l"/>
                  <a:tab pos="884238" algn="l"/>
                  <a:tab pos="1333500" algn="l"/>
                  <a:tab pos="1782763" algn="l"/>
                  <a:tab pos="2232025" algn="l"/>
                  <a:tab pos="2681288" algn="l"/>
                  <a:tab pos="3130550" algn="l"/>
                  <a:tab pos="3579813" algn="l"/>
                  <a:tab pos="4029075" algn="l"/>
                  <a:tab pos="4478338" algn="l"/>
                  <a:tab pos="4927600" algn="l"/>
                  <a:tab pos="5376863" algn="l"/>
                  <a:tab pos="5826125" algn="l"/>
                  <a:tab pos="6275388" algn="l"/>
                  <a:tab pos="6724650" algn="l"/>
                  <a:tab pos="7173913" algn="l"/>
                  <a:tab pos="7623175" algn="l"/>
                  <a:tab pos="8072438" algn="l"/>
                  <a:tab pos="8521700" algn="l"/>
                  <a:tab pos="8970963" algn="l"/>
                  <a:tab pos="9420225" algn="l"/>
                  <a:tab pos="9869488" algn="l"/>
                  <a:tab pos="10318750" algn="l"/>
                  <a:tab pos="10768013" algn="l"/>
                  <a:tab pos="10769600" algn="l"/>
                  <a:tab pos="10771188" algn="l"/>
                  <a:tab pos="10772775" algn="l"/>
                  <a:tab pos="10774363" algn="l"/>
                  <a:tab pos="10775950" algn="l"/>
                  <a:tab pos="10777538" algn="l"/>
                  <a:tab pos="10779125" algn="l"/>
                </a:tabLst>
                <a:defRPr/>
              </a:pPr>
              <a:t>52</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ahoma" panose="020B0604030504040204" pitchFamily="34" charset="0"/>
            </a:endParaRPr>
          </a:p>
        </p:txBody>
      </p:sp>
      <p:sp>
        <p:nvSpPr>
          <p:cNvPr id="51203" name="Rectangle 1">
            <a:extLst>
              <a:ext uri="{FF2B5EF4-FFF2-40B4-BE49-F238E27FC236}">
                <a16:creationId xmlns:a16="http://schemas.microsoft.com/office/drawing/2014/main" id="{89D29967-8F96-4FFE-B88A-EFF05618C69B}"/>
              </a:ext>
            </a:extLst>
          </p:cNvPr>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4" name="Text Box 2">
            <a:extLst>
              <a:ext uri="{FF2B5EF4-FFF2-40B4-BE49-F238E27FC236}">
                <a16:creationId xmlns:a16="http://schemas.microsoft.com/office/drawing/2014/main" id="{B3FE796F-23E7-406D-A080-94647ED36305}"/>
              </a:ext>
            </a:extLst>
          </p:cNvPr>
          <p:cNvSpPr txBox="1">
            <a:spLocks noChangeArrowheads="1"/>
          </p:cNvSpPr>
          <p:nvPr/>
        </p:nvSpPr>
        <p:spPr bwMode="auto">
          <a:xfrm>
            <a:off x="777875" y="4776788"/>
            <a:ext cx="6218238"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Shape 44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449" name="Shape 4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71822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Shape 45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460" name="Shape 4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3829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Shape 45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460" name="Shape 4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98167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486" name="Shape 4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79447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Shape 4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499" name="Shape 4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0911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Shape 50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506" name="Shape 5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8778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Shape 53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536" name="Shape 5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987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Shape 54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542" name="Shape 5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6318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Entornos virtuales: https://docs.python.org/es/3/tutorial/venv.html</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EBAB76-92E1-478D-86C3-0329D84E461B}"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6366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72" name="Shape 1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8377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331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94" name="Shape 1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7711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3540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97148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25" name="Shape 2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8252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2" name="Shape 2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33245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9" name="Shape 2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277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Shape 24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46" name="Shape 2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4682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54" name="Shape 2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7392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1" name="Shape 2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481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8" name="Shape 2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856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75" name="Shape 2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2026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29260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89" name="Shape 2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1387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Shape 29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6" name="Shape 2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64204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03" name="Shape 3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18696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Shape 30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10" name="Shape 3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1247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Shape 31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18" name="Shape 3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7807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37180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Shape 3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2" name="Shape 3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5995572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41" name="Shape 3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58660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50" name="Shape 3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4999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Shape 35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60" name="Shape 3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68889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35" name="Shape 2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0076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5279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7258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9360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71" name="Shape 2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4942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7085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985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99087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439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Shape 3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581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83" name="Shape 3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661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8843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2423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Shape 4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9" name="Shape 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0120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5041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9" name="Shape 4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3354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8676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Shape 4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4" name="Shape 4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1373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Shape 4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5031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9713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19187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B2C0C-A841-4D78-B056-5A2F30EF285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3420777-BB70-4C4A-9470-C58657A92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F8D3702-4B18-402A-8D71-881E1795837D}"/>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22159E02-CE71-40E1-92BC-B3083B7E279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2B73D0C-28D2-4463-AA5D-B4625AE49F38}"/>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1594556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EF907-E4BD-4722-A0B3-78B9872A829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D4F5398-2071-46D2-BAEF-1A27D758072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A69319-371F-4A66-AEA4-8419CA096434}"/>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020C9928-488E-4538-ABF8-C5D90B871B2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FE8C1BC-4335-43F8-AF49-F17834388E2E}"/>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62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5CF761-BD18-4C12-8802-1E5C34F18DB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03B9748-C1CC-412D-92A5-1C8CE8D262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93E1D3-AB14-46FA-9BEB-406EB6F695F4}"/>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63F4FC20-7D72-4665-8A06-62FE398587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3FF866-F448-412F-B8E4-C445D1D3F01F}"/>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003379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12D38D-32F2-4582-AD12-06594C55CF6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C894E6A-354B-4C9D-A24E-836ED931A11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7496334-47C3-4795-9174-024256528CC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5C65039-BBF0-4211-BEC6-8672C47FF8B0}"/>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6" name="Marcador de pie de página 5">
            <a:extLst>
              <a:ext uri="{FF2B5EF4-FFF2-40B4-BE49-F238E27FC236}">
                <a16:creationId xmlns:a16="http://schemas.microsoft.com/office/drawing/2014/main" id="{2BAA74B2-346F-4718-9877-EA1AD622A1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21E778C-56D3-40D0-8D09-073C1884EDB7}"/>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66930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1811D6-B804-4573-A3D6-69BF53C7791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BDCCB58-C38A-4B68-941C-F2871F3E6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51444EC-3346-4787-95E6-4E10287690C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C9BB503-F457-42CE-BAAD-2C2CFD1BD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82CE05C-78D3-4140-87CB-38086769EC3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18DF3415-0E4E-4049-9516-E76B7A984092}"/>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8" name="Marcador de pie de página 7">
            <a:extLst>
              <a:ext uri="{FF2B5EF4-FFF2-40B4-BE49-F238E27FC236}">
                <a16:creationId xmlns:a16="http://schemas.microsoft.com/office/drawing/2014/main" id="{3139A7A1-28E3-417E-A35A-E179B206510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778850-71CB-4D9C-9E23-71509EF3F7B2}"/>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346540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0E2FEC-EAE3-43E2-B15B-FD8DB1277BB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E75FB088-13BE-4F96-94E8-C6F9D45972C1}"/>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4" name="Marcador de pie de página 3">
            <a:extLst>
              <a:ext uri="{FF2B5EF4-FFF2-40B4-BE49-F238E27FC236}">
                <a16:creationId xmlns:a16="http://schemas.microsoft.com/office/drawing/2014/main" id="{7669C9E2-43DB-4600-BFE7-C235A0437E7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D926734-12B5-4942-A50F-3034F7C152E7}"/>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535079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D087E52-BB9D-4ED3-9F25-52DF7D2A2217}"/>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3" name="Marcador de pie de página 2">
            <a:extLst>
              <a:ext uri="{FF2B5EF4-FFF2-40B4-BE49-F238E27FC236}">
                <a16:creationId xmlns:a16="http://schemas.microsoft.com/office/drawing/2014/main" id="{A0FC8CD8-2611-4431-AC8A-A69DA31042B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FB59B25-7CEE-4CBD-9850-1E41729B1A89}"/>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744360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CC7A2C-4D36-42B6-B62D-2A4D832642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58023D6-A689-44A1-B55D-BEE849A96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5BBF7EC-E6DC-4BC0-A5E6-A3950459A5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7201AA-45F0-4733-95D5-D4A602E25032}"/>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6" name="Marcador de pie de página 5">
            <a:extLst>
              <a:ext uri="{FF2B5EF4-FFF2-40B4-BE49-F238E27FC236}">
                <a16:creationId xmlns:a16="http://schemas.microsoft.com/office/drawing/2014/main" id="{0503CE23-3BC9-4DF1-BA1F-8D1870FB631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CF34033-04EB-4655-9854-7015C64EE793}"/>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2391290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AA962-300B-467B-B65A-67FB4B5C666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6D2D06C-33E3-4BB3-8F44-CE050962CA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10BAE67-6A36-4ACD-8417-A4940A384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2E6D74B-8A86-4284-AC81-A529B693E71F}"/>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6" name="Marcador de pie de página 5">
            <a:extLst>
              <a:ext uri="{FF2B5EF4-FFF2-40B4-BE49-F238E27FC236}">
                <a16:creationId xmlns:a16="http://schemas.microsoft.com/office/drawing/2014/main" id="{2C53EAEB-1FD7-457E-A478-8578F3E9118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882E328-6574-4777-819F-D9E1E6FCBC63}"/>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391017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9AC35-0605-4014-8B80-B0B7B583B11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56B00AE-74CE-4709-85EE-DE7B29AC60C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5203AF7-9BB2-45CA-8439-64C5988F0C2D}"/>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8236CF23-6BD4-4778-BF2B-F2C24170ACB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FAB7870-220F-4C59-90A8-CDADBEAD0C56}"/>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007212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8AA6878-DF5F-4EA0-A8BF-6C3EA737545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24D21B5-6BD1-40C3-87A0-158C5CAFDC4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ED89217-C9E7-4D87-A402-880AED7F99F3}"/>
              </a:ext>
            </a:extLst>
          </p:cNvPr>
          <p:cNvSpPr>
            <a:spLocks noGrp="1"/>
          </p:cNvSpPr>
          <p:nvPr>
            <p:ph type="dt" sz="half" idx="10"/>
          </p:nvPr>
        </p:nvSpPr>
        <p:spPr/>
        <p:txBody>
          <a:body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1570ED53-4F79-44C4-839A-29BCDBD46B7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D397B9-F45E-4B02-953D-90549E501D96}"/>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1068568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7A032B-C2A1-479D-9F8F-A8C42C5EA50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B1546EE4-9087-41B8-87EE-A223F938F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43B845A5-3F1D-42E9-B7C0-528CD77A4CD6}"/>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80962A9B-D652-4212-90F9-C7431B3548D0}"/>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52586F3-60CE-4BEE-BA26-FC07D93DE9A1}"/>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230388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9AA22C-F169-46E5-BA16-E91DF3E57908}"/>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7ABBC95E-81F1-450A-AEB7-100FFAD8364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89605DF-2CEB-4478-9066-EA38FE12ADB3}"/>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07C27D78-09E0-4B40-AA08-D93BFAEF1C9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093FE10D-F980-4EB4-9440-14A461697A4E}"/>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401163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67286-6E74-4E74-A232-47328495201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4E2AFB62-7E92-4AC8-918E-E59FD3D65E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52FB0C2-EF1C-4283-991C-CF626C473395}"/>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FD6FC94B-8FF5-4771-88CB-0B2C288EE08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DD8F776-5F21-42E7-B740-C70D1DE99B9C}"/>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1906591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EB857E-6EB1-4E7E-8132-9165AA31D9E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1DBB2257-A6AC-4BD5-A417-2FDF08C8484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167F0169-92F1-4386-A3F7-CD5C198A211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596F7856-CE11-4538-BCA2-E05961BC277B}"/>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6" name="Marcador de pie de página 5">
            <a:extLst>
              <a:ext uri="{FF2B5EF4-FFF2-40B4-BE49-F238E27FC236}">
                <a16:creationId xmlns:a16="http://schemas.microsoft.com/office/drawing/2014/main" id="{5534B720-EC59-4F1E-9700-5591F04C15FE}"/>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D43AD99A-12F1-4627-A7A0-F2FD0EAE339A}"/>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724687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4AE85-C6D7-49B4-8B58-061457B3DF7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418CC2BA-9C02-46CE-8F91-D8E7393B43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D90B90B-7A81-4A37-B48B-6CEA55C51A7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7BBBC97B-7598-4C06-8115-A955039617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450F9EF-F436-474E-8427-48D3A6B32AA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33CB1817-0EF2-4A90-9DC3-B32DD30653AB}"/>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8" name="Marcador de pie de página 7">
            <a:extLst>
              <a:ext uri="{FF2B5EF4-FFF2-40B4-BE49-F238E27FC236}">
                <a16:creationId xmlns:a16="http://schemas.microsoft.com/office/drawing/2014/main" id="{07334D97-B95F-4F3E-90C0-6B1FA91CDE36}"/>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384D755A-2380-4827-82DB-1FBC0C987E35}"/>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1705765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426B08-DF4F-458A-B892-7482CB2240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4B569C45-0BAE-4EEC-9BE8-4D8DEE406833}"/>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4" name="Marcador de pie de página 3">
            <a:extLst>
              <a:ext uri="{FF2B5EF4-FFF2-40B4-BE49-F238E27FC236}">
                <a16:creationId xmlns:a16="http://schemas.microsoft.com/office/drawing/2014/main" id="{B5513951-0F2B-40B0-86EC-77E3090A6A42}"/>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9116D88F-7758-49DE-BD73-89D8F9C587B6}"/>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664042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78FD59B-15A2-4596-99F1-17D4D270029A}"/>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3" name="Marcador de pie de página 2">
            <a:extLst>
              <a:ext uri="{FF2B5EF4-FFF2-40B4-BE49-F238E27FC236}">
                <a16:creationId xmlns:a16="http://schemas.microsoft.com/office/drawing/2014/main" id="{BB9FAE53-57D4-41C4-9E37-DA515DB8FC1E}"/>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9A433E5D-47B1-4060-99FC-7F8A1A805978}"/>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31936978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12FCD-544E-4EF0-A1B4-5616A49114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4E53EFB-7907-4EB0-89AB-23167E057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00AB5F51-5779-4F7C-A045-A25AA8827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0236142-6EA0-4F65-B4C3-0EC3515F5705}"/>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6" name="Marcador de pie de página 5">
            <a:extLst>
              <a:ext uri="{FF2B5EF4-FFF2-40B4-BE49-F238E27FC236}">
                <a16:creationId xmlns:a16="http://schemas.microsoft.com/office/drawing/2014/main" id="{B637D13E-844D-42E4-922A-9D2A0E9075F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0F39B31-0E2B-4903-994E-EB429A3C6892}"/>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1496485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E255BC-F6A4-4BED-BD92-174FE98A240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0B248944-42CF-485C-9157-A99D945369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0B3F2D0A-B139-4047-B8E7-8E15B8896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9B7A48B-B22A-43ED-A650-8B6DD7FEF173}"/>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6" name="Marcador de pie de página 5">
            <a:extLst>
              <a:ext uri="{FF2B5EF4-FFF2-40B4-BE49-F238E27FC236}">
                <a16:creationId xmlns:a16="http://schemas.microsoft.com/office/drawing/2014/main" id="{0CE1D089-9078-499B-830E-3229B4A9760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758BCB6-4B79-486B-B915-A4BA71BB8B8F}"/>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20431082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2D9D3-C369-48E5-95DA-AB3CF654D144}"/>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D0C376EF-0584-4BD2-8E72-BE04A5E279E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31E2ED48-FEC4-4AB2-A556-DC7E1FD261AE}"/>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6F59A337-CCC2-4CD4-BE8D-EEDA8BB2C23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FA55346-2899-4A25-B4AC-CDDECD832C44}"/>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1231150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B40A07B-3831-438E-B0C8-AD8248C643E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C7BA0961-F14E-4D22-AC8E-4868A2E27BE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30C1ED51-BC88-4FE9-A0E3-CBB3469ABC73}"/>
              </a:ext>
            </a:extLst>
          </p:cNvPr>
          <p:cNvSpPr>
            <a:spLocks noGrp="1"/>
          </p:cNvSpPr>
          <p:nvPr>
            <p:ph type="dt" sz="half" idx="10"/>
          </p:nvPr>
        </p:nvSpPr>
        <p:spPr/>
        <p:txBody>
          <a:body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29FB9E13-B392-4ED0-A7BB-FA8AEEE1E58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A88654D-F273-4F9B-A41C-81F9CF83E5AA}"/>
              </a:ext>
            </a:extLst>
          </p:cNvPr>
          <p:cNvSpPr>
            <a:spLocks noGrp="1"/>
          </p:cNvSpPr>
          <p:nvPr>
            <p:ph type="sldNum" sz="quarter" idx="12"/>
          </p:nvPr>
        </p:nvSpPr>
        <p:spPr/>
        <p:txBody>
          <a:bodyPr/>
          <a:lstStyle/>
          <a:p>
            <a:fld id="{6B5F64AD-F9EC-40D8-976F-34D6494CCC5F}" type="slidenum">
              <a:rPr lang="en-US" smtClean="0"/>
              <a:t>‹Nº›</a:t>
            </a:fld>
            <a:endParaRPr lang="en-US"/>
          </a:p>
        </p:txBody>
      </p:sp>
    </p:spTree>
    <p:extLst>
      <p:ext uri="{BB962C8B-B14F-4D97-AF65-F5344CB8AC3E}">
        <p14:creationId xmlns:p14="http://schemas.microsoft.com/office/powerpoint/2010/main" val="2277041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641079-110E-4257-9DC3-44DAC1274450}"/>
              </a:ext>
            </a:extLst>
          </p:cNvPr>
          <p:cNvSpPr>
            <a:spLocks noGrp="1"/>
          </p:cNvSpPr>
          <p:nvPr>
            <p:ph type="ctrTitle"/>
          </p:nvPr>
        </p:nvSpPr>
        <p:spPr>
          <a:xfrm>
            <a:off x="1524000" y="1122364"/>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4348E57E-3BD6-4311-987A-C6345F15F9DB}"/>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3893FCC-9F0D-42CA-BD80-DA305FF0033E}"/>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1348A9A6-FD45-483B-9744-1C6D055C6A8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3223A11-5304-4159-9A69-28A76C42AA2A}"/>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219219073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044430-83B8-486E-8A5B-DE92325D12D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C04B1E0-32B1-42C4-BBD9-D89ED37B2D7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95F7D24-9FBF-4267-8E8C-4661128DD49A}"/>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238FA453-BB7C-47B6-A4D8-711A9A0B74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BB96140-FD9A-4296-A560-08933879BDCB}"/>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345984723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43B6D-63E9-430C-8A78-F45019D0D166}"/>
              </a:ext>
            </a:extLst>
          </p:cNvPr>
          <p:cNvSpPr>
            <a:spLocks noGrp="1"/>
          </p:cNvSpPr>
          <p:nvPr>
            <p:ph type="title"/>
          </p:nvPr>
        </p:nvSpPr>
        <p:spPr>
          <a:xfrm>
            <a:off x="831850" y="1709739"/>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ABBA4C0-B243-420B-8FBE-21389BF69A09}"/>
              </a:ext>
            </a:extLst>
          </p:cNvPr>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5DD7979-6C54-421E-9A65-CB5E327B4474}"/>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C11D8ECA-CFC9-445A-A39D-C4D3C7CCDF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3EED2FE-C51D-44B2-90FA-CDCBDDDDCB56}"/>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338697170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23F377-7379-4751-981A-8BC99F59767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87E60C4-A6C0-4DC8-8FE4-A54402821C2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B89695F-BCA4-4DFA-BA53-D15DBC0610F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91E60E7-80C1-4E18-8432-E2C513B49695}"/>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6" name="Marcador de pie de página 5">
            <a:extLst>
              <a:ext uri="{FF2B5EF4-FFF2-40B4-BE49-F238E27FC236}">
                <a16:creationId xmlns:a16="http://schemas.microsoft.com/office/drawing/2014/main" id="{F48A1067-3AF2-474C-AACF-254997C55EC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19AD50C-5BFB-4CF5-BF31-9D3549AA5A64}"/>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18931494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1B0E93-4904-4BA4-BDFD-B5B72A68A0BD}"/>
              </a:ext>
            </a:extLst>
          </p:cNvPr>
          <p:cNvSpPr>
            <a:spLocks noGrp="1"/>
          </p:cNvSpPr>
          <p:nvPr>
            <p:ph type="title"/>
          </p:nvPr>
        </p:nvSpPr>
        <p:spPr>
          <a:xfrm>
            <a:off x="839788" y="365126"/>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52F02EA-599B-4A38-BB71-455867DD55D3}"/>
              </a:ext>
            </a:extLst>
          </p:cNvPr>
          <p:cNvSpPr>
            <a:spLocks noGrp="1"/>
          </p:cNvSpPr>
          <p:nvPr>
            <p:ph type="body" idx="1"/>
          </p:nvPr>
        </p:nvSpPr>
        <p:spPr>
          <a:xfrm>
            <a:off x="839789" y="1681164"/>
            <a:ext cx="5157787" cy="82391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89B369D-C0AC-454E-9D1B-DB3FEFC7D2C7}"/>
              </a:ext>
            </a:extLst>
          </p:cNvPr>
          <p:cNvSpPr>
            <a:spLocks noGrp="1"/>
          </p:cNvSpPr>
          <p:nvPr>
            <p:ph sz="half" idx="2"/>
          </p:nvPr>
        </p:nvSpPr>
        <p:spPr>
          <a:xfrm>
            <a:off x="839789"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DE9E7FF-AA73-44DF-9ACB-F7D006F05FAE}"/>
              </a:ext>
            </a:extLst>
          </p:cNvPr>
          <p:cNvSpPr>
            <a:spLocks noGrp="1"/>
          </p:cNvSpPr>
          <p:nvPr>
            <p:ph type="body" sz="quarter" idx="3"/>
          </p:nvPr>
        </p:nvSpPr>
        <p:spPr>
          <a:xfrm>
            <a:off x="6172200" y="1681164"/>
            <a:ext cx="5183188" cy="82391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CE1881D-B8D0-4DB0-9A6C-A561AB9D5D6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05E9825-1D05-4F08-8588-6FF226176BFD}"/>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8" name="Marcador de pie de página 7">
            <a:extLst>
              <a:ext uri="{FF2B5EF4-FFF2-40B4-BE49-F238E27FC236}">
                <a16:creationId xmlns:a16="http://schemas.microsoft.com/office/drawing/2014/main" id="{2EAC27BD-DC0F-4919-9ACD-F0C2DFA954F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75B95CC-0238-4B4E-835A-7B043B41775B}"/>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62753218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5E955-B220-49C1-AA64-22DE9BC741B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EC23B3B-2036-49E6-81A9-62FBE9A3DAF5}"/>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4" name="Marcador de pie de página 3">
            <a:extLst>
              <a:ext uri="{FF2B5EF4-FFF2-40B4-BE49-F238E27FC236}">
                <a16:creationId xmlns:a16="http://schemas.microsoft.com/office/drawing/2014/main" id="{A2A451FB-0F40-4FD3-A369-8B32E4F85E7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94F202D-83EE-42EE-AF51-C222CFF040D8}"/>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1221435738"/>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B56A925-23EF-4B89-8C33-B5D86571010F}"/>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3" name="Marcador de pie de página 2">
            <a:extLst>
              <a:ext uri="{FF2B5EF4-FFF2-40B4-BE49-F238E27FC236}">
                <a16:creationId xmlns:a16="http://schemas.microsoft.com/office/drawing/2014/main" id="{87C45D2F-F0D2-40DE-ABF8-460DCA78F4D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EA2128B-7EBC-4043-B648-EBF7B2F2F1C4}"/>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146331394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BF071-340A-4C7E-B16E-2F8BFF97C11B}"/>
              </a:ext>
            </a:extLst>
          </p:cNvPr>
          <p:cNvSpPr>
            <a:spLocks noGrp="1"/>
          </p:cNvSpPr>
          <p:nvPr>
            <p:ph type="title"/>
          </p:nvPr>
        </p:nvSpPr>
        <p:spPr>
          <a:xfrm>
            <a:off x="839789"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FB61606-A456-4C9C-BA9B-729E68B74026}"/>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057B489-AF19-4D08-BA69-A8AFE3628B8B}"/>
              </a:ext>
            </a:extLst>
          </p:cNvPr>
          <p:cNvSpPr>
            <a:spLocks noGrp="1"/>
          </p:cNvSpPr>
          <p:nvPr>
            <p:ph type="body" sz="half" idx="2"/>
          </p:nvPr>
        </p:nvSpPr>
        <p:spPr>
          <a:xfrm>
            <a:off x="839789" y="2057400"/>
            <a:ext cx="3932237" cy="3811588"/>
          </a:xfr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0EB864F-EBC7-4FE7-89FB-A49812CA8F08}"/>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6" name="Marcador de pie de página 5">
            <a:extLst>
              <a:ext uri="{FF2B5EF4-FFF2-40B4-BE49-F238E27FC236}">
                <a16:creationId xmlns:a16="http://schemas.microsoft.com/office/drawing/2014/main" id="{6995F496-7D7E-48D0-890F-B8C2C2161E6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D55BD49-BC02-47D0-8ED0-EFB1F6723A38}"/>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4103670382"/>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DBD8E-9845-46F6-BE3A-34A04F762631}"/>
              </a:ext>
            </a:extLst>
          </p:cNvPr>
          <p:cNvSpPr>
            <a:spLocks noGrp="1"/>
          </p:cNvSpPr>
          <p:nvPr>
            <p:ph type="title"/>
          </p:nvPr>
        </p:nvSpPr>
        <p:spPr>
          <a:xfrm>
            <a:off x="839789"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687872E8-45A3-460B-8A66-AE55F5D52EFA}"/>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endParaRPr lang="es-MX"/>
          </a:p>
        </p:txBody>
      </p:sp>
      <p:sp>
        <p:nvSpPr>
          <p:cNvPr id="4" name="Marcador de texto 3">
            <a:extLst>
              <a:ext uri="{FF2B5EF4-FFF2-40B4-BE49-F238E27FC236}">
                <a16:creationId xmlns:a16="http://schemas.microsoft.com/office/drawing/2014/main" id="{F5D255CB-2C02-49CE-AC35-1F46F72CAD54}"/>
              </a:ext>
            </a:extLst>
          </p:cNvPr>
          <p:cNvSpPr>
            <a:spLocks noGrp="1"/>
          </p:cNvSpPr>
          <p:nvPr>
            <p:ph type="body" sz="half" idx="2"/>
          </p:nvPr>
        </p:nvSpPr>
        <p:spPr>
          <a:xfrm>
            <a:off x="839789" y="2057400"/>
            <a:ext cx="3932237" cy="3811588"/>
          </a:xfr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D580DA-B3BD-42AA-A16D-B9225CD4B117}"/>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6" name="Marcador de pie de página 5">
            <a:extLst>
              <a:ext uri="{FF2B5EF4-FFF2-40B4-BE49-F238E27FC236}">
                <a16:creationId xmlns:a16="http://schemas.microsoft.com/office/drawing/2014/main" id="{68E6C800-53FC-4E8E-8F64-7382ABFE705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05FAACE-F111-4A87-827B-349D77C32BE6}"/>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1095793278"/>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E6F9A6-5963-4E9D-9383-4D3B8BCE14F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07224FE-184F-44CF-81D5-3D1CF69C1A3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357F79-B09C-4BF0-8DB0-A55F9C6FA220}"/>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E0B150EF-9BDE-4ABD-BC6A-8D2E3DBBFDA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E7B77D-935D-4AFC-AD22-928BF1DFA422}"/>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989333745"/>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597127-194E-4A02-ADD8-73692A007074}"/>
              </a:ext>
            </a:extLst>
          </p:cNvPr>
          <p:cNvSpPr>
            <a:spLocks noGrp="1"/>
          </p:cNvSpPr>
          <p:nvPr>
            <p:ph type="title" orient="vert"/>
          </p:nvPr>
        </p:nvSpPr>
        <p:spPr>
          <a:xfrm>
            <a:off x="8724900" y="365126"/>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B212AA6-352F-458D-B88A-029106DCDEB0}"/>
              </a:ext>
            </a:extLst>
          </p:cNvPr>
          <p:cNvSpPr>
            <a:spLocks noGrp="1"/>
          </p:cNvSpPr>
          <p:nvPr>
            <p:ph type="body" orient="vert" idx="1"/>
          </p:nvPr>
        </p:nvSpPr>
        <p:spPr>
          <a:xfrm>
            <a:off x="838200" y="365126"/>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C4C50C4-9887-4070-917F-4583455E13E6}"/>
              </a:ext>
            </a:extLst>
          </p:cNvPr>
          <p:cNvSpPr>
            <a:spLocks noGrp="1"/>
          </p:cNvSpPr>
          <p:nvPr>
            <p:ph type="dt" sz="half" idx="10"/>
          </p:nvPr>
        </p:nvSpPr>
        <p:spPr/>
        <p:txBody>
          <a:body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F66397EC-3FA4-4C07-9BA6-76741113AF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0E3415-9DF9-4F3E-8124-CE8C7D29A430}"/>
              </a:ext>
            </a:extLst>
          </p:cNvPr>
          <p:cNvSpPr>
            <a:spLocks noGrp="1"/>
          </p:cNvSpPr>
          <p:nvPr>
            <p:ph type="sldNum" sz="quarter" idx="12"/>
          </p:nvPr>
        </p:nvSpPr>
        <p:spPr/>
        <p:txBody>
          <a:bodyPr/>
          <a:lstStyle/>
          <a:p>
            <a:fld id="{F81322F4-F739-44F4-89D4-732EDE357E0C}" type="slidenum">
              <a:rPr lang="es-MX" smtClean="0"/>
              <a:t>‹Nº›</a:t>
            </a:fld>
            <a:endParaRPr lang="es-MX"/>
          </a:p>
        </p:txBody>
      </p:sp>
    </p:spTree>
    <p:extLst>
      <p:ext uri="{BB962C8B-B14F-4D97-AF65-F5344CB8AC3E}">
        <p14:creationId xmlns:p14="http://schemas.microsoft.com/office/powerpoint/2010/main" val="174136728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609600" y="576072"/>
            <a:ext cx="10972800" cy="1024128"/>
          </a:xfrm>
          <a:prstGeom prst="rect">
            <a:avLst/>
          </a:prstGeom>
          <a:noFill/>
          <a:ln>
            <a:noFill/>
          </a:ln>
        </p:spPr>
        <p:txBody>
          <a:bodyPr lIns="91425" tIns="91425" rIns="91425" bIns="91425" anchor="t"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342900" lvl="5" algn="ctr" rtl="0">
              <a:spcBef>
                <a:spcPts val="0"/>
              </a:spcBef>
              <a:spcAft>
                <a:spcPts val="0"/>
              </a:spcAft>
              <a:defRPr/>
            </a:lvl6pPr>
            <a:lvl7pPr marL="685800" lvl="6" algn="ctr" rtl="0">
              <a:spcBef>
                <a:spcPts val="0"/>
              </a:spcBef>
              <a:spcAft>
                <a:spcPts val="0"/>
              </a:spcAft>
              <a:defRPr/>
            </a:lvl7pPr>
            <a:lvl8pPr marL="1028700" lvl="7" algn="ctr" rtl="0">
              <a:spcBef>
                <a:spcPts val="0"/>
              </a:spcBef>
              <a:spcAft>
                <a:spcPts val="0"/>
              </a:spcAft>
              <a:defRPr/>
            </a:lvl8pPr>
            <a:lvl9pPr marL="1371600" lvl="8" algn="ctr" rtl="0">
              <a:spcBef>
                <a:spcPts val="0"/>
              </a:spcBef>
              <a:spcAft>
                <a:spcPts val="0"/>
              </a:spcAft>
              <a:defRPr/>
            </a:lvl9pPr>
          </a:lstStyle>
          <a:p>
            <a:endParaRPr/>
          </a:p>
        </p:txBody>
      </p:sp>
    </p:spTree>
    <p:extLst>
      <p:ext uri="{BB962C8B-B14F-4D97-AF65-F5344CB8AC3E}">
        <p14:creationId xmlns:p14="http://schemas.microsoft.com/office/powerpoint/2010/main" val="41034744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204"/>
        <p:cNvGrpSpPr/>
        <p:nvPr/>
      </p:nvGrpSpPr>
      <p:grpSpPr>
        <a:xfrm>
          <a:off x="0" y="0"/>
          <a:ext cx="0" cy="0"/>
          <a:chOff x="0" y="0"/>
          <a:chExt cx="0" cy="0"/>
        </a:xfrm>
      </p:grpSpPr>
    </p:spTree>
    <p:extLst>
      <p:ext uri="{BB962C8B-B14F-4D97-AF65-F5344CB8AC3E}">
        <p14:creationId xmlns:p14="http://schemas.microsoft.com/office/powerpoint/2010/main" val="18462340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30875087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866775" y="592282"/>
            <a:ext cx="10448925" cy="1312718"/>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342900" lvl="5" algn="ctr" rtl="0">
              <a:spcBef>
                <a:spcPts val="0"/>
              </a:spcBef>
              <a:spcAft>
                <a:spcPts val="0"/>
              </a:spcAft>
              <a:defRPr/>
            </a:lvl6pPr>
            <a:lvl7pPr marL="685800" lvl="6" algn="ctr" rtl="0">
              <a:spcBef>
                <a:spcPts val="0"/>
              </a:spcBef>
              <a:spcAft>
                <a:spcPts val="0"/>
              </a:spcAft>
              <a:defRPr/>
            </a:lvl7pPr>
            <a:lvl8pPr marL="1028700" lvl="7" algn="ctr" rtl="0">
              <a:spcBef>
                <a:spcPts val="0"/>
              </a:spcBef>
              <a:spcAft>
                <a:spcPts val="0"/>
              </a:spcAft>
              <a:defRPr/>
            </a:lvl8pPr>
            <a:lvl9pPr marL="1371600" lvl="8" algn="ctr" rtl="0">
              <a:spcBef>
                <a:spcPts val="0"/>
              </a:spcBef>
              <a:spcAft>
                <a:spcPts val="0"/>
              </a:spcAft>
              <a:defRPr/>
            </a:lvl9pPr>
          </a:lstStyle>
          <a:p>
            <a:endParaRPr/>
          </a:p>
        </p:txBody>
      </p:sp>
    </p:spTree>
    <p:extLst>
      <p:ext uri="{BB962C8B-B14F-4D97-AF65-F5344CB8AC3E}">
        <p14:creationId xmlns:p14="http://schemas.microsoft.com/office/powerpoint/2010/main" val="30975969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2059672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C26C66E-4B02-4BED-9518-A0E3A04C6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6C7EA97-4683-4995-9852-5FE0C6690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FB1F76E-849A-4CA1-BD80-CF4D91425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A27E8A-9789-4115-A2F8-189B807C755B}" type="datetimeFigureOut">
              <a:rPr lang="es-MX" smtClean="0"/>
              <a:t>12/10/2024</a:t>
            </a:fld>
            <a:endParaRPr lang="es-MX"/>
          </a:p>
        </p:txBody>
      </p:sp>
      <p:sp>
        <p:nvSpPr>
          <p:cNvPr id="5" name="Marcador de pie de página 4">
            <a:extLst>
              <a:ext uri="{FF2B5EF4-FFF2-40B4-BE49-F238E27FC236}">
                <a16:creationId xmlns:a16="http://schemas.microsoft.com/office/drawing/2014/main" id="{EC444EE9-E6E0-4844-8629-54A9EDDE3A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23762025-CB1B-46E4-80EE-63B743267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25912-7962-472B-A239-213B6C2C3A2F}" type="slidenum">
              <a:rPr lang="es-MX" smtClean="0"/>
              <a:t>‹Nº›</a:t>
            </a:fld>
            <a:endParaRPr lang="es-MX"/>
          </a:p>
        </p:txBody>
      </p:sp>
    </p:spTree>
    <p:extLst>
      <p:ext uri="{BB962C8B-B14F-4D97-AF65-F5344CB8AC3E}">
        <p14:creationId xmlns:p14="http://schemas.microsoft.com/office/powerpoint/2010/main" val="810263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F234B0-8844-4FA1-B9C9-4C946979AF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0AE34A0B-4CE9-4DD6-A4B5-D422789046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12AB405-E228-4E92-A526-816B191EDC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04562A-677E-488F-A16A-958213556189}" type="datetimeFigureOut">
              <a:rPr lang="en-US" smtClean="0"/>
              <a:t>10/12/2024</a:t>
            </a:fld>
            <a:endParaRPr lang="en-US"/>
          </a:p>
        </p:txBody>
      </p:sp>
      <p:sp>
        <p:nvSpPr>
          <p:cNvPr id="5" name="Marcador de pie de página 4">
            <a:extLst>
              <a:ext uri="{FF2B5EF4-FFF2-40B4-BE49-F238E27FC236}">
                <a16:creationId xmlns:a16="http://schemas.microsoft.com/office/drawing/2014/main" id="{F743BD27-5E77-4B56-9934-F88FC1A3BE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3ED706FC-B12E-4DB3-A4CA-9DDE6021A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F64AD-F9EC-40D8-976F-34D6494CCC5F}" type="slidenum">
              <a:rPr lang="en-US" smtClean="0"/>
              <a:t>‹Nº›</a:t>
            </a:fld>
            <a:endParaRPr lang="en-US"/>
          </a:p>
        </p:txBody>
      </p:sp>
    </p:spTree>
    <p:extLst>
      <p:ext uri="{BB962C8B-B14F-4D97-AF65-F5344CB8AC3E}">
        <p14:creationId xmlns:p14="http://schemas.microsoft.com/office/powerpoint/2010/main" val="4112370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F15894-1A38-4153-968C-80B611ADB135}"/>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1D819C9-76C5-4BC5-9F41-12F9EA0363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7B97A92-06A2-4365-B52A-8BE3776A3AB1}"/>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3B36EB-B910-4C13-B280-9F7E44645725}" type="datetimeFigureOut">
              <a:rPr lang="es-MX" smtClean="0"/>
              <a:t>12/10/2024</a:t>
            </a:fld>
            <a:endParaRPr lang="es-MX"/>
          </a:p>
        </p:txBody>
      </p:sp>
      <p:sp>
        <p:nvSpPr>
          <p:cNvPr id="5" name="Marcador de pie de página 4">
            <a:extLst>
              <a:ext uri="{FF2B5EF4-FFF2-40B4-BE49-F238E27FC236}">
                <a16:creationId xmlns:a16="http://schemas.microsoft.com/office/drawing/2014/main" id="{ADF223D6-772C-4D74-B0ED-1BCDB7A60AF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D49CE6F3-E5E9-4B69-B2FA-37FBAE40F3E1}"/>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322F4-F739-44F4-89D4-732EDE357E0C}" type="slidenum">
              <a:rPr lang="es-MX" smtClean="0"/>
              <a:t>‹Nº›</a:t>
            </a:fld>
            <a:endParaRPr lang="es-MX"/>
          </a:p>
        </p:txBody>
      </p:sp>
    </p:spTree>
    <p:extLst>
      <p:ext uri="{BB962C8B-B14F-4D97-AF65-F5344CB8AC3E}">
        <p14:creationId xmlns:p14="http://schemas.microsoft.com/office/powerpoint/2010/main" val="25395219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hf sldNum="0"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azaro.bustio@ibero.mx"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www.python.org/downloads/windows/"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continuum.io/download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www.jetbrains.com/pychar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hyperlink" Target="mailto:valeria@server.com" TargetMode="Externa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3" Type="http://schemas.openxmlformats.org/officeDocument/2006/relationships/hyperlink" Target="http://docs.python.org/tutorial/datastructures.html" TargetMode="External"/><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3" Type="http://schemas.openxmlformats.org/officeDocument/2006/relationships/hyperlink" Target="https://youtu.be/0NTaCJQUE1I" TargetMode="External"/><Relationship Id="rId2" Type="http://schemas.openxmlformats.org/officeDocument/2006/relationships/hyperlink" Target="https://www.youtube.com/watch?v=TEHBEGj1MSU" TargetMode="External"/><Relationship Id="rId1" Type="http://schemas.openxmlformats.org/officeDocument/2006/relationships/slideLayout" Target="../slideLayouts/slideLayout13.xml"/><Relationship Id="rId4" Type="http://schemas.openxmlformats.org/officeDocument/2006/relationships/hyperlink" Target="https://youtu.be/8fKMHKvDieU" TargetMode="External"/></Relationships>
</file>

<file path=ppt/slides/_rels/slide115.xml.rels><?xml version="1.0" encoding="UTF-8" standalone="yes"?>
<Relationships xmlns="http://schemas.openxmlformats.org/package/2006/relationships"><Relationship Id="rId3" Type="http://schemas.openxmlformats.org/officeDocument/2006/relationships/hyperlink" Target="http://en.wikipedia.org/wiki/Associative_array" TargetMode="External"/><Relationship Id="rId2" Type="http://schemas.openxmlformats.org/officeDocument/2006/relationships/notesSlide" Target="../notesSlides/notesSlide59.xml"/><Relationship Id="rId1" Type="http://schemas.openxmlformats.org/officeDocument/2006/relationships/slideLayout" Target="../slideLayouts/slideLayout24.xml"/><Relationship Id="rId4" Type="http://schemas.openxmlformats.org/officeDocument/2006/relationships/image" Target="../media/image60.jp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9.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12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5.xml"/><Relationship Id="rId1" Type="http://schemas.openxmlformats.org/officeDocument/2006/relationships/slideLayout" Target="../slideLayouts/slideLayout24.xml"/></Relationships>
</file>

<file path=ppt/slides/_rels/slide12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4.xml"/><Relationship Id="rId4" Type="http://schemas.openxmlformats.org/officeDocument/2006/relationships/image" Target="../media/image62.jpg"/></Relationships>
</file>

<file path=ppt/slides/_rels/slide123.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125.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9.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9.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6.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9.xml"/></Relationships>
</file>

<file path=ppt/slides/_rels/slide136.xml.rels><?xml version="1.0" encoding="UTF-8" standalone="yes"?>
<Relationships xmlns="http://schemas.openxmlformats.org/package/2006/relationships"><Relationship Id="rId3" Type="http://schemas.openxmlformats.org/officeDocument/2006/relationships/hyperlink" Target="https://youtu.be/uOpW1tKKO8M" TargetMode="External"/><Relationship Id="rId2" Type="http://schemas.openxmlformats.org/officeDocument/2006/relationships/hyperlink" Target="https://youtu.be/ymaBXPjiaPY" TargetMode="External"/><Relationship Id="rId1" Type="http://schemas.openxmlformats.org/officeDocument/2006/relationships/slideLayout" Target="../slideLayouts/slideLayout24.xml"/><Relationship Id="rId4" Type="http://schemas.openxmlformats.org/officeDocument/2006/relationships/hyperlink" Target="https://youtu.be/m4out51i0y4"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Qué es Data Science? ¿Qué es un Data Scientists? - DiplomadosOnline.com">
            <a:extLst>
              <a:ext uri="{FF2B5EF4-FFF2-40B4-BE49-F238E27FC236}">
                <a16:creationId xmlns:a16="http://schemas.microsoft.com/office/drawing/2014/main" id="{5E49D7E4-E94E-4016-B4BF-F69BF6B1AA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23" r="-1" b="17955"/>
          <a:stretch/>
        </p:blipFill>
        <p:spPr bwMode="auto">
          <a:xfrm>
            <a:off x="320040" y="320040"/>
            <a:ext cx="11548872" cy="4462272"/>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D38A241E-0395-41E5-8607-BAA2799A4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4892040"/>
            <a:ext cx="11548872" cy="1645920"/>
          </a:xfrm>
          <a:prstGeom prst="rect">
            <a:avLst/>
          </a:prstGeom>
          <a:solidFill>
            <a:schemeClr val="tx1">
              <a:lumMod val="75000"/>
              <a:lumOff val="25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01583F8-6ECA-4668-9066-A05296A2BF28}"/>
              </a:ext>
            </a:extLst>
          </p:cNvPr>
          <p:cNvSpPr>
            <a:spLocks noGrp="1"/>
          </p:cNvSpPr>
          <p:nvPr>
            <p:ph type="ctrTitle"/>
          </p:nvPr>
        </p:nvSpPr>
        <p:spPr>
          <a:xfrm>
            <a:off x="4380588" y="5093208"/>
            <a:ext cx="6973204" cy="1261872"/>
          </a:xfrm>
        </p:spPr>
        <p:txBody>
          <a:bodyPr anchor="ctr">
            <a:normAutofit/>
          </a:bodyPr>
          <a:lstStyle/>
          <a:p>
            <a:pPr algn="l"/>
            <a:r>
              <a:rPr lang="es-MX" sz="4100" dirty="0">
                <a:solidFill>
                  <a:schemeClr val="bg1"/>
                </a:solidFill>
              </a:rPr>
              <a:t>Introducción al espacio de trabajo Python</a:t>
            </a:r>
          </a:p>
        </p:txBody>
      </p:sp>
      <p:sp>
        <p:nvSpPr>
          <p:cNvPr id="3" name="Subtítulo 2">
            <a:extLst>
              <a:ext uri="{FF2B5EF4-FFF2-40B4-BE49-F238E27FC236}">
                <a16:creationId xmlns:a16="http://schemas.microsoft.com/office/drawing/2014/main" id="{820B793A-1747-4C81-8BDF-46E962EF8444}"/>
              </a:ext>
            </a:extLst>
          </p:cNvPr>
          <p:cNvSpPr>
            <a:spLocks noGrp="1"/>
          </p:cNvSpPr>
          <p:nvPr>
            <p:ph type="subTitle" idx="1"/>
          </p:nvPr>
        </p:nvSpPr>
        <p:spPr>
          <a:xfrm>
            <a:off x="838209" y="5093208"/>
            <a:ext cx="2892986" cy="1261872"/>
          </a:xfrm>
        </p:spPr>
        <p:txBody>
          <a:bodyPr anchor="ctr">
            <a:normAutofit/>
          </a:bodyPr>
          <a:lstStyle/>
          <a:p>
            <a:pPr algn="r"/>
            <a:r>
              <a:rPr lang="es-MX" sz="2000" dirty="0">
                <a:solidFill>
                  <a:schemeClr val="bg2"/>
                </a:solidFill>
              </a:rPr>
              <a:t>Dr. Lázaro Bustio Martínez</a:t>
            </a:r>
          </a:p>
          <a:p>
            <a:pPr algn="r"/>
            <a:r>
              <a:rPr lang="es-MX" sz="2000" dirty="0">
                <a:solidFill>
                  <a:schemeClr val="bg2"/>
                </a:solidFill>
                <a:hlinkClick r:id="rId3"/>
              </a:rPr>
              <a:t>lazaro.bustio@ibero</a:t>
            </a:r>
            <a:r>
              <a:rPr lang="es-MX" sz="2000">
                <a:solidFill>
                  <a:schemeClr val="bg2"/>
                </a:solidFill>
                <a:hlinkClick r:id="rId3"/>
              </a:rPr>
              <a:t>.mx</a:t>
            </a:r>
            <a:endParaRPr lang="es-MX" sz="2000" dirty="0">
              <a:solidFill>
                <a:schemeClr val="bg2"/>
              </a:solidFill>
            </a:endParaRPr>
          </a:p>
        </p:txBody>
      </p:sp>
      <p:cxnSp>
        <p:nvCxnSpPr>
          <p:cNvPr id="73" name="Straight Connector 72">
            <a:extLst>
              <a:ext uri="{FF2B5EF4-FFF2-40B4-BE49-F238E27FC236}">
                <a16:creationId xmlns:a16="http://schemas.microsoft.com/office/drawing/2014/main" id="{CE352288-84AD-4CA8-BCD5-76C29D34E1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059936" y="5264106"/>
            <a:ext cx="0" cy="914400"/>
          </a:xfrm>
          <a:prstGeom prst="line">
            <a:avLst/>
          </a:prstGeom>
          <a:ln w="1905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95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105292C-5FF5-4A7C-A82A-38271A60F58E}"/>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Agenda</a:t>
            </a:r>
          </a:p>
        </p:txBody>
      </p:sp>
      <p:sp>
        <p:nvSpPr>
          <p:cNvPr id="17" name="Marcador de contenido 2">
            <a:extLst>
              <a:ext uri="{FF2B5EF4-FFF2-40B4-BE49-F238E27FC236}">
                <a16:creationId xmlns:a16="http://schemas.microsoft.com/office/drawing/2014/main" id="{943E7F20-F31E-4565-B6F6-F1926B997558}"/>
              </a:ext>
            </a:extLst>
          </p:cNvPr>
          <p:cNvSpPr>
            <a:spLocks noGrp="1"/>
          </p:cNvSpPr>
          <p:nvPr>
            <p:ph idx="1"/>
          </p:nvPr>
        </p:nvSpPr>
        <p:spPr>
          <a:xfrm>
            <a:off x="1371599" y="2318197"/>
            <a:ext cx="9724031" cy="3683358"/>
          </a:xfrm>
        </p:spPr>
        <p:txBody>
          <a:bodyPr anchor="ctr">
            <a:normAutofit/>
          </a:bodyPr>
          <a:lstStyle/>
          <a:p>
            <a:r>
              <a:rPr lang="es-MX" sz="2000" dirty="0"/>
              <a:t>Aspectos esenciales de Python </a:t>
            </a:r>
          </a:p>
          <a:p>
            <a:r>
              <a:rPr lang="es-MX" sz="2000" dirty="0" err="1"/>
              <a:t>Jupyter</a:t>
            </a:r>
            <a:r>
              <a:rPr lang="es-MX" sz="2000" dirty="0"/>
              <a:t> </a:t>
            </a:r>
            <a:r>
              <a:rPr lang="es-MX" sz="2000" dirty="0" err="1"/>
              <a:t>Lab</a:t>
            </a:r>
            <a:r>
              <a:rPr lang="es-MX" sz="2000" dirty="0"/>
              <a:t> como ambiente de trabajo integrado</a:t>
            </a:r>
          </a:p>
          <a:p>
            <a:r>
              <a:rPr lang="es-MX" sz="2000" dirty="0"/>
              <a:t>Tipos de datos y operadores básicos en Python</a:t>
            </a:r>
          </a:p>
          <a:p>
            <a:r>
              <a:rPr lang="es-MX" sz="2000" dirty="0"/>
              <a:t>Importación de archivos planos (.</a:t>
            </a:r>
            <a:r>
              <a:rPr lang="es-MX" sz="2000" dirty="0" err="1"/>
              <a:t>txt</a:t>
            </a:r>
            <a:r>
              <a:rPr lang="es-MX" sz="2000" dirty="0"/>
              <a:t>, .</a:t>
            </a:r>
            <a:r>
              <a:rPr lang="es-MX" sz="2000" dirty="0" err="1"/>
              <a:t>csv</a:t>
            </a:r>
            <a:r>
              <a:rPr lang="es-MX" sz="2000" dirty="0"/>
              <a:t>, </a:t>
            </a:r>
            <a:r>
              <a:rPr lang="es-MX" sz="2000" dirty="0" err="1"/>
              <a:t>etc</a:t>
            </a:r>
            <a:r>
              <a:rPr lang="es-MX" sz="2000" dirty="0"/>
              <a:t>)</a:t>
            </a:r>
          </a:p>
          <a:p>
            <a:r>
              <a:rPr lang="es-MX" sz="2000" dirty="0"/>
              <a:t>La base de datos como estructura básica en el manejo de datos</a:t>
            </a:r>
          </a:p>
          <a:p>
            <a:r>
              <a:rPr lang="es-MX" sz="2000" dirty="0"/>
              <a:t>Problemas comunes en la importación de archivos planos</a:t>
            </a:r>
          </a:p>
        </p:txBody>
      </p:sp>
    </p:spTree>
    <p:extLst>
      <p:ext uri="{BB962C8B-B14F-4D97-AF65-F5344CB8AC3E}">
        <p14:creationId xmlns:p14="http://schemas.microsoft.com/office/powerpoint/2010/main" val="60188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E9D5069-D28E-4A2F-ABD5-16BFBE06F2ED}"/>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Introducción</a:t>
            </a:r>
          </a:p>
        </p:txBody>
      </p:sp>
      <p:sp>
        <p:nvSpPr>
          <p:cNvPr id="3" name="Marcador de contenido 2">
            <a:extLst>
              <a:ext uri="{FF2B5EF4-FFF2-40B4-BE49-F238E27FC236}">
                <a16:creationId xmlns:a16="http://schemas.microsoft.com/office/drawing/2014/main" id="{E0205B7E-0F79-4E59-B4B1-209805426DB9}"/>
              </a:ext>
            </a:extLst>
          </p:cNvPr>
          <p:cNvSpPr>
            <a:spLocks noGrp="1"/>
          </p:cNvSpPr>
          <p:nvPr>
            <p:ph idx="1"/>
          </p:nvPr>
        </p:nvSpPr>
        <p:spPr>
          <a:xfrm>
            <a:off x="1371599" y="2318197"/>
            <a:ext cx="9724031" cy="3683358"/>
          </a:xfrm>
        </p:spPr>
        <p:txBody>
          <a:bodyPr anchor="ctr">
            <a:normAutofit/>
          </a:bodyPr>
          <a:lstStyle/>
          <a:p>
            <a:r>
              <a:rPr lang="es-MX" sz="1900"/>
              <a:t>En el dominio de la ciencia de datos, resolver problemas y responder preguntas a través del análisis de datos es una práctica estándar.</a:t>
            </a:r>
          </a:p>
          <a:p>
            <a:r>
              <a:rPr lang="es-MX" sz="1900"/>
              <a:t>Para analizar los datos y construir modelos existen numerosas tecnologías que evolucionan rápidamente.</a:t>
            </a:r>
          </a:p>
          <a:p>
            <a:pPr lvl="1"/>
            <a:r>
              <a:rPr lang="es-MX" sz="1900"/>
              <a:t>1995/1999: Support Vector Machines – 2021: Deep Neural Networks.</a:t>
            </a:r>
          </a:p>
          <a:p>
            <a:r>
              <a:rPr lang="es-MX" sz="1900"/>
              <a:t>Los enfoques analíticos emergentes buscan automatizar muchos de los pasos de la creación y aplicación de modelos, lo que hace que la tecnología de aprendizaje automático sea más accesible para quienes carecen de profundas habilidades cuantitativas. </a:t>
            </a:r>
          </a:p>
          <a:p>
            <a:pPr lvl="1"/>
            <a:r>
              <a:rPr lang="es-MX" sz="1900"/>
              <a:t>Se está usando el enfoque de "de abajo a arriba“ en contraposición al enfoque “de arriba a abajo“. </a:t>
            </a:r>
            <a:br>
              <a:rPr lang="es-MX" sz="1900"/>
            </a:br>
            <a:endParaRPr lang="es-MX" sz="1900"/>
          </a:p>
        </p:txBody>
      </p:sp>
    </p:spTree>
    <p:extLst>
      <p:ext uri="{BB962C8B-B14F-4D97-AF65-F5344CB8AC3E}">
        <p14:creationId xmlns:p14="http://schemas.microsoft.com/office/powerpoint/2010/main" val="329593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A52B6A1-6B67-45B9-80AF-2BBE7F25E7AE}"/>
              </a:ext>
            </a:extLst>
          </p:cNvPr>
          <p:cNvSpPr>
            <a:spLocks noGrp="1"/>
          </p:cNvSpPr>
          <p:nvPr>
            <p:ph type="title"/>
          </p:nvPr>
        </p:nvSpPr>
        <p:spPr>
          <a:xfrm>
            <a:off x="1136397" y="502021"/>
            <a:ext cx="4959603" cy="1642969"/>
          </a:xfrm>
        </p:spPr>
        <p:txBody>
          <a:bodyPr anchor="b">
            <a:normAutofit/>
          </a:bodyPr>
          <a:lstStyle/>
          <a:p>
            <a:r>
              <a:rPr lang="es-MX" sz="4000"/>
              <a:t>Ciencia de Datos</a:t>
            </a:r>
          </a:p>
        </p:txBody>
      </p:sp>
      <p:sp>
        <p:nvSpPr>
          <p:cNvPr id="3" name="Marcador de contenido 2">
            <a:extLst>
              <a:ext uri="{FF2B5EF4-FFF2-40B4-BE49-F238E27FC236}">
                <a16:creationId xmlns:a16="http://schemas.microsoft.com/office/drawing/2014/main" id="{B29A5D4D-A096-4F16-817F-891605051BBA}"/>
              </a:ext>
            </a:extLst>
          </p:cNvPr>
          <p:cNvSpPr>
            <a:spLocks noGrp="1"/>
          </p:cNvSpPr>
          <p:nvPr>
            <p:ph idx="1"/>
          </p:nvPr>
        </p:nvSpPr>
        <p:spPr>
          <a:xfrm>
            <a:off x="1136397" y="2418408"/>
            <a:ext cx="4959603" cy="3522569"/>
          </a:xfrm>
        </p:spPr>
        <p:txBody>
          <a:bodyPr anchor="t">
            <a:normAutofit/>
          </a:bodyPr>
          <a:lstStyle/>
          <a:p>
            <a:r>
              <a:rPr lang="es-MX" sz="1700" dirty="0"/>
              <a:t>La ciencia de datos es un campo interdisciplinario que involucra métodos científicos, procesos y sistemas para extraer conocimiento o un mejor entendimiento de datos en sus diferentes formas, ya sea estructurados o no estructurados, lo cual es una continuación de algunos campos de análisis de datos como la estadística, la minería de datos, el aprendizaje automático, y la analítica predictiva.</a:t>
            </a:r>
          </a:p>
          <a:p>
            <a:pPr marL="0" indent="0" algn="r">
              <a:buNone/>
            </a:pPr>
            <a:r>
              <a:rPr lang="es-MX" sz="1700" dirty="0"/>
              <a:t>"Ciencia de Datos", https://es.wikipedia.org/wiki/Ciencia_de_datos, octubre 2020</a:t>
            </a:r>
          </a:p>
          <a:p>
            <a:endParaRPr lang="es-MX" sz="1700" dirty="0"/>
          </a:p>
          <a:p>
            <a:endParaRPr lang="es-MX" sz="1700" dirty="0"/>
          </a:p>
        </p:txBody>
      </p:sp>
      <p:pic>
        <p:nvPicPr>
          <p:cNvPr id="7170" name="Picture 2" descr="Los tres núcleos de Data Science - sitiobigdata.com">
            <a:extLst>
              <a:ext uri="{FF2B5EF4-FFF2-40B4-BE49-F238E27FC236}">
                <a16:creationId xmlns:a16="http://schemas.microsoft.com/office/drawing/2014/main" id="{9C1A734A-EB71-4CA6-AA21-53F99D35711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862157"/>
            <a:ext cx="5201023" cy="4719928"/>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579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E1A438F-CA65-4228-A375-C2EFCF48558D}"/>
              </a:ext>
            </a:extLst>
          </p:cNvPr>
          <p:cNvSpPr>
            <a:spLocks noGrp="1"/>
          </p:cNvSpPr>
          <p:nvPr>
            <p:ph type="title"/>
          </p:nvPr>
        </p:nvSpPr>
        <p:spPr>
          <a:xfrm>
            <a:off x="1136397" y="502021"/>
            <a:ext cx="4959603" cy="1642969"/>
          </a:xfrm>
        </p:spPr>
        <p:txBody>
          <a:bodyPr anchor="b">
            <a:normAutofit/>
          </a:bodyPr>
          <a:lstStyle/>
          <a:p>
            <a:r>
              <a:rPr lang="es-MX" sz="4000"/>
              <a:t>Ciencia de Datos</a:t>
            </a:r>
          </a:p>
        </p:txBody>
      </p:sp>
      <p:sp>
        <p:nvSpPr>
          <p:cNvPr id="3" name="Marcador de contenido 2">
            <a:extLst>
              <a:ext uri="{FF2B5EF4-FFF2-40B4-BE49-F238E27FC236}">
                <a16:creationId xmlns:a16="http://schemas.microsoft.com/office/drawing/2014/main" id="{23CEE231-DC54-4B39-84E6-8DD445AE4856}"/>
              </a:ext>
            </a:extLst>
          </p:cNvPr>
          <p:cNvSpPr>
            <a:spLocks noGrp="1"/>
          </p:cNvSpPr>
          <p:nvPr>
            <p:ph idx="1"/>
          </p:nvPr>
        </p:nvSpPr>
        <p:spPr>
          <a:xfrm>
            <a:off x="1136397" y="2418408"/>
            <a:ext cx="4959603" cy="3522569"/>
          </a:xfrm>
        </p:spPr>
        <p:txBody>
          <a:bodyPr anchor="t">
            <a:normAutofit/>
          </a:bodyPr>
          <a:lstStyle/>
          <a:p>
            <a:r>
              <a:rPr lang="es-MX" sz="2000" dirty="0"/>
              <a:t>La Ciencia de Datos es la resolución de los problemas de negocios/organizaciones a través de las matemáticas, la programación y el método científico que implica la creación de hipótesis, experimentos y pruebas a través del análisis de datos y la generación de modelos predictivos.</a:t>
            </a:r>
          </a:p>
          <a:p>
            <a:pPr marL="0" indent="0" algn="r">
              <a:buNone/>
            </a:pPr>
            <a:r>
              <a:rPr lang="es-MX" sz="2000" dirty="0"/>
              <a:t>"Creando inteligencia con Ciencia de Datos", Favio Vázquez, https://medium.com/datos-y-ciencia/creando-inteligencia-con-ciencia-de-datos-d77be52c029e, octubre 2020</a:t>
            </a:r>
          </a:p>
          <a:p>
            <a:endParaRPr lang="es-MX" sz="2000" dirty="0"/>
          </a:p>
        </p:txBody>
      </p:sp>
      <p:pic>
        <p:nvPicPr>
          <p:cNvPr id="8194" name="Picture 2" descr="The emergence of data science in PE - KPMG Global">
            <a:extLst>
              <a:ext uri="{FF2B5EF4-FFF2-40B4-BE49-F238E27FC236}">
                <a16:creationId xmlns:a16="http://schemas.microsoft.com/office/drawing/2014/main" id="{F7608FD1-ABE9-4928-990B-AF72EBD88D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797145"/>
            <a:ext cx="5201023" cy="4849953"/>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651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1A9B7D-E042-4F4A-A36C-4E7CB1E65019}"/>
              </a:ext>
            </a:extLst>
          </p:cNvPr>
          <p:cNvSpPr>
            <a:spLocks noGrp="1"/>
          </p:cNvSpPr>
          <p:nvPr>
            <p:ph type="title"/>
          </p:nvPr>
        </p:nvSpPr>
        <p:spPr>
          <a:xfrm>
            <a:off x="1136397" y="502021"/>
            <a:ext cx="4959603" cy="1642969"/>
          </a:xfrm>
        </p:spPr>
        <p:txBody>
          <a:bodyPr anchor="b">
            <a:normAutofit/>
          </a:bodyPr>
          <a:lstStyle/>
          <a:p>
            <a:r>
              <a:rPr lang="es-MX" sz="4000"/>
              <a:t>Científico de datos</a:t>
            </a:r>
          </a:p>
        </p:txBody>
      </p:sp>
      <p:sp>
        <p:nvSpPr>
          <p:cNvPr id="3" name="Marcador de contenido 2">
            <a:extLst>
              <a:ext uri="{FF2B5EF4-FFF2-40B4-BE49-F238E27FC236}">
                <a16:creationId xmlns:a16="http://schemas.microsoft.com/office/drawing/2014/main" id="{55FEB4E5-7434-448F-8186-55FCBED4E80F}"/>
              </a:ext>
            </a:extLst>
          </p:cNvPr>
          <p:cNvSpPr>
            <a:spLocks noGrp="1"/>
          </p:cNvSpPr>
          <p:nvPr>
            <p:ph idx="1"/>
          </p:nvPr>
        </p:nvSpPr>
        <p:spPr>
          <a:xfrm>
            <a:off x="1136397" y="2418408"/>
            <a:ext cx="4959603" cy="3522569"/>
          </a:xfrm>
        </p:spPr>
        <p:txBody>
          <a:bodyPr anchor="t">
            <a:normAutofit/>
          </a:bodyPr>
          <a:lstStyle/>
          <a:p>
            <a:r>
              <a:rPr lang="es-MX" sz="1700" dirty="0"/>
              <a:t>Un Científico de Datos es una persona (¿o sistema?) encargada de analizar problemas de negocios/organizaciones ofreciendo una solución estructurada que comienza convirtiendo este problema en una pregunta válida y completa, luego usa programación y herramientas computacionales para desarrollar códigos que preparan, limpian y analizan los datos para crear modelos y responder la pregunta inicial.</a:t>
            </a:r>
          </a:p>
          <a:p>
            <a:pPr marL="0" indent="0" algn="r">
              <a:buNone/>
            </a:pPr>
            <a:r>
              <a:rPr lang="es-MX" sz="1700" dirty="0"/>
              <a:t>"Creando inteligencia con Ciencia de Datos", Favio Vázquez, https://medium.com/datos-y-ciencia/creando-inteligencia-con-ciencia-de-datos-d77be52c029e, octubre 2020</a:t>
            </a:r>
          </a:p>
          <a:p>
            <a:endParaRPr lang="es-MX" sz="1700" dirty="0"/>
          </a:p>
        </p:txBody>
      </p:sp>
      <p:pic>
        <p:nvPicPr>
          <p:cNvPr id="9218" name="Picture 2" descr="👩‍🔬 Qué se necesita para ser Científico de Datos - EL ARTE DEL DATO BIEN  CONTADO">
            <a:extLst>
              <a:ext uri="{FF2B5EF4-FFF2-40B4-BE49-F238E27FC236}">
                <a16:creationId xmlns:a16="http://schemas.microsoft.com/office/drawing/2014/main" id="{2EF57F5E-9235-41D6-B94E-4AF4174B63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50763" y="489118"/>
            <a:ext cx="5124381" cy="5466007"/>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278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F93D9C-9B1F-4800-83C2-97B56442F2F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Evolución de las Ciencias de Datos</a:t>
            </a:r>
          </a:p>
        </p:txBody>
      </p:sp>
      <p:pic>
        <p:nvPicPr>
          <p:cNvPr id="4" name="Picture 6">
            <a:extLst>
              <a:ext uri="{FF2B5EF4-FFF2-40B4-BE49-F238E27FC236}">
                <a16:creationId xmlns:a16="http://schemas.microsoft.com/office/drawing/2014/main" id="{2AB432E8-13AA-4178-B916-C6F2E605E7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074058" y="1675227"/>
            <a:ext cx="10043883" cy="4394199"/>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40121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E89A37-454B-4C1D-B3E7-087845569A3A}"/>
              </a:ext>
            </a:extLst>
          </p:cNvPr>
          <p:cNvSpPr>
            <a:spLocks noGrp="1"/>
          </p:cNvSpPr>
          <p:nvPr>
            <p:ph type="title"/>
          </p:nvPr>
        </p:nvSpPr>
        <p:spPr>
          <a:xfrm>
            <a:off x="594360" y="640263"/>
            <a:ext cx="3822192" cy="1344975"/>
          </a:xfrm>
        </p:spPr>
        <p:txBody>
          <a:bodyPr>
            <a:normAutofit/>
          </a:bodyPr>
          <a:lstStyle/>
          <a:p>
            <a:r>
              <a:rPr lang="es-MX" sz="3600">
                <a:solidFill>
                  <a:schemeClr val="bg1"/>
                </a:solidFill>
              </a:rPr>
              <a:t>Crecimiento de los datos</a:t>
            </a:r>
          </a:p>
        </p:txBody>
      </p:sp>
      <p:cxnSp>
        <p:nvCxnSpPr>
          <p:cNvPr id="11" name="Straight Connector 10">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3379457B-AE10-4548-9302-05BA35F427BA}"/>
              </a:ext>
            </a:extLst>
          </p:cNvPr>
          <p:cNvSpPr>
            <a:spLocks noGrp="1"/>
          </p:cNvSpPr>
          <p:nvPr>
            <p:ph idx="1"/>
          </p:nvPr>
        </p:nvSpPr>
        <p:spPr>
          <a:xfrm>
            <a:off x="593610" y="2121763"/>
            <a:ext cx="3822192" cy="3773010"/>
          </a:xfrm>
        </p:spPr>
        <p:txBody>
          <a:bodyPr>
            <a:normAutofit/>
          </a:bodyPr>
          <a:lstStyle/>
          <a:p>
            <a:r>
              <a:rPr lang="en-US" sz="2000">
                <a:solidFill>
                  <a:schemeClr val="bg1"/>
                </a:solidFill>
              </a:rPr>
              <a:t>"A Hands-On Introduction to Data Science", Chirag Shah, Cambridge University Press 2020</a:t>
            </a:r>
          </a:p>
          <a:p>
            <a:endParaRPr lang="es-MX" sz="2000">
              <a:solidFill>
                <a:schemeClr val="bg1"/>
              </a:solidFill>
            </a:endParaRPr>
          </a:p>
        </p:txBody>
      </p:sp>
      <p:pic>
        <p:nvPicPr>
          <p:cNvPr id="4" name="Picture 6">
            <a:extLst>
              <a:ext uri="{FF2B5EF4-FFF2-40B4-BE49-F238E27FC236}">
                <a16:creationId xmlns:a16="http://schemas.microsoft.com/office/drawing/2014/main" id="{F0998075-C471-479A-A40B-D93AC3ADCC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10716" y="564190"/>
            <a:ext cx="6596652" cy="5574170"/>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34439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48B7A3-394D-4380-A9B4-0E66F41DB617}"/>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Metodología</a:t>
            </a:r>
          </a:p>
        </p:txBody>
      </p:sp>
      <p:sp>
        <p:nvSpPr>
          <p:cNvPr id="3" name="Marcador de contenido 2">
            <a:extLst>
              <a:ext uri="{FF2B5EF4-FFF2-40B4-BE49-F238E27FC236}">
                <a16:creationId xmlns:a16="http://schemas.microsoft.com/office/drawing/2014/main" id="{5340D202-774D-45EA-89BB-7B37507410E4}"/>
              </a:ext>
            </a:extLst>
          </p:cNvPr>
          <p:cNvSpPr>
            <a:spLocks noGrp="1"/>
          </p:cNvSpPr>
          <p:nvPr>
            <p:ph idx="1"/>
          </p:nvPr>
        </p:nvSpPr>
        <p:spPr>
          <a:xfrm>
            <a:off x="1371599" y="2318197"/>
            <a:ext cx="9724031" cy="3683358"/>
          </a:xfrm>
        </p:spPr>
        <p:txBody>
          <a:bodyPr anchor="ctr">
            <a:normAutofit/>
          </a:bodyPr>
          <a:lstStyle/>
          <a:p>
            <a:r>
              <a:rPr lang="es-MX" sz="2000" dirty="0"/>
              <a:t>Una metodología es una estrategia general que sirve de guía para los procesos y actividades que</a:t>
            </a:r>
            <a:br>
              <a:rPr lang="es-MX" sz="2000" dirty="0"/>
            </a:br>
            <a:r>
              <a:rPr lang="es-MX" sz="2000" dirty="0"/>
              <a:t>están dentro de un dominio determinado. </a:t>
            </a:r>
          </a:p>
          <a:p>
            <a:pPr lvl="1"/>
            <a:r>
              <a:rPr lang="es-MX" sz="2000" dirty="0"/>
              <a:t>No depende de tecnologías ni herramientas específicas</a:t>
            </a:r>
          </a:p>
          <a:p>
            <a:pPr lvl="1"/>
            <a:r>
              <a:rPr lang="es-MX" sz="2000" dirty="0"/>
              <a:t>No es un conjunto de técnicas o recetas.</a:t>
            </a:r>
          </a:p>
          <a:p>
            <a:r>
              <a:rPr lang="es-MX" sz="2000" dirty="0"/>
              <a:t>La metodología proporciona al científico de datos un marco sobre cómo proceder con los métodos, procesos y argumentos que se utilizarán para obtener respuestas o resultados. </a:t>
            </a:r>
            <a:br>
              <a:rPr lang="es-MX" sz="2000" dirty="0"/>
            </a:br>
            <a:endParaRPr lang="es-MX" sz="2000" dirty="0"/>
          </a:p>
        </p:txBody>
      </p:sp>
    </p:spTree>
    <p:extLst>
      <p:ext uri="{BB962C8B-B14F-4D97-AF65-F5344CB8AC3E}">
        <p14:creationId xmlns:p14="http://schemas.microsoft.com/office/powerpoint/2010/main" val="3495478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29BDC0-CEED-4845-A5BA-0420558B84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Metodología de un proyecto de Ciencia de Datos</a:t>
            </a:r>
          </a:p>
        </p:txBody>
      </p:sp>
      <p:pic>
        <p:nvPicPr>
          <p:cNvPr id="5" name="Marcador de contenido 4">
            <a:extLst>
              <a:ext uri="{FF2B5EF4-FFF2-40B4-BE49-F238E27FC236}">
                <a16:creationId xmlns:a16="http://schemas.microsoft.com/office/drawing/2014/main" id="{FE790F57-776A-4609-8238-ED0349CC1858}"/>
              </a:ext>
            </a:extLst>
          </p:cNvPr>
          <p:cNvPicPr>
            <a:picLocks noGrp="1" noChangeAspect="1"/>
          </p:cNvPicPr>
          <p:nvPr>
            <p:ph idx="1"/>
          </p:nvPr>
        </p:nvPicPr>
        <p:blipFill rotWithShape="1">
          <a:blip r:embed="rId3"/>
          <a:srcRect l="-733" r="-250" b="-2"/>
          <a:stretch/>
        </p:blipFill>
        <p:spPr>
          <a:xfrm>
            <a:off x="2473710" y="1675227"/>
            <a:ext cx="7244580" cy="4394199"/>
          </a:xfrm>
          <a:prstGeom prst="rect">
            <a:avLst/>
          </a:prstGeom>
        </p:spPr>
      </p:pic>
    </p:spTree>
    <p:extLst>
      <p:ext uri="{BB962C8B-B14F-4D97-AF65-F5344CB8AC3E}">
        <p14:creationId xmlns:p14="http://schemas.microsoft.com/office/powerpoint/2010/main" val="3023161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1DCC9E-0988-4BC1-AD99-F5EBDB6458B1}"/>
              </a:ext>
            </a:extLst>
          </p:cNvPr>
          <p:cNvSpPr>
            <a:spLocks noGrp="1"/>
          </p:cNvSpPr>
          <p:nvPr>
            <p:ph type="title"/>
          </p:nvPr>
        </p:nvSpPr>
        <p:spPr>
          <a:xfrm>
            <a:off x="1136397" y="502021"/>
            <a:ext cx="4959603" cy="1642969"/>
          </a:xfrm>
        </p:spPr>
        <p:txBody>
          <a:bodyPr anchor="b">
            <a:normAutofit/>
          </a:bodyPr>
          <a:lstStyle/>
          <a:p>
            <a:r>
              <a:rPr lang="es-MX" sz="4000"/>
              <a:t>1. Comprensión del negocio</a:t>
            </a:r>
          </a:p>
        </p:txBody>
      </p:sp>
      <p:sp>
        <p:nvSpPr>
          <p:cNvPr id="3" name="Marcador de contenido 2">
            <a:extLst>
              <a:ext uri="{FF2B5EF4-FFF2-40B4-BE49-F238E27FC236}">
                <a16:creationId xmlns:a16="http://schemas.microsoft.com/office/drawing/2014/main" id="{E487038D-9450-42A1-BC31-2A1680DFB1D7}"/>
              </a:ext>
            </a:extLst>
          </p:cNvPr>
          <p:cNvSpPr>
            <a:spLocks noGrp="1"/>
          </p:cNvSpPr>
          <p:nvPr>
            <p:ph idx="1"/>
          </p:nvPr>
        </p:nvSpPr>
        <p:spPr>
          <a:xfrm>
            <a:off x="1136397" y="2418408"/>
            <a:ext cx="4959603" cy="3522569"/>
          </a:xfrm>
        </p:spPr>
        <p:txBody>
          <a:bodyPr anchor="t">
            <a:normAutofit/>
          </a:bodyPr>
          <a:lstStyle/>
          <a:p>
            <a:r>
              <a:rPr lang="es-MX" sz="1600"/>
              <a:t>Todos los proyectos comienzan con la comprensión del negocio. Los promotores de negocios que necesitan la solución analítica desempeñan el papel más importante en esta etapa, al definir el problema, los objetivos del proyecto y los requisitos de la solución desde una perspectiva empresarial. </a:t>
            </a:r>
          </a:p>
          <a:p>
            <a:r>
              <a:rPr lang="es-MX" sz="1600"/>
              <a:t>Esta primera etapa sienta las bases para que el problema empresarial sea resuelto con éxito. </a:t>
            </a:r>
          </a:p>
          <a:p>
            <a:r>
              <a:rPr lang="es-MX" sz="1600"/>
              <a:t>Para ayudar a garantizar el éxito del proyecto, los promotores deben participar mientras dure el proyecto para proporcionar experiencia en el dominio, revisar los hallazgos intermedios y garantizar que el trabajo siga su curso para generar la solución deseada. </a:t>
            </a:r>
            <a:br>
              <a:rPr lang="es-MX" sz="1600"/>
            </a:br>
            <a:endParaRPr lang="es-MX" sz="16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upo 7">
            <a:extLst>
              <a:ext uri="{FF2B5EF4-FFF2-40B4-BE49-F238E27FC236}">
                <a16:creationId xmlns:a16="http://schemas.microsoft.com/office/drawing/2014/main" id="{459179F4-0FC6-4579-A1D8-DC87225519EC}"/>
              </a:ext>
            </a:extLst>
          </p:cNvPr>
          <p:cNvGrpSpPr/>
          <p:nvPr/>
        </p:nvGrpSpPr>
        <p:grpSpPr>
          <a:xfrm>
            <a:off x="6512442" y="1624708"/>
            <a:ext cx="5201023" cy="3194826"/>
            <a:chOff x="3243262" y="2244436"/>
            <a:chExt cx="5705475" cy="3504695"/>
          </a:xfrm>
        </p:grpSpPr>
        <p:pic>
          <p:nvPicPr>
            <p:cNvPr id="6" name="Marcador de contenido 4">
              <a:extLst>
                <a:ext uri="{FF2B5EF4-FFF2-40B4-BE49-F238E27FC236}">
                  <a16:creationId xmlns:a16="http://schemas.microsoft.com/office/drawing/2014/main" id="{0D134F34-548B-4F5B-9245-A805D938F6C9}"/>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7" name="Rectángulo 6">
              <a:extLst>
                <a:ext uri="{FF2B5EF4-FFF2-40B4-BE49-F238E27FC236}">
                  <a16:creationId xmlns:a16="http://schemas.microsoft.com/office/drawing/2014/main" id="{C015209F-1595-4523-B532-7C0ADE746E89}"/>
                </a:ext>
              </a:extLst>
            </p:cNvPr>
            <p:cNvSpPr/>
            <p:nvPr/>
          </p:nvSpPr>
          <p:spPr>
            <a:xfrm>
              <a:off x="4419600" y="224443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678949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90E7DD-A86C-424D-8E86-EE16D70E77F9}"/>
              </a:ext>
            </a:extLst>
          </p:cNvPr>
          <p:cNvSpPr>
            <a:spLocks noGrp="1"/>
          </p:cNvSpPr>
          <p:nvPr>
            <p:ph type="title"/>
          </p:nvPr>
        </p:nvSpPr>
        <p:spPr>
          <a:xfrm>
            <a:off x="1136397" y="502021"/>
            <a:ext cx="4959603" cy="1642969"/>
          </a:xfrm>
        </p:spPr>
        <p:txBody>
          <a:bodyPr anchor="b">
            <a:normAutofit/>
          </a:bodyPr>
          <a:lstStyle/>
          <a:p>
            <a:r>
              <a:rPr lang="es-MX" sz="4000"/>
              <a:t>2. Enfoque analítico</a:t>
            </a:r>
          </a:p>
        </p:txBody>
      </p:sp>
      <p:sp>
        <p:nvSpPr>
          <p:cNvPr id="3" name="Marcador de contenido 2">
            <a:extLst>
              <a:ext uri="{FF2B5EF4-FFF2-40B4-BE49-F238E27FC236}">
                <a16:creationId xmlns:a16="http://schemas.microsoft.com/office/drawing/2014/main" id="{40EA366A-50FE-4598-8339-B588D8B7B8F6}"/>
              </a:ext>
            </a:extLst>
          </p:cNvPr>
          <p:cNvSpPr>
            <a:spLocks noGrp="1"/>
          </p:cNvSpPr>
          <p:nvPr>
            <p:ph idx="1"/>
          </p:nvPr>
        </p:nvSpPr>
        <p:spPr>
          <a:xfrm>
            <a:off x="1136397" y="2418408"/>
            <a:ext cx="4959603" cy="3522569"/>
          </a:xfrm>
        </p:spPr>
        <p:txBody>
          <a:bodyPr anchor="t">
            <a:normAutofit/>
          </a:bodyPr>
          <a:lstStyle/>
          <a:p>
            <a:r>
              <a:rPr lang="es-MX" sz="1700"/>
              <a:t>Cuando el problema empresarial se haya establecido claramente, el científico de datos podrá definir el enfoque analítico para resolver el problema. Esta etapa implica expresar el problema bajo el contexto de las técnicas estadísticas y de aprendizaje automático, para que la</a:t>
            </a:r>
            <a:br>
              <a:rPr lang="es-MX" sz="1700"/>
            </a:br>
            <a:r>
              <a:rPr lang="es-MX" sz="1700"/>
              <a:t>organización pueda identificar las más adecuadas para el resultado deseado.</a:t>
            </a:r>
          </a:p>
          <a:p>
            <a:pPr lvl="1"/>
            <a:r>
              <a:rPr lang="es-MX" sz="1700"/>
              <a:t>Por ejemplo, si el objetivo es predecir una respuesta como "sí" o "no", el enfoque analítico podría definirse como la construcción, las pruebas y la implementación de un modelo de clasificación. </a:t>
            </a:r>
            <a:br>
              <a:rPr lang="es-MX" sz="1700"/>
            </a:br>
            <a:endParaRPr lang="es-MX" sz="17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51F7B7CF-8BE3-440F-956B-AC7047DD7420}"/>
              </a:ext>
            </a:extLst>
          </p:cNvPr>
          <p:cNvGrpSpPr/>
          <p:nvPr/>
        </p:nvGrpSpPr>
        <p:grpSpPr>
          <a:xfrm>
            <a:off x="6512442" y="1607796"/>
            <a:ext cx="5201023" cy="3228651"/>
            <a:chOff x="3243262" y="2253456"/>
            <a:chExt cx="5705475" cy="3495675"/>
          </a:xfrm>
        </p:grpSpPr>
        <p:pic>
          <p:nvPicPr>
            <p:cNvPr id="7" name="Marcador de contenido 4">
              <a:extLst>
                <a:ext uri="{FF2B5EF4-FFF2-40B4-BE49-F238E27FC236}">
                  <a16:creationId xmlns:a16="http://schemas.microsoft.com/office/drawing/2014/main" id="{7FF4C071-CFE5-4B1E-B78C-7123BA82134B}"/>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4178F6E6-AF43-4338-BB08-5D3E7B7D4218}"/>
                </a:ext>
              </a:extLst>
            </p:cNvPr>
            <p:cNvSpPr/>
            <p:nvPr/>
          </p:nvSpPr>
          <p:spPr>
            <a:xfrm>
              <a:off x="6525491" y="225345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123373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7A3ADB-07D1-4253-869E-5EFEB904036F}"/>
              </a:ext>
            </a:extLst>
          </p:cNvPr>
          <p:cNvSpPr>
            <a:spLocks noGrp="1"/>
          </p:cNvSpPr>
          <p:nvPr>
            <p:ph type="title"/>
          </p:nvPr>
        </p:nvSpPr>
        <p:spPr>
          <a:xfrm>
            <a:off x="1136397" y="502021"/>
            <a:ext cx="4959603" cy="1642969"/>
          </a:xfrm>
        </p:spPr>
        <p:txBody>
          <a:bodyPr anchor="b">
            <a:normAutofit/>
          </a:bodyPr>
          <a:lstStyle/>
          <a:p>
            <a:r>
              <a:rPr lang="es-MX" sz="4000"/>
              <a:t>3. Requisitos de datos</a:t>
            </a:r>
          </a:p>
        </p:txBody>
      </p:sp>
      <p:sp>
        <p:nvSpPr>
          <p:cNvPr id="3" name="Marcador de contenido 2">
            <a:extLst>
              <a:ext uri="{FF2B5EF4-FFF2-40B4-BE49-F238E27FC236}">
                <a16:creationId xmlns:a16="http://schemas.microsoft.com/office/drawing/2014/main" id="{EC3A5D52-09BA-4420-854E-C1AF3F937613}"/>
              </a:ext>
            </a:extLst>
          </p:cNvPr>
          <p:cNvSpPr>
            <a:spLocks noGrp="1"/>
          </p:cNvSpPr>
          <p:nvPr>
            <p:ph idx="1"/>
          </p:nvPr>
        </p:nvSpPr>
        <p:spPr>
          <a:xfrm>
            <a:off x="1136397" y="2418408"/>
            <a:ext cx="4959603" cy="3522569"/>
          </a:xfrm>
        </p:spPr>
        <p:txBody>
          <a:bodyPr anchor="t">
            <a:normAutofit/>
          </a:bodyPr>
          <a:lstStyle/>
          <a:p>
            <a:r>
              <a:rPr lang="es-MX" sz="2000"/>
              <a:t>El enfoque analítico elegido determina los requisitos de datos. Más concretamente, los métodos analíticos a utilizar requieren de determinados contenidos de datos, formatos y representaciones, orientados por el conocimiento en el dominio. </a:t>
            </a:r>
            <a:br>
              <a:rPr lang="es-MX" sz="2000"/>
            </a:br>
            <a:endParaRPr lang="es-MX" sz="20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6D239297-CC16-4152-A5FA-BC4CBE5BDA58}"/>
              </a:ext>
            </a:extLst>
          </p:cNvPr>
          <p:cNvGrpSpPr/>
          <p:nvPr/>
        </p:nvGrpSpPr>
        <p:grpSpPr>
          <a:xfrm>
            <a:off x="6512442" y="1636520"/>
            <a:ext cx="5201023" cy="3171202"/>
            <a:chOff x="3243262" y="2253456"/>
            <a:chExt cx="5733185" cy="3495675"/>
          </a:xfrm>
        </p:grpSpPr>
        <p:pic>
          <p:nvPicPr>
            <p:cNvPr id="7" name="Marcador de contenido 4">
              <a:extLst>
                <a:ext uri="{FF2B5EF4-FFF2-40B4-BE49-F238E27FC236}">
                  <a16:creationId xmlns:a16="http://schemas.microsoft.com/office/drawing/2014/main" id="{1A055FB3-F3A7-45B6-856A-7087D75E416D}"/>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E23BEB3D-F43C-489B-8501-B348E165857B}"/>
                </a:ext>
              </a:extLst>
            </p:cNvPr>
            <p:cNvSpPr/>
            <p:nvPr/>
          </p:nvSpPr>
          <p:spPr>
            <a:xfrm>
              <a:off x="7674120" y="3050413"/>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960143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F24AD3D-9BF1-4469-92B0-BBE22590B5F4}"/>
              </a:ext>
            </a:extLst>
          </p:cNvPr>
          <p:cNvSpPr>
            <a:spLocks noGrp="1"/>
          </p:cNvSpPr>
          <p:nvPr>
            <p:ph type="title"/>
          </p:nvPr>
        </p:nvSpPr>
        <p:spPr>
          <a:xfrm>
            <a:off x="1136397" y="502021"/>
            <a:ext cx="4959603" cy="1642969"/>
          </a:xfrm>
        </p:spPr>
        <p:txBody>
          <a:bodyPr anchor="b">
            <a:normAutofit/>
          </a:bodyPr>
          <a:lstStyle/>
          <a:p>
            <a:r>
              <a:rPr lang="es-MX" sz="4000"/>
              <a:t>4. Recopilación de datos</a:t>
            </a:r>
          </a:p>
        </p:txBody>
      </p:sp>
      <p:sp>
        <p:nvSpPr>
          <p:cNvPr id="3" name="Marcador de contenido 2">
            <a:extLst>
              <a:ext uri="{FF2B5EF4-FFF2-40B4-BE49-F238E27FC236}">
                <a16:creationId xmlns:a16="http://schemas.microsoft.com/office/drawing/2014/main" id="{343BDADD-63D9-4A2C-B5E2-F8CAA86A768F}"/>
              </a:ext>
            </a:extLst>
          </p:cNvPr>
          <p:cNvSpPr>
            <a:spLocks noGrp="1"/>
          </p:cNvSpPr>
          <p:nvPr>
            <p:ph idx="1"/>
          </p:nvPr>
        </p:nvSpPr>
        <p:spPr>
          <a:xfrm>
            <a:off x="1136397" y="2418408"/>
            <a:ext cx="4959603" cy="3522569"/>
          </a:xfrm>
        </p:spPr>
        <p:txBody>
          <a:bodyPr anchor="t">
            <a:normAutofit/>
          </a:bodyPr>
          <a:lstStyle/>
          <a:p>
            <a:r>
              <a:rPr lang="es-MX" sz="1100"/>
              <a:t>En la etapa inicial de recopilación de datos, los científicos de datos identifican y reúnen los recursos de datos disponibles (estructurados, no estructurados y semiestructurados) y relevantes para el dominio del problema. Por lo general, deben elegir si realizan inversiones adicionales para obtener elementos informativos menos accesibles. Lo mejor puede ser aplazar la decisión de inversión hasta que se sepa más sobre los datos y el modelo. Si hay algunas lagunas en la recopilación de datos, es posible que el científico tenga que revisar los requisitos de datos y recopilar más datos o nuevos datos. </a:t>
            </a:r>
          </a:p>
          <a:p>
            <a:r>
              <a:rPr lang="es-MX" sz="1100"/>
              <a:t>Aunque el muestreo y la subdivisión de datos siguen siendo importantes, las plataformas actuales de alto rendimiento y la funcionalidad analítica en la base de datos permiten que los científicos de datos utilicen conjuntos de datos mucho más grandes que contienen gran parte de los datos disponibles, o incluso todos. Al incorporar más datos, los modelos predictivos pueden representar mejor los eventos raros, como la incidencia de una enfermedad o un fallo del sistema. </a:t>
            </a:r>
            <a:br>
              <a:rPr lang="es-MX" sz="1100"/>
            </a:br>
            <a:endParaRPr lang="es-MX" sz="11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D1573B22-8FBB-4D2C-B11F-15CDB2EF0F19}"/>
              </a:ext>
            </a:extLst>
          </p:cNvPr>
          <p:cNvGrpSpPr/>
          <p:nvPr/>
        </p:nvGrpSpPr>
        <p:grpSpPr>
          <a:xfrm>
            <a:off x="6512442" y="1632679"/>
            <a:ext cx="5201023" cy="3178884"/>
            <a:chOff x="3243262" y="2253456"/>
            <a:chExt cx="5719330" cy="3495675"/>
          </a:xfrm>
        </p:grpSpPr>
        <p:pic>
          <p:nvPicPr>
            <p:cNvPr id="7" name="Marcador de contenido 4">
              <a:extLst>
                <a:ext uri="{FF2B5EF4-FFF2-40B4-BE49-F238E27FC236}">
                  <a16:creationId xmlns:a16="http://schemas.microsoft.com/office/drawing/2014/main" id="{6201A0CF-D94F-4644-80C2-2A6ABB4F23BC}"/>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DE38CAC1-AF0C-474E-93B0-6E3B68EB2167}"/>
                </a:ext>
              </a:extLst>
            </p:cNvPr>
            <p:cNvSpPr/>
            <p:nvPr/>
          </p:nvSpPr>
          <p:spPr>
            <a:xfrm>
              <a:off x="7660265" y="373805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576706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0C6B65-540B-471D-9AED-DF18763AF7C3}"/>
              </a:ext>
            </a:extLst>
          </p:cNvPr>
          <p:cNvSpPr>
            <a:spLocks noGrp="1"/>
          </p:cNvSpPr>
          <p:nvPr>
            <p:ph type="title"/>
          </p:nvPr>
        </p:nvSpPr>
        <p:spPr>
          <a:xfrm>
            <a:off x="1136397" y="502021"/>
            <a:ext cx="4959603" cy="1642969"/>
          </a:xfrm>
        </p:spPr>
        <p:txBody>
          <a:bodyPr anchor="b">
            <a:normAutofit/>
          </a:bodyPr>
          <a:lstStyle/>
          <a:p>
            <a:r>
              <a:rPr lang="es-MX" sz="4000"/>
              <a:t>5. Comprensión de datos</a:t>
            </a:r>
          </a:p>
        </p:txBody>
      </p:sp>
      <p:sp>
        <p:nvSpPr>
          <p:cNvPr id="3" name="Marcador de contenido 2">
            <a:extLst>
              <a:ext uri="{FF2B5EF4-FFF2-40B4-BE49-F238E27FC236}">
                <a16:creationId xmlns:a16="http://schemas.microsoft.com/office/drawing/2014/main" id="{63191208-2E0F-413B-959C-467F950EC010}"/>
              </a:ext>
            </a:extLst>
          </p:cNvPr>
          <p:cNvSpPr>
            <a:spLocks noGrp="1"/>
          </p:cNvSpPr>
          <p:nvPr>
            <p:ph idx="1"/>
          </p:nvPr>
        </p:nvSpPr>
        <p:spPr>
          <a:xfrm>
            <a:off x="1136397" y="2418408"/>
            <a:ext cx="4959603" cy="3522569"/>
          </a:xfrm>
        </p:spPr>
        <p:txBody>
          <a:bodyPr anchor="t">
            <a:normAutofit/>
          </a:bodyPr>
          <a:lstStyle/>
          <a:p>
            <a:r>
              <a:rPr lang="es-MX" sz="2000"/>
              <a:t>Después de la recopilación de datos inicial, los científicos de datos suelen utilizar estadísticas descriptivas y técnicas de visualización para comprender el contenido de los datos, evaluar su calidad y descubrir “insights” iniciales sobre ellos.</a:t>
            </a:r>
          </a:p>
          <a:p>
            <a:pPr lvl="1"/>
            <a:r>
              <a:rPr lang="es-MX" sz="2000"/>
              <a:t>Para llenar los huecos es posible que sea necesario volver a recopilar datos. </a:t>
            </a:r>
            <a:br>
              <a:rPr lang="es-MX" sz="2000"/>
            </a:br>
            <a:endParaRPr lang="es-MX" sz="20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ECDDE465-7818-4E7E-9FE9-77D4E358928A}"/>
              </a:ext>
            </a:extLst>
          </p:cNvPr>
          <p:cNvGrpSpPr/>
          <p:nvPr/>
        </p:nvGrpSpPr>
        <p:grpSpPr>
          <a:xfrm>
            <a:off x="6512442" y="1632679"/>
            <a:ext cx="5201023" cy="3178884"/>
            <a:chOff x="3243262" y="2253456"/>
            <a:chExt cx="5719330" cy="3495675"/>
          </a:xfrm>
        </p:grpSpPr>
        <p:pic>
          <p:nvPicPr>
            <p:cNvPr id="7" name="Marcador de contenido 4">
              <a:extLst>
                <a:ext uri="{FF2B5EF4-FFF2-40B4-BE49-F238E27FC236}">
                  <a16:creationId xmlns:a16="http://schemas.microsoft.com/office/drawing/2014/main" id="{525D3142-409A-4A8F-A02E-8AB3302F6B9C}"/>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52939C8F-8E7F-48E4-8D9E-C1FB49F79E63}"/>
                </a:ext>
              </a:extLst>
            </p:cNvPr>
            <p:cNvSpPr/>
            <p:nvPr/>
          </p:nvSpPr>
          <p:spPr>
            <a:xfrm>
              <a:off x="7660265" y="44334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639376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8EC1F5-7E75-4765-B5A2-42494AC1ECC4}"/>
              </a:ext>
            </a:extLst>
          </p:cNvPr>
          <p:cNvSpPr>
            <a:spLocks noGrp="1"/>
          </p:cNvSpPr>
          <p:nvPr>
            <p:ph type="title"/>
          </p:nvPr>
        </p:nvSpPr>
        <p:spPr>
          <a:xfrm>
            <a:off x="1136397" y="502021"/>
            <a:ext cx="4959603" cy="1642969"/>
          </a:xfrm>
        </p:spPr>
        <p:txBody>
          <a:bodyPr anchor="b">
            <a:normAutofit/>
          </a:bodyPr>
          <a:lstStyle/>
          <a:p>
            <a:r>
              <a:rPr lang="es-MX" sz="4000"/>
              <a:t>6. Preparación de datos</a:t>
            </a:r>
          </a:p>
        </p:txBody>
      </p:sp>
      <p:sp>
        <p:nvSpPr>
          <p:cNvPr id="3" name="Marcador de contenido 2">
            <a:extLst>
              <a:ext uri="{FF2B5EF4-FFF2-40B4-BE49-F238E27FC236}">
                <a16:creationId xmlns:a16="http://schemas.microsoft.com/office/drawing/2014/main" id="{8E529A16-7A0D-4F66-B9D8-D2EDE8306C00}"/>
              </a:ext>
            </a:extLst>
          </p:cNvPr>
          <p:cNvSpPr>
            <a:spLocks noGrp="1"/>
          </p:cNvSpPr>
          <p:nvPr>
            <p:ph idx="1"/>
          </p:nvPr>
        </p:nvSpPr>
        <p:spPr>
          <a:xfrm>
            <a:off x="1136397" y="2418408"/>
            <a:ext cx="4959603" cy="3522569"/>
          </a:xfrm>
        </p:spPr>
        <p:txBody>
          <a:bodyPr anchor="t">
            <a:normAutofit/>
          </a:bodyPr>
          <a:lstStyle/>
          <a:p>
            <a:r>
              <a:rPr lang="es-MX" sz="1100"/>
              <a:t>Esta etapa abarca todas las actividades para construir el conjunto de datos que se utilizará en la subsiguiente etapa de modelado. </a:t>
            </a:r>
          </a:p>
          <a:p>
            <a:r>
              <a:rPr lang="es-MX" sz="1100"/>
              <a:t>Entre las actividades de preparación de datos están:</a:t>
            </a:r>
          </a:p>
          <a:p>
            <a:pPr lvl="1"/>
            <a:r>
              <a:rPr lang="es-MX" sz="1100"/>
              <a:t>La limpieza de datos (tratar con valores no válidos o que faltan, eliminar duplicados y dar un formato adecuado).</a:t>
            </a:r>
          </a:p>
          <a:p>
            <a:pPr lvl="1"/>
            <a:r>
              <a:rPr lang="es-MX" sz="1100"/>
              <a:t>Combinar datos de múltiples fuentes (archivos, tablas y plataformas).</a:t>
            </a:r>
          </a:p>
          <a:p>
            <a:pPr lvl="1"/>
            <a:r>
              <a:rPr lang="es-MX" sz="1100"/>
              <a:t>Transformar los datos en variables útiles.</a:t>
            </a:r>
          </a:p>
          <a:p>
            <a:r>
              <a:rPr lang="es-MX" sz="1100"/>
              <a:t>La preparación de datos suele ser el paso más largo de los proyectos de ciencia de datos. En muchos dominios, algunos pasos de la preparación de datos son comunes para problemas diferentes. La automatización anticipada de determinados pasos de la preparación de datos puede acelerar el proceso al minimizar el tiempo de preparación a medida. Gracias al alto rendimiento, los sistemas masivamente paralelos y la funcionalidad analítica que reside donde se almacenan los datos de hoy en día, los científicos de datos pueden preparar los datos de forma más fácil y rápida utilizando conjuntos de datos muy grandes. </a:t>
            </a:r>
            <a:br>
              <a:rPr lang="es-MX" sz="1100"/>
            </a:br>
            <a:br>
              <a:rPr lang="es-MX" sz="1100"/>
            </a:br>
            <a:endParaRPr lang="es-MX" sz="1100"/>
          </a:p>
        </p:txBody>
      </p:sp>
      <p:sp>
        <p:nvSpPr>
          <p:cNvPr id="15"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8D1F78D3-9CB4-4808-BEC2-C59CE8CFD7D9}"/>
              </a:ext>
            </a:extLst>
          </p:cNvPr>
          <p:cNvGrpSpPr/>
          <p:nvPr/>
        </p:nvGrpSpPr>
        <p:grpSpPr>
          <a:xfrm>
            <a:off x="6512442" y="1628820"/>
            <a:ext cx="5201023" cy="3186603"/>
            <a:chOff x="3243262" y="2253456"/>
            <a:chExt cx="5705475" cy="3495675"/>
          </a:xfrm>
        </p:grpSpPr>
        <p:pic>
          <p:nvPicPr>
            <p:cNvPr id="7" name="Marcador de contenido 4">
              <a:extLst>
                <a:ext uri="{FF2B5EF4-FFF2-40B4-BE49-F238E27FC236}">
                  <a16:creationId xmlns:a16="http://schemas.microsoft.com/office/drawing/2014/main" id="{77FAF83B-02CA-4682-BD1D-D4224765D2EB}"/>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A96F6EF0-E3D3-4775-B3B7-264363F5A590}"/>
                </a:ext>
              </a:extLst>
            </p:cNvPr>
            <p:cNvSpPr/>
            <p:nvPr/>
          </p:nvSpPr>
          <p:spPr>
            <a:xfrm>
              <a:off x="6525490" y="5222658"/>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589391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326674-3759-4D8B-A626-EC14961FA572}"/>
              </a:ext>
            </a:extLst>
          </p:cNvPr>
          <p:cNvSpPr>
            <a:spLocks noGrp="1"/>
          </p:cNvSpPr>
          <p:nvPr>
            <p:ph type="title"/>
          </p:nvPr>
        </p:nvSpPr>
        <p:spPr>
          <a:xfrm>
            <a:off x="1136397" y="502021"/>
            <a:ext cx="4959603" cy="1642969"/>
          </a:xfrm>
        </p:spPr>
        <p:txBody>
          <a:bodyPr anchor="b">
            <a:normAutofit/>
          </a:bodyPr>
          <a:lstStyle/>
          <a:p>
            <a:r>
              <a:rPr lang="es-MX" sz="4000"/>
              <a:t>Preparación de datos</a:t>
            </a:r>
          </a:p>
        </p:txBody>
      </p:sp>
      <p:sp>
        <p:nvSpPr>
          <p:cNvPr id="3" name="Marcador de contenido 2">
            <a:extLst>
              <a:ext uri="{FF2B5EF4-FFF2-40B4-BE49-F238E27FC236}">
                <a16:creationId xmlns:a16="http://schemas.microsoft.com/office/drawing/2014/main" id="{3D1406C2-3E86-4288-978B-9F3ECC4BE1F7}"/>
              </a:ext>
            </a:extLst>
          </p:cNvPr>
          <p:cNvSpPr>
            <a:spLocks noGrp="1"/>
          </p:cNvSpPr>
          <p:nvPr>
            <p:ph idx="1"/>
          </p:nvPr>
        </p:nvSpPr>
        <p:spPr>
          <a:xfrm>
            <a:off x="1136397" y="2418408"/>
            <a:ext cx="4959603" cy="3522569"/>
          </a:xfrm>
        </p:spPr>
        <p:txBody>
          <a:bodyPr anchor="t">
            <a:normAutofit/>
          </a:bodyPr>
          <a:lstStyle/>
          <a:p>
            <a:r>
              <a:rPr lang="es-MX" sz="2000"/>
              <a:t>Antes de hacer algún proceso, se hace un preprocesamiento o limpiado de los datos, con el objetivo de poder tener solamente los datos requeridos y en el formato deseado.</a:t>
            </a:r>
            <a:br>
              <a:rPr lang="en-US" sz="2000"/>
            </a:br>
            <a:endParaRPr lang="es-MX" sz="2000"/>
          </a:p>
        </p:txBody>
      </p:sp>
      <p:pic>
        <p:nvPicPr>
          <p:cNvPr id="7" name="Imagen 6">
            <a:extLst>
              <a:ext uri="{FF2B5EF4-FFF2-40B4-BE49-F238E27FC236}">
                <a16:creationId xmlns:a16="http://schemas.microsoft.com/office/drawing/2014/main" id="{C46B816D-1716-4FDE-A206-867DF5745E0B}"/>
              </a:ext>
            </a:extLst>
          </p:cNvPr>
          <p:cNvPicPr>
            <a:picLocks noChangeAspect="1"/>
          </p:cNvPicPr>
          <p:nvPr/>
        </p:nvPicPr>
        <p:blipFill>
          <a:blip r:embed="rId2"/>
          <a:stretch>
            <a:fillRect/>
          </a:stretch>
        </p:blipFill>
        <p:spPr>
          <a:xfrm>
            <a:off x="6512442" y="2214423"/>
            <a:ext cx="5201023" cy="2015396"/>
          </a:xfrm>
          <a:prstGeom prst="rect">
            <a:avLst/>
          </a:prstGeom>
        </p:spPr>
      </p:pic>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3378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D50350-4666-4387-8305-A263D433667C}"/>
              </a:ext>
            </a:extLst>
          </p:cNvPr>
          <p:cNvSpPr>
            <a:spLocks noGrp="1"/>
          </p:cNvSpPr>
          <p:nvPr>
            <p:ph type="title"/>
          </p:nvPr>
        </p:nvSpPr>
        <p:spPr>
          <a:xfrm>
            <a:off x="1136397" y="502021"/>
            <a:ext cx="4959603" cy="1642969"/>
          </a:xfrm>
        </p:spPr>
        <p:txBody>
          <a:bodyPr anchor="b">
            <a:normAutofit/>
          </a:bodyPr>
          <a:lstStyle/>
          <a:p>
            <a:r>
              <a:rPr lang="es-MX" sz="4000"/>
              <a:t>Preparación de datos</a:t>
            </a:r>
          </a:p>
        </p:txBody>
      </p:sp>
      <p:sp>
        <p:nvSpPr>
          <p:cNvPr id="3" name="Marcador de contenido 2">
            <a:extLst>
              <a:ext uri="{FF2B5EF4-FFF2-40B4-BE49-F238E27FC236}">
                <a16:creationId xmlns:a16="http://schemas.microsoft.com/office/drawing/2014/main" id="{F36A5A6B-4453-49A0-81C2-49C66088EF03}"/>
              </a:ext>
            </a:extLst>
          </p:cNvPr>
          <p:cNvSpPr>
            <a:spLocks noGrp="1"/>
          </p:cNvSpPr>
          <p:nvPr>
            <p:ph idx="1"/>
          </p:nvPr>
        </p:nvSpPr>
        <p:spPr>
          <a:xfrm>
            <a:off x="1136397" y="2418408"/>
            <a:ext cx="4959603" cy="3522569"/>
          </a:xfrm>
        </p:spPr>
        <p:txBody>
          <a:bodyPr anchor="t">
            <a:normAutofit/>
          </a:bodyPr>
          <a:lstStyle/>
          <a:p>
            <a:r>
              <a:rPr lang="en-US" sz="2000"/>
              <a:t>Los datos son elementos cruciales en para los modelos de Ciencia de Datos. Sin buenos datos, no pueden haber buenos modelos.</a:t>
            </a:r>
            <a:endParaRPr lang="es-MX" sz="2000"/>
          </a:p>
        </p:txBody>
      </p:sp>
      <p:pic>
        <p:nvPicPr>
          <p:cNvPr id="5" name="Imagen 4">
            <a:extLst>
              <a:ext uri="{FF2B5EF4-FFF2-40B4-BE49-F238E27FC236}">
                <a16:creationId xmlns:a16="http://schemas.microsoft.com/office/drawing/2014/main" id="{6FB38ED1-9FF6-4922-B169-7D3C6393BE8B}"/>
              </a:ext>
            </a:extLst>
          </p:cNvPr>
          <p:cNvPicPr>
            <a:picLocks noChangeAspect="1"/>
          </p:cNvPicPr>
          <p:nvPr/>
        </p:nvPicPr>
        <p:blipFill>
          <a:blip r:embed="rId2"/>
          <a:stretch>
            <a:fillRect/>
          </a:stretch>
        </p:blipFill>
        <p:spPr>
          <a:xfrm>
            <a:off x="6512442" y="1778838"/>
            <a:ext cx="5201023" cy="2886567"/>
          </a:xfrm>
          <a:prstGeom prst="rect">
            <a:avLst/>
          </a:prstGeom>
        </p:spPr>
      </p:pic>
      <p:sp>
        <p:nvSpPr>
          <p:cNvPr id="12" name="Rectangle 1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0919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3FA1AAC-C1ED-4F77-BFA4-BE80FC0AC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B43AF18-2068-4EA0-BF63-4583850B377F}"/>
              </a:ext>
            </a:extLst>
          </p:cNvPr>
          <p:cNvSpPr>
            <a:spLocks noGrp="1"/>
          </p:cNvSpPr>
          <p:nvPr>
            <p:ph type="title"/>
          </p:nvPr>
        </p:nvSpPr>
        <p:spPr>
          <a:xfrm>
            <a:off x="1388209" y="5554639"/>
            <a:ext cx="9654076" cy="982473"/>
          </a:xfrm>
        </p:spPr>
        <p:txBody>
          <a:bodyPr>
            <a:normAutofit/>
          </a:bodyPr>
          <a:lstStyle/>
          <a:p>
            <a:r>
              <a:rPr lang="es-MX" sz="4000">
                <a:solidFill>
                  <a:srgbClr val="FFFFFF"/>
                </a:solidFill>
              </a:rPr>
              <a:t>Preparación de datos</a:t>
            </a:r>
          </a:p>
        </p:txBody>
      </p:sp>
      <p:sp>
        <p:nvSpPr>
          <p:cNvPr id="3" name="Marcador de contenido 2">
            <a:extLst>
              <a:ext uri="{FF2B5EF4-FFF2-40B4-BE49-F238E27FC236}">
                <a16:creationId xmlns:a16="http://schemas.microsoft.com/office/drawing/2014/main" id="{D74BAA9C-BCB5-4679-A7C2-372B500DDD61}"/>
              </a:ext>
            </a:extLst>
          </p:cNvPr>
          <p:cNvSpPr>
            <a:spLocks noGrp="1"/>
          </p:cNvSpPr>
          <p:nvPr>
            <p:ph idx="1"/>
          </p:nvPr>
        </p:nvSpPr>
        <p:spPr>
          <a:xfrm>
            <a:off x="1388210" y="824249"/>
            <a:ext cx="9654076" cy="3837904"/>
          </a:xfrm>
        </p:spPr>
        <p:txBody>
          <a:bodyPr anchor="ctr">
            <a:normAutofit/>
          </a:bodyPr>
          <a:lstStyle/>
          <a:p>
            <a:r>
              <a:rPr lang="en-US" sz="2000"/>
              <a:t>Muchos de los algoritmos empleados en la Ciencia de Datos analizan y procesan “características” (features) que son generalmente valores numéricos que representan o miden algún fenómeno. Muchas veces estos valores deben prepararse antes de los análisis porque pueden contener múltiples deficiencias. Algunas técnicas para la preparación de datos son:</a:t>
            </a:r>
          </a:p>
          <a:p>
            <a:pPr lvl="1"/>
            <a:r>
              <a:rPr lang="en-US" sz="2000"/>
              <a:t>Filtrado de datos</a:t>
            </a:r>
          </a:p>
          <a:p>
            <a:pPr lvl="1"/>
            <a:r>
              <a:rPr lang="en-US" sz="2000"/>
              <a:t>Procesamiento de datos perdidos</a:t>
            </a:r>
          </a:p>
          <a:p>
            <a:pPr lvl="1"/>
            <a:r>
              <a:rPr lang="en-US" sz="2000"/>
              <a:t>Procesamiento de excepciones, errores y valores anómalos.</a:t>
            </a:r>
          </a:p>
          <a:p>
            <a:pPr lvl="1"/>
            <a:r>
              <a:rPr lang="en-US" sz="2000"/>
              <a:t>Combinación de datos de multiples fuentes.</a:t>
            </a:r>
          </a:p>
          <a:p>
            <a:pPr lvl="1"/>
            <a:r>
              <a:rPr lang="en-US" sz="2000"/>
              <a:t>Consolidación de datos.</a:t>
            </a:r>
            <a:endParaRPr lang="es-MX" sz="2000"/>
          </a:p>
        </p:txBody>
      </p:sp>
    </p:spTree>
    <p:extLst>
      <p:ext uri="{BB962C8B-B14F-4D97-AF65-F5344CB8AC3E}">
        <p14:creationId xmlns:p14="http://schemas.microsoft.com/office/powerpoint/2010/main" val="3905302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580630-1C86-40BE-93E1-745570B0587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Preparación de datos</a:t>
            </a:r>
          </a:p>
        </p:txBody>
      </p:sp>
      <p:pic>
        <p:nvPicPr>
          <p:cNvPr id="5" name="Marcador de contenido 4">
            <a:extLst>
              <a:ext uri="{FF2B5EF4-FFF2-40B4-BE49-F238E27FC236}">
                <a16:creationId xmlns:a16="http://schemas.microsoft.com/office/drawing/2014/main" id="{78E7B436-AF9E-4CDF-A8C1-E660272AC39F}"/>
              </a:ext>
            </a:extLst>
          </p:cNvPr>
          <p:cNvPicPr>
            <a:picLocks noGrp="1" noChangeAspect="1"/>
          </p:cNvPicPr>
          <p:nvPr>
            <p:ph idx="1"/>
          </p:nvPr>
        </p:nvPicPr>
        <p:blipFill>
          <a:blip r:embed="rId2"/>
          <a:stretch>
            <a:fillRect/>
          </a:stretch>
        </p:blipFill>
        <p:spPr>
          <a:xfrm>
            <a:off x="1657414" y="1675227"/>
            <a:ext cx="8877171" cy="4394199"/>
          </a:xfrm>
          <a:prstGeom prst="rect">
            <a:avLst/>
          </a:prstGeom>
        </p:spPr>
      </p:pic>
    </p:spTree>
    <p:extLst>
      <p:ext uri="{BB962C8B-B14F-4D97-AF65-F5344CB8AC3E}">
        <p14:creationId xmlns:p14="http://schemas.microsoft.com/office/powerpoint/2010/main" val="1843436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94A5C9C-BE8B-490C-A242-617FD7A381DB}"/>
              </a:ext>
            </a:extLst>
          </p:cNvPr>
          <p:cNvSpPr>
            <a:spLocks noGrp="1"/>
          </p:cNvSpPr>
          <p:nvPr>
            <p:ph type="title"/>
          </p:nvPr>
        </p:nvSpPr>
        <p:spPr>
          <a:xfrm>
            <a:off x="1136397" y="502020"/>
            <a:ext cx="5323715" cy="1642970"/>
          </a:xfrm>
        </p:spPr>
        <p:txBody>
          <a:bodyPr anchor="b">
            <a:normAutofit/>
          </a:bodyPr>
          <a:lstStyle/>
          <a:p>
            <a:r>
              <a:rPr lang="es-MX" sz="4000"/>
              <a:t>Extracción de datos</a:t>
            </a:r>
          </a:p>
        </p:txBody>
      </p:sp>
      <p:sp>
        <p:nvSpPr>
          <p:cNvPr id="3" name="Marcador de contenido 2">
            <a:extLst>
              <a:ext uri="{FF2B5EF4-FFF2-40B4-BE49-F238E27FC236}">
                <a16:creationId xmlns:a16="http://schemas.microsoft.com/office/drawing/2014/main" id="{35E52413-0778-4B6D-BCD0-D268CE54F66D}"/>
              </a:ext>
            </a:extLst>
          </p:cNvPr>
          <p:cNvSpPr>
            <a:spLocks noGrp="1"/>
          </p:cNvSpPr>
          <p:nvPr>
            <p:ph idx="1"/>
          </p:nvPr>
        </p:nvSpPr>
        <p:spPr>
          <a:xfrm>
            <a:off x="1144923" y="2405894"/>
            <a:ext cx="5315189" cy="3535083"/>
          </a:xfrm>
        </p:spPr>
        <p:txBody>
          <a:bodyPr anchor="t">
            <a:normAutofit/>
          </a:bodyPr>
          <a:lstStyle/>
          <a:p>
            <a:r>
              <a:rPr lang="es-MX" sz="2000"/>
              <a:t>En este paso se analizan los datos para determinar cuáles de ellos pueden ser empleados en los análisis subsecuentes.</a:t>
            </a:r>
          </a:p>
          <a:p>
            <a:r>
              <a:rPr lang="es-MX" sz="2000"/>
              <a:t>Normalmente los datos son representados mediante múltiples características, muchas de las cuales pueden ser redundantes, introducir ruido o ser innecesarias.</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Imagen 4">
            <a:extLst>
              <a:ext uri="{FF2B5EF4-FFF2-40B4-BE49-F238E27FC236}">
                <a16:creationId xmlns:a16="http://schemas.microsoft.com/office/drawing/2014/main" id="{49442F1C-AAEE-4A7C-9AEB-570A6317C3B8}"/>
              </a:ext>
            </a:extLst>
          </p:cNvPr>
          <p:cNvPicPr>
            <a:picLocks noChangeAspect="1"/>
          </p:cNvPicPr>
          <p:nvPr/>
        </p:nvPicPr>
        <p:blipFill>
          <a:blip r:embed="rId2"/>
          <a:stretch>
            <a:fillRect/>
          </a:stretch>
        </p:blipFill>
        <p:spPr>
          <a:xfrm>
            <a:off x="7075967" y="1427453"/>
            <a:ext cx="4170530" cy="4034986"/>
          </a:xfrm>
          <a:prstGeom prst="rect">
            <a:avLst/>
          </a:prstGeom>
        </p:spPr>
      </p:pic>
    </p:spTree>
    <p:extLst>
      <p:ext uri="{BB962C8B-B14F-4D97-AF65-F5344CB8AC3E}">
        <p14:creationId xmlns:p14="http://schemas.microsoft.com/office/powerpoint/2010/main" val="2624514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76A5F3-AA1C-4174-BEFC-AA2327D65E84}"/>
              </a:ext>
            </a:extLst>
          </p:cNvPr>
          <p:cNvSpPr>
            <a:spLocks noGrp="1"/>
          </p:cNvSpPr>
          <p:nvPr>
            <p:ph type="title"/>
          </p:nvPr>
        </p:nvSpPr>
        <p:spPr>
          <a:xfrm>
            <a:off x="1136397" y="502021"/>
            <a:ext cx="4959603" cy="1642969"/>
          </a:xfrm>
        </p:spPr>
        <p:txBody>
          <a:bodyPr anchor="b">
            <a:normAutofit/>
          </a:bodyPr>
          <a:lstStyle/>
          <a:p>
            <a:r>
              <a:rPr lang="es-MX" sz="4000"/>
              <a:t>7. Modelado</a:t>
            </a:r>
          </a:p>
        </p:txBody>
      </p:sp>
      <p:sp>
        <p:nvSpPr>
          <p:cNvPr id="3" name="Marcador de contenido 2">
            <a:extLst>
              <a:ext uri="{FF2B5EF4-FFF2-40B4-BE49-F238E27FC236}">
                <a16:creationId xmlns:a16="http://schemas.microsoft.com/office/drawing/2014/main" id="{5BDE736A-731E-46C7-ADD5-566B2F965BF3}"/>
              </a:ext>
            </a:extLst>
          </p:cNvPr>
          <p:cNvSpPr>
            <a:spLocks noGrp="1"/>
          </p:cNvSpPr>
          <p:nvPr>
            <p:ph idx="1"/>
          </p:nvPr>
        </p:nvSpPr>
        <p:spPr>
          <a:xfrm>
            <a:off x="1136397" y="2418408"/>
            <a:ext cx="4959603" cy="3522569"/>
          </a:xfrm>
        </p:spPr>
        <p:txBody>
          <a:bodyPr anchor="t">
            <a:normAutofit/>
          </a:bodyPr>
          <a:lstStyle/>
          <a:p>
            <a:r>
              <a:rPr lang="es-MX" sz="1400"/>
              <a:t>La etapa de modelado utiliza la primera versión del conjunto de datos preparado y se enfoca en desarrollar modelos predictivos o descriptivos según el enfoque analítico previamente definido. En los modelos predictivos, los científicos de datos utilizan un conjunto de capacitación (datos históricos en los que se conoce el resultado de interés) para construir el modelo. El proceso de modelado normalmente es muy iterativo, ya que las organizaciones están adquiriendo “insights” intermedios, lo que deriva en ajustes en la preparación de datos y en la especificación del modelo. Para una técnica determinada, los científicos de datos pueden probar múltiples algoritmos con sus respectivos parámetros para encontrar el mejor modelo para las variables disponibles. </a:t>
            </a:r>
            <a:br>
              <a:rPr lang="es-MX" sz="1400"/>
            </a:br>
            <a:br>
              <a:rPr lang="es-MX" sz="1400"/>
            </a:br>
            <a:endParaRPr lang="es-MX" sz="1400"/>
          </a:p>
        </p:txBody>
      </p:sp>
      <p:sp>
        <p:nvSpPr>
          <p:cNvPr id="24" name="Rectangle 2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BFE73496-F37F-458E-93AD-E1E86FC47168}"/>
              </a:ext>
            </a:extLst>
          </p:cNvPr>
          <p:cNvGrpSpPr/>
          <p:nvPr/>
        </p:nvGrpSpPr>
        <p:grpSpPr>
          <a:xfrm>
            <a:off x="6512442" y="1628820"/>
            <a:ext cx="5201023" cy="3186603"/>
            <a:chOff x="3243262" y="2253456"/>
            <a:chExt cx="5705475" cy="3495675"/>
          </a:xfrm>
        </p:grpSpPr>
        <p:pic>
          <p:nvPicPr>
            <p:cNvPr id="7" name="Marcador de contenido 4">
              <a:extLst>
                <a:ext uri="{FF2B5EF4-FFF2-40B4-BE49-F238E27FC236}">
                  <a16:creationId xmlns:a16="http://schemas.microsoft.com/office/drawing/2014/main" id="{860C32E7-4818-4C6B-8223-47BD85F9DD89}"/>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FF64C231-A48D-4B36-9E25-88DE7BABD92D}"/>
                </a:ext>
              </a:extLst>
            </p:cNvPr>
            <p:cNvSpPr/>
            <p:nvPr/>
          </p:nvSpPr>
          <p:spPr>
            <a:xfrm>
              <a:off x="4433455" y="5222658"/>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229738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86DE14C6-58AA-4D68-A19B-84CFE358AB8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Modelado</a:t>
            </a:r>
          </a:p>
        </p:txBody>
      </p:sp>
      <p:sp>
        <p:nvSpPr>
          <p:cNvPr id="3" name="Marcador de contenido 2">
            <a:extLst>
              <a:ext uri="{FF2B5EF4-FFF2-40B4-BE49-F238E27FC236}">
                <a16:creationId xmlns:a16="http://schemas.microsoft.com/office/drawing/2014/main" id="{BDAF4172-CBF8-47CC-A8D5-5BC0B872BE1D}"/>
              </a:ext>
            </a:extLst>
          </p:cNvPr>
          <p:cNvSpPr>
            <a:spLocks noGrp="1"/>
          </p:cNvSpPr>
          <p:nvPr>
            <p:ph idx="1"/>
          </p:nvPr>
        </p:nvSpPr>
        <p:spPr>
          <a:xfrm>
            <a:off x="660042" y="806824"/>
            <a:ext cx="2919738" cy="1494117"/>
          </a:xfrm>
        </p:spPr>
        <p:txBody>
          <a:bodyPr vert="horz" lIns="91440" tIns="45720" rIns="91440" bIns="45720" rtlCol="0" anchor="b">
            <a:normAutofit/>
          </a:bodyPr>
          <a:lstStyle/>
          <a:p>
            <a:pPr marL="0" indent="0">
              <a:buNone/>
            </a:pPr>
            <a:r>
              <a:rPr lang="en-US" sz="2000" kern="1200">
                <a:solidFill>
                  <a:srgbClr val="FFFFFF"/>
                </a:solidFill>
                <a:latin typeface="+mn-lt"/>
                <a:ea typeface="+mn-ea"/>
                <a:cs typeface="+mn-cs"/>
              </a:rPr>
              <a:t>A partir de los datos se crea un modelo para lograr cumplir el objetivo y encontrar resultados.</a:t>
            </a:r>
          </a:p>
        </p:txBody>
      </p:sp>
      <p:pic>
        <p:nvPicPr>
          <p:cNvPr id="5" name="Imagen 4">
            <a:extLst>
              <a:ext uri="{FF2B5EF4-FFF2-40B4-BE49-F238E27FC236}">
                <a16:creationId xmlns:a16="http://schemas.microsoft.com/office/drawing/2014/main" id="{D1893CF1-BE8A-4048-8BF3-C915B0F006D4}"/>
              </a:ext>
            </a:extLst>
          </p:cNvPr>
          <p:cNvPicPr>
            <a:picLocks noChangeAspect="1"/>
          </p:cNvPicPr>
          <p:nvPr/>
        </p:nvPicPr>
        <p:blipFill>
          <a:blip r:embed="rId2"/>
          <a:stretch>
            <a:fillRect/>
          </a:stretch>
        </p:blipFill>
        <p:spPr>
          <a:xfrm>
            <a:off x="4502428" y="574830"/>
            <a:ext cx="7225748" cy="5708340"/>
          </a:xfrm>
          <a:prstGeom prst="rect">
            <a:avLst/>
          </a:prstGeom>
        </p:spPr>
      </p:pic>
    </p:spTree>
    <p:extLst>
      <p:ext uri="{BB962C8B-B14F-4D97-AF65-F5344CB8AC3E}">
        <p14:creationId xmlns:p14="http://schemas.microsoft.com/office/powerpoint/2010/main" val="538567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21C253-E001-420A-B7F4-3F3D93264B9F}"/>
              </a:ext>
            </a:extLst>
          </p:cNvPr>
          <p:cNvSpPr>
            <a:spLocks noGrp="1"/>
          </p:cNvSpPr>
          <p:nvPr>
            <p:ph type="title"/>
          </p:nvPr>
        </p:nvSpPr>
        <p:spPr>
          <a:xfrm>
            <a:off x="1136397" y="502021"/>
            <a:ext cx="4959603" cy="1642969"/>
          </a:xfrm>
        </p:spPr>
        <p:txBody>
          <a:bodyPr anchor="b">
            <a:normAutofit/>
          </a:bodyPr>
          <a:lstStyle/>
          <a:p>
            <a:r>
              <a:rPr lang="es-MX" sz="4000"/>
              <a:t>8. Evaluación</a:t>
            </a:r>
          </a:p>
        </p:txBody>
      </p:sp>
      <p:sp>
        <p:nvSpPr>
          <p:cNvPr id="3" name="Marcador de contenido 2">
            <a:extLst>
              <a:ext uri="{FF2B5EF4-FFF2-40B4-BE49-F238E27FC236}">
                <a16:creationId xmlns:a16="http://schemas.microsoft.com/office/drawing/2014/main" id="{61C59D84-508F-4422-AD2E-632E53CE3F44}"/>
              </a:ext>
            </a:extLst>
          </p:cNvPr>
          <p:cNvSpPr>
            <a:spLocks noGrp="1"/>
          </p:cNvSpPr>
          <p:nvPr>
            <p:ph idx="1"/>
          </p:nvPr>
        </p:nvSpPr>
        <p:spPr>
          <a:xfrm>
            <a:off x="1136397" y="2418408"/>
            <a:ext cx="4959603" cy="3522569"/>
          </a:xfrm>
        </p:spPr>
        <p:txBody>
          <a:bodyPr anchor="t">
            <a:normAutofit/>
          </a:bodyPr>
          <a:lstStyle/>
          <a:p>
            <a:r>
              <a:rPr lang="es-MX" sz="1100"/>
              <a:t>Durante el desarrollo del modelo y antes de su implementación, el científico de datos evalúa el modelo para comprender su calidad y garantizar que aborda el problema empresarial de manera adecuada y completa. La evaluación del modelo implica el cálculo de varias medidas de diagnóstico y de otros resultados, como tablas y gráficos, lo que permite al científico de datos interpretar la calidad y la eficacia del modelo en la resolución del problema. Para los modelos predictivos, los científicos de datos usan un conjunto de pruebas, que es independiente del conjunto de capacitación, pero sigue la misma distribución de probabilidad y tiene un resultado conocido. El conjunto de pruebas se utiliza para evaluar el modelo para ajustarlo según las necesidades. A veces, el modelo final también se aplica a un conjunto de validación para realizar una evaluación final.</a:t>
            </a:r>
          </a:p>
          <a:p>
            <a:r>
              <a:rPr lang="es-MX" sz="1100"/>
              <a:t>Además, los científicos de datos pueden asignar al modelo pruebas de significancia estadística como prueba adicional de su calidad. Esta prueba adicional puede ser fundamental para justificar la implementación del modelo o para tomar medidas cuando hay mucho en juego, como un costoso protocolo médico suplementario o un sistema crítico para vuelos en avión </a:t>
            </a:r>
            <a:br>
              <a:rPr lang="es-MX" sz="1100"/>
            </a:br>
            <a:endParaRPr lang="es-MX" sz="1100"/>
          </a:p>
        </p:txBody>
      </p:sp>
      <p:sp>
        <p:nvSpPr>
          <p:cNvPr id="24" name="Rectangle 2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91017BF3-58E0-4997-95CD-9AE82DF00071}"/>
              </a:ext>
            </a:extLst>
          </p:cNvPr>
          <p:cNvGrpSpPr/>
          <p:nvPr/>
        </p:nvGrpSpPr>
        <p:grpSpPr>
          <a:xfrm>
            <a:off x="6512442" y="1632679"/>
            <a:ext cx="5201023" cy="3178884"/>
            <a:chOff x="3229407" y="2253456"/>
            <a:chExt cx="5719330" cy="3495675"/>
          </a:xfrm>
        </p:grpSpPr>
        <p:pic>
          <p:nvPicPr>
            <p:cNvPr id="7" name="Marcador de contenido 4">
              <a:extLst>
                <a:ext uri="{FF2B5EF4-FFF2-40B4-BE49-F238E27FC236}">
                  <a16:creationId xmlns:a16="http://schemas.microsoft.com/office/drawing/2014/main" id="{9E50AF03-5E6C-457A-9E61-82DFF9203E8F}"/>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8A0F1AA2-322C-4570-AFA1-84B128F71702}"/>
                </a:ext>
              </a:extLst>
            </p:cNvPr>
            <p:cNvSpPr/>
            <p:nvPr/>
          </p:nvSpPr>
          <p:spPr>
            <a:xfrm>
              <a:off x="3229407" y="44334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585890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A4B74A-3A55-4B76-B407-40049F82C00C}"/>
              </a:ext>
            </a:extLst>
          </p:cNvPr>
          <p:cNvSpPr>
            <a:spLocks noGrp="1"/>
          </p:cNvSpPr>
          <p:nvPr>
            <p:ph type="title"/>
          </p:nvPr>
        </p:nvSpPr>
        <p:spPr>
          <a:xfrm>
            <a:off x="1136397" y="502021"/>
            <a:ext cx="4959603" cy="1642969"/>
          </a:xfrm>
        </p:spPr>
        <p:txBody>
          <a:bodyPr anchor="b">
            <a:normAutofit/>
          </a:bodyPr>
          <a:lstStyle/>
          <a:p>
            <a:r>
              <a:rPr lang="es-MX" sz="4000"/>
              <a:t>9. Implementación</a:t>
            </a:r>
          </a:p>
        </p:txBody>
      </p:sp>
      <p:sp>
        <p:nvSpPr>
          <p:cNvPr id="3" name="Marcador de contenido 2">
            <a:extLst>
              <a:ext uri="{FF2B5EF4-FFF2-40B4-BE49-F238E27FC236}">
                <a16:creationId xmlns:a16="http://schemas.microsoft.com/office/drawing/2014/main" id="{72E0B491-8896-4472-A9C2-85DA90DA0DB5}"/>
              </a:ext>
            </a:extLst>
          </p:cNvPr>
          <p:cNvSpPr>
            <a:spLocks noGrp="1"/>
          </p:cNvSpPr>
          <p:nvPr>
            <p:ph idx="1"/>
          </p:nvPr>
        </p:nvSpPr>
        <p:spPr>
          <a:xfrm>
            <a:off x="1136397" y="2418408"/>
            <a:ext cx="4959603" cy="3522569"/>
          </a:xfrm>
        </p:spPr>
        <p:txBody>
          <a:bodyPr anchor="t">
            <a:normAutofit/>
          </a:bodyPr>
          <a:lstStyle/>
          <a:p>
            <a:r>
              <a:rPr lang="es-MX" sz="1300"/>
              <a:t>Cuando el modelo satisfactorio ha sido desarrollado y aprobado por los promotores del negocio, se implementa en el entorno de producción o en un entorno de pruebas comparable. Por lo general, se implementa de forma imitada hasta que su rendimiento se haya evaluado completamente. Su implementación puede ser tan fácil como generar un informe con recomendaciones, o tan enrevesado como incrustar el modelo en un complejo proceso de puntuación y de flujo de trabajo administrado por una aplicación personalizada. La implementación de un modelo en un proceso operativo empresarial generalmente involucra a grupos, habilidades y tecnologías adicionales dentro de la empresa. Por ejemplo, un grupo de ventas puede implementar un modelo de propensión a la respuesta a través de un proceso de administración de campañas creado por un equipo de desarrollo y administrado por un grupo de marketing. </a:t>
            </a:r>
            <a:br>
              <a:rPr lang="es-MX" sz="1300"/>
            </a:br>
            <a:br>
              <a:rPr lang="es-MX" sz="1300"/>
            </a:br>
            <a:endParaRPr lang="es-MX" sz="1300"/>
          </a:p>
        </p:txBody>
      </p:sp>
      <p:sp>
        <p:nvSpPr>
          <p:cNvPr id="20" name="Rectangle 1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47EAC365-4F96-4DE4-9608-6B7F9E6F44C2}"/>
              </a:ext>
            </a:extLst>
          </p:cNvPr>
          <p:cNvGrpSpPr/>
          <p:nvPr/>
        </p:nvGrpSpPr>
        <p:grpSpPr>
          <a:xfrm>
            <a:off x="6512442" y="1632679"/>
            <a:ext cx="5201023" cy="3178884"/>
            <a:chOff x="3229407" y="2253456"/>
            <a:chExt cx="5719330" cy="3495675"/>
          </a:xfrm>
        </p:grpSpPr>
        <p:pic>
          <p:nvPicPr>
            <p:cNvPr id="7" name="Marcador de contenido 4">
              <a:extLst>
                <a:ext uri="{FF2B5EF4-FFF2-40B4-BE49-F238E27FC236}">
                  <a16:creationId xmlns:a16="http://schemas.microsoft.com/office/drawing/2014/main" id="{B773F78C-42C3-4D77-8CFF-56B728C068C6}"/>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1570BD9F-6553-4142-B27A-FF8018E83C61}"/>
                </a:ext>
              </a:extLst>
            </p:cNvPr>
            <p:cNvSpPr/>
            <p:nvPr/>
          </p:nvSpPr>
          <p:spPr>
            <a:xfrm>
              <a:off x="3229407" y="373805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2039255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C2E84F-7FBF-4B3C-8623-2E5048123C0A}"/>
              </a:ext>
            </a:extLst>
          </p:cNvPr>
          <p:cNvSpPr>
            <a:spLocks noGrp="1"/>
          </p:cNvSpPr>
          <p:nvPr>
            <p:ph type="title"/>
          </p:nvPr>
        </p:nvSpPr>
        <p:spPr>
          <a:xfrm>
            <a:off x="1136397" y="502021"/>
            <a:ext cx="4959603" cy="1642969"/>
          </a:xfrm>
        </p:spPr>
        <p:txBody>
          <a:bodyPr anchor="b">
            <a:normAutofit/>
          </a:bodyPr>
          <a:lstStyle/>
          <a:p>
            <a:r>
              <a:rPr lang="es-MX" sz="4000"/>
              <a:t>10. Retroalimentación</a:t>
            </a:r>
          </a:p>
        </p:txBody>
      </p:sp>
      <p:sp>
        <p:nvSpPr>
          <p:cNvPr id="3" name="Marcador de contenido 2">
            <a:extLst>
              <a:ext uri="{FF2B5EF4-FFF2-40B4-BE49-F238E27FC236}">
                <a16:creationId xmlns:a16="http://schemas.microsoft.com/office/drawing/2014/main" id="{3CC5A641-B67C-4113-AAE2-8B9E58230D41}"/>
              </a:ext>
            </a:extLst>
          </p:cNvPr>
          <p:cNvSpPr>
            <a:spLocks noGrp="1"/>
          </p:cNvSpPr>
          <p:nvPr>
            <p:ph idx="1"/>
          </p:nvPr>
        </p:nvSpPr>
        <p:spPr>
          <a:xfrm>
            <a:off x="1136397" y="2418408"/>
            <a:ext cx="4959603" cy="3522569"/>
          </a:xfrm>
        </p:spPr>
        <p:txBody>
          <a:bodyPr anchor="t">
            <a:normAutofit/>
          </a:bodyPr>
          <a:lstStyle/>
          <a:p>
            <a:r>
              <a:rPr lang="es-MX" sz="1400"/>
              <a:t>Al recopilar los resultados del modelo implementado, la organización obtiene retroalimentación sobre el rendimiento del modelo y su impacto en el entorno en el que se implementó. Por ejemplo, la retroalimentación puede ser en forma de porcentajes de respuesta a una campaña promocional dirigida a un grupo de clientes que ha sido identificado por el modelo como respondedores de alto potencial. Los científicos de datos pueden analizar esta retroalimentación para ajustar el modelo para mejorar su precisión y utilidad. Pueden automatizar algunos o todos los pasos de la evaluación del modelo y de la recopilación de retroalimentación, el ajuste y la reimplementación del modelo para acelerar el proceso de actualización del modelo para obtener mejores resultados. </a:t>
            </a:r>
            <a:br>
              <a:rPr lang="es-MX" sz="1400"/>
            </a:br>
            <a:endParaRPr lang="es-MX" sz="1400"/>
          </a:p>
        </p:txBody>
      </p:sp>
      <p:sp>
        <p:nvSpPr>
          <p:cNvPr id="24" name="Rectangle 2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o 5">
            <a:extLst>
              <a:ext uri="{FF2B5EF4-FFF2-40B4-BE49-F238E27FC236}">
                <a16:creationId xmlns:a16="http://schemas.microsoft.com/office/drawing/2014/main" id="{4F373CB3-3516-426F-89A0-0F346DB6A968}"/>
              </a:ext>
            </a:extLst>
          </p:cNvPr>
          <p:cNvGrpSpPr/>
          <p:nvPr/>
        </p:nvGrpSpPr>
        <p:grpSpPr>
          <a:xfrm>
            <a:off x="6512442" y="1628820"/>
            <a:ext cx="5201023" cy="3186603"/>
            <a:chOff x="3243262" y="2253456"/>
            <a:chExt cx="5705475" cy="3495675"/>
          </a:xfrm>
        </p:grpSpPr>
        <p:pic>
          <p:nvPicPr>
            <p:cNvPr id="7" name="Marcador de contenido 4">
              <a:extLst>
                <a:ext uri="{FF2B5EF4-FFF2-40B4-BE49-F238E27FC236}">
                  <a16:creationId xmlns:a16="http://schemas.microsoft.com/office/drawing/2014/main" id="{562DF5F5-CBD7-4357-8318-A021C7B59BA1}"/>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172B1DDD-5C57-4CE8-8560-0A0F2F4401ED}"/>
                </a:ext>
              </a:extLst>
            </p:cNvPr>
            <p:cNvSpPr/>
            <p:nvPr/>
          </p:nvSpPr>
          <p:spPr>
            <a:xfrm>
              <a:off x="3243262" y="30618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26279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29F916-F96E-4590-AE83-078CAC97A136}"/>
              </a:ext>
            </a:extLst>
          </p:cNvPr>
          <p:cNvSpPr>
            <a:spLocks noGrp="1"/>
          </p:cNvSpPr>
          <p:nvPr>
            <p:ph type="title"/>
          </p:nvPr>
        </p:nvSpPr>
        <p:spPr>
          <a:xfrm>
            <a:off x="524741" y="620392"/>
            <a:ext cx="3808268" cy="5504688"/>
          </a:xfrm>
        </p:spPr>
        <p:txBody>
          <a:bodyPr>
            <a:normAutofit/>
          </a:bodyPr>
          <a:lstStyle/>
          <a:p>
            <a:r>
              <a:rPr lang="es-MX" sz="6000">
                <a:solidFill>
                  <a:schemeClr val="bg1"/>
                </a:solidFill>
              </a:rPr>
              <a:t>Conceptos básicos</a:t>
            </a:r>
          </a:p>
        </p:txBody>
      </p:sp>
      <p:graphicFrame>
        <p:nvGraphicFramePr>
          <p:cNvPr id="5" name="Marcador de contenido 2">
            <a:extLst>
              <a:ext uri="{FF2B5EF4-FFF2-40B4-BE49-F238E27FC236}">
                <a16:creationId xmlns:a16="http://schemas.microsoft.com/office/drawing/2014/main" id="{41EABDB7-417F-4A33-8DF5-6A208090EDE7}"/>
              </a:ext>
            </a:extLst>
          </p:cNvPr>
          <p:cNvGraphicFramePr>
            <a:graphicFrameLocks noGrp="1"/>
          </p:cNvGraphicFramePr>
          <p:nvPr>
            <p:ph idx="1"/>
            <p:extLst>
              <p:ext uri="{D42A27DB-BD31-4B8C-83A1-F6EECF244321}">
                <p14:modId xmlns:p14="http://schemas.microsoft.com/office/powerpoint/2010/main" val="2049429282"/>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0645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F62458AF-A8C4-4DB1-A062-F81FBB880DB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Conceptos</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básicos</a:t>
            </a:r>
            <a:endParaRPr lang="en-US" sz="4000" kern="1200" dirty="0">
              <a:solidFill>
                <a:srgbClr val="FFFFFF"/>
              </a:solidFill>
              <a:latin typeface="+mj-lt"/>
              <a:ea typeface="+mj-ea"/>
              <a:cs typeface="+mj-cs"/>
            </a:endParaRPr>
          </a:p>
        </p:txBody>
      </p:sp>
      <p:pic>
        <p:nvPicPr>
          <p:cNvPr id="5" name="Marcador de contenido 4">
            <a:extLst>
              <a:ext uri="{FF2B5EF4-FFF2-40B4-BE49-F238E27FC236}">
                <a16:creationId xmlns:a16="http://schemas.microsoft.com/office/drawing/2014/main" id="{8418F6D7-EFA9-4B7A-914A-DC500091A106}"/>
              </a:ext>
            </a:extLst>
          </p:cNvPr>
          <p:cNvPicPr>
            <a:picLocks noGrp="1" noChangeAspect="1"/>
          </p:cNvPicPr>
          <p:nvPr>
            <p:ph idx="1"/>
          </p:nvPr>
        </p:nvPicPr>
        <p:blipFill>
          <a:blip r:embed="rId2"/>
          <a:stretch>
            <a:fillRect/>
          </a:stretch>
        </p:blipFill>
        <p:spPr>
          <a:xfrm>
            <a:off x="4502428" y="1821271"/>
            <a:ext cx="7225748" cy="3215458"/>
          </a:xfrm>
          <a:prstGeom prst="rect">
            <a:avLst/>
          </a:prstGeom>
        </p:spPr>
      </p:pic>
    </p:spTree>
    <p:extLst>
      <p:ext uri="{BB962C8B-B14F-4D97-AF65-F5344CB8AC3E}">
        <p14:creationId xmlns:p14="http://schemas.microsoft.com/office/powerpoint/2010/main" val="2630847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2AA6C5-8E7D-46EB-AB68-C3B447D8756B}"/>
              </a:ext>
            </a:extLst>
          </p:cNvPr>
          <p:cNvSpPr>
            <a:spLocks noGrp="1"/>
          </p:cNvSpPr>
          <p:nvPr>
            <p:ph type="title"/>
          </p:nvPr>
        </p:nvSpPr>
        <p:spPr>
          <a:xfrm>
            <a:off x="1136397" y="502021"/>
            <a:ext cx="4959603" cy="1642969"/>
          </a:xfrm>
        </p:spPr>
        <p:txBody>
          <a:bodyPr anchor="b">
            <a:normAutofit/>
          </a:bodyPr>
          <a:lstStyle/>
          <a:p>
            <a:r>
              <a:rPr lang="es-MX" sz="4000" dirty="0"/>
              <a:t>El trabajo más “sexy” del siglo XXI</a:t>
            </a:r>
          </a:p>
        </p:txBody>
      </p:sp>
      <p:sp>
        <p:nvSpPr>
          <p:cNvPr id="3" name="Marcador de contenido 2">
            <a:extLst>
              <a:ext uri="{FF2B5EF4-FFF2-40B4-BE49-F238E27FC236}">
                <a16:creationId xmlns:a16="http://schemas.microsoft.com/office/drawing/2014/main" id="{CDD87156-8E27-48E3-B5E5-5C3313C3F3E0}"/>
              </a:ext>
            </a:extLst>
          </p:cNvPr>
          <p:cNvSpPr>
            <a:spLocks noGrp="1"/>
          </p:cNvSpPr>
          <p:nvPr>
            <p:ph idx="1"/>
          </p:nvPr>
        </p:nvSpPr>
        <p:spPr>
          <a:xfrm>
            <a:off x="1136397" y="2418408"/>
            <a:ext cx="4959603" cy="3522569"/>
          </a:xfrm>
        </p:spPr>
        <p:txBody>
          <a:bodyPr anchor="t">
            <a:normAutofit/>
          </a:bodyPr>
          <a:lstStyle/>
          <a:p>
            <a:r>
              <a:rPr lang="es-MX" sz="2000"/>
              <a:t>Según Thomas J. Davenport:</a:t>
            </a:r>
          </a:p>
          <a:p>
            <a:r>
              <a:rPr lang="en-US" sz="2000"/>
              <a:t>"Data Scientist: The Sexiest Job of the 21st Century", https://hbr.org/2012/10/data-scientist-the-sexiest-job-of-the-21st-century, octubre 2012</a:t>
            </a:r>
          </a:p>
        </p:txBody>
      </p:sp>
      <p:pic>
        <p:nvPicPr>
          <p:cNvPr id="4" name="Picture 7">
            <a:extLst>
              <a:ext uri="{FF2B5EF4-FFF2-40B4-BE49-F238E27FC236}">
                <a16:creationId xmlns:a16="http://schemas.microsoft.com/office/drawing/2014/main" id="{82CF0A01-5F9E-4C16-AC06-22668142C6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1557794"/>
            <a:ext cx="5201023" cy="332865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8341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4"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8FD0918-1882-4977-BAF9-82679D955FCF}"/>
              </a:ext>
            </a:extLst>
          </p:cNvPr>
          <p:cNvSpPr>
            <a:spLocks noGrp="1"/>
          </p:cNvSpPr>
          <p:nvPr>
            <p:ph type="title"/>
          </p:nvPr>
        </p:nvSpPr>
        <p:spPr>
          <a:xfrm>
            <a:off x="466722" y="586855"/>
            <a:ext cx="3201366" cy="3387497"/>
          </a:xfrm>
        </p:spPr>
        <p:txBody>
          <a:bodyPr anchor="b">
            <a:normAutofit/>
          </a:bodyPr>
          <a:lstStyle/>
          <a:p>
            <a:pPr algn="r"/>
            <a:r>
              <a:rPr lang="es-MX" sz="4000" dirty="0">
                <a:solidFill>
                  <a:srgbClr val="FFFFFF"/>
                </a:solidFill>
              </a:rPr>
              <a:t>Actividad 1</a:t>
            </a:r>
          </a:p>
        </p:txBody>
      </p:sp>
      <p:graphicFrame>
        <p:nvGraphicFramePr>
          <p:cNvPr id="60" name="Marcador de contenido 2">
            <a:extLst>
              <a:ext uri="{FF2B5EF4-FFF2-40B4-BE49-F238E27FC236}">
                <a16:creationId xmlns:a16="http://schemas.microsoft.com/office/drawing/2014/main" id="{836021BD-3562-FEE0-89F8-08DD75B66339}"/>
              </a:ext>
            </a:extLst>
          </p:cNvPr>
          <p:cNvGraphicFramePr>
            <a:graphicFrameLocks noGrp="1"/>
          </p:cNvGraphicFramePr>
          <p:nvPr>
            <p:ph idx="1"/>
          </p:nvPr>
        </p:nvGraphicFramePr>
        <p:xfrm>
          <a:off x="4810259" y="649480"/>
          <a:ext cx="6555347" cy="5546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7955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5" name="Group 74">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76" name="Rectangle 75">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ítulo 1">
            <a:extLst>
              <a:ext uri="{FF2B5EF4-FFF2-40B4-BE49-F238E27FC236}">
                <a16:creationId xmlns:a16="http://schemas.microsoft.com/office/drawing/2014/main" id="{5894A9B4-BC5B-4261-A8C8-E0C380C05B4E}"/>
              </a:ext>
            </a:extLst>
          </p:cNvPr>
          <p:cNvSpPr>
            <a:spLocks noGrp="1"/>
          </p:cNvSpPr>
          <p:nvPr>
            <p:ph type="title"/>
          </p:nvPr>
        </p:nvSpPr>
        <p:spPr>
          <a:xfrm>
            <a:off x="1371598" y="319314"/>
            <a:ext cx="9477377" cy="1030515"/>
          </a:xfrm>
        </p:spPr>
        <p:txBody>
          <a:bodyPr anchor="ctr">
            <a:normAutofit/>
          </a:bodyPr>
          <a:lstStyle/>
          <a:p>
            <a:r>
              <a:rPr lang="en-US" sz="4000">
                <a:solidFill>
                  <a:srgbClr val="FFFFFF"/>
                </a:solidFill>
              </a:rPr>
              <a:t>Instalando Python</a:t>
            </a:r>
          </a:p>
        </p:txBody>
      </p:sp>
      <p:pic>
        <p:nvPicPr>
          <p:cNvPr id="4100" name="Picture 4">
            <a:extLst>
              <a:ext uri="{FF2B5EF4-FFF2-40B4-BE49-F238E27FC236}">
                <a16:creationId xmlns:a16="http://schemas.microsoft.com/office/drawing/2014/main" id="{23D894A3-D48D-4867-8543-114576487E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 b="508"/>
          <a:stretch/>
        </p:blipFill>
        <p:spPr bwMode="auto">
          <a:xfrm>
            <a:off x="1659154" y="2050595"/>
            <a:ext cx="4277694" cy="261736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8AECBF76-6DA0-485B-9429-2934A392FF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94" r="-3" b="-3"/>
          <a:stretch/>
        </p:blipFill>
        <p:spPr bwMode="auto">
          <a:xfrm>
            <a:off x="6267671" y="2074130"/>
            <a:ext cx="4364731" cy="261736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3A74E5F8-2D91-4771-BB45-642E6779875A}"/>
              </a:ext>
            </a:extLst>
          </p:cNvPr>
          <p:cNvSpPr>
            <a:spLocks noGrp="1"/>
          </p:cNvSpPr>
          <p:nvPr>
            <p:ph idx="1"/>
          </p:nvPr>
        </p:nvSpPr>
        <p:spPr>
          <a:xfrm>
            <a:off x="1371598" y="5070346"/>
            <a:ext cx="9496427" cy="1385266"/>
          </a:xfrm>
        </p:spPr>
        <p:txBody>
          <a:bodyPr>
            <a:normAutofit/>
          </a:bodyPr>
          <a:lstStyle/>
          <a:p>
            <a:r>
              <a:rPr lang="en-US" sz="2000"/>
              <a:t>Windows: Para instalar </a:t>
            </a:r>
            <a:r>
              <a:rPr lang="es-MX" sz="2000"/>
              <a:t>Python 3, </a:t>
            </a:r>
            <a:r>
              <a:rPr lang="es-MX" sz="2000">
                <a:hlinkClick r:id="rId4"/>
              </a:rPr>
              <a:t>descarga y ejecuta el instalador</a:t>
            </a:r>
            <a:r>
              <a:rPr lang="es-MX" sz="2000"/>
              <a:t> ahora.</a:t>
            </a:r>
          </a:p>
          <a:p>
            <a:pPr lvl="1"/>
            <a:r>
              <a:rPr lang="es-MX" sz="2000"/>
              <a:t>Hacer clic en la opción “Deshabilitar el límite de longitud de la ruta”, se elimina la limitación de la variable MAX_PATH.</a:t>
            </a:r>
            <a:br>
              <a:rPr lang="es-MX" sz="2000"/>
            </a:br>
            <a:endParaRPr lang="en-US" sz="2000"/>
          </a:p>
        </p:txBody>
      </p:sp>
    </p:spTree>
    <p:extLst>
      <p:ext uri="{BB962C8B-B14F-4D97-AF65-F5344CB8AC3E}">
        <p14:creationId xmlns:p14="http://schemas.microsoft.com/office/powerpoint/2010/main" val="240887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48BCCF0-9857-4E3A-A59A-6FC3D903DE3C}"/>
              </a:ext>
            </a:extLst>
          </p:cNvPr>
          <p:cNvSpPr>
            <a:spLocks noGrp="1"/>
          </p:cNvSpPr>
          <p:nvPr>
            <p:ph type="title"/>
          </p:nvPr>
        </p:nvSpPr>
        <p:spPr>
          <a:xfrm>
            <a:off x="818984" y="4230093"/>
            <a:ext cx="4150581" cy="1800165"/>
          </a:xfrm>
        </p:spPr>
        <p:txBody>
          <a:bodyPr anchor="t">
            <a:normAutofit/>
          </a:bodyPr>
          <a:lstStyle/>
          <a:p>
            <a:pPr algn="r"/>
            <a:r>
              <a:rPr lang="en-US" sz="4000"/>
              <a:t>Instalando Python</a:t>
            </a:r>
          </a:p>
        </p:txBody>
      </p:sp>
      <p:pic>
        <p:nvPicPr>
          <p:cNvPr id="5126" name="Picture 6" descr="Cómo instalar la última versión de Python 3.6 en Linux">
            <a:extLst>
              <a:ext uri="{FF2B5EF4-FFF2-40B4-BE49-F238E27FC236}">
                <a16:creationId xmlns:a16="http://schemas.microsoft.com/office/drawing/2014/main" id="{B8CCB27D-16D3-46F7-B42E-B96BFDF6966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592" y="778035"/>
            <a:ext cx="11139778" cy="281365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5785FE7A-B412-4C89-8775-21079E18E608}"/>
              </a:ext>
            </a:extLst>
          </p:cNvPr>
          <p:cNvSpPr>
            <a:spLocks noGrp="1"/>
          </p:cNvSpPr>
          <p:nvPr>
            <p:ph idx="1"/>
          </p:nvPr>
        </p:nvSpPr>
        <p:spPr>
          <a:xfrm>
            <a:off x="5246415" y="4230094"/>
            <a:ext cx="6235268" cy="1800164"/>
          </a:xfrm>
        </p:spPr>
        <p:txBody>
          <a:bodyPr anchor="t">
            <a:normAutofit/>
          </a:bodyPr>
          <a:lstStyle/>
          <a:p>
            <a:r>
              <a:rPr lang="en-US" sz="1400" dirty="0"/>
              <a:t>Linux (Debian based):</a:t>
            </a:r>
          </a:p>
          <a:p>
            <a:pPr lvl="1"/>
            <a:r>
              <a:rPr lang="en-US" sz="1400" dirty="0" err="1"/>
              <a:t>Verificar</a:t>
            </a:r>
            <a:r>
              <a:rPr lang="en-US" sz="1400" dirty="0"/>
              <a:t> Python: $python --version</a:t>
            </a:r>
          </a:p>
          <a:p>
            <a:pPr lvl="1"/>
            <a:r>
              <a:rPr lang="en-US" sz="1400" dirty="0"/>
              <a:t>Si Python no </a:t>
            </a:r>
            <a:r>
              <a:rPr lang="en-US" sz="1400" dirty="0" err="1"/>
              <a:t>está</a:t>
            </a:r>
            <a:r>
              <a:rPr lang="en-US" sz="1400" dirty="0"/>
              <a:t> </a:t>
            </a:r>
            <a:r>
              <a:rPr lang="en-US" sz="1400" dirty="0" err="1"/>
              <a:t>instalado</a:t>
            </a:r>
            <a:r>
              <a:rPr lang="en-US" sz="1400" dirty="0"/>
              <a:t>, </a:t>
            </a:r>
            <a:r>
              <a:rPr lang="en-US" sz="1400" dirty="0" err="1"/>
              <a:t>instalar</a:t>
            </a:r>
            <a:r>
              <a:rPr lang="en-US" sz="1400" dirty="0"/>
              <a:t> con: $ </a:t>
            </a:r>
            <a:r>
              <a:rPr lang="en-US" sz="1400" dirty="0" err="1"/>
              <a:t>sudo</a:t>
            </a:r>
            <a:r>
              <a:rPr lang="en-US" sz="1400" dirty="0"/>
              <a:t> apt-get install python3</a:t>
            </a:r>
          </a:p>
          <a:p>
            <a:pPr lvl="1"/>
            <a:r>
              <a:rPr lang="en-US" sz="1400" dirty="0" err="1"/>
              <a:t>Verificar</a:t>
            </a:r>
            <a:r>
              <a:rPr lang="en-US" sz="1400" dirty="0"/>
              <a:t> que Python </a:t>
            </a:r>
            <a:r>
              <a:rPr lang="en-US" sz="1400" dirty="0" err="1"/>
              <a:t>quedó</a:t>
            </a:r>
            <a:r>
              <a:rPr lang="en-US" sz="1400" dirty="0"/>
              <a:t> bien </a:t>
            </a:r>
            <a:r>
              <a:rPr lang="en-US" sz="1400" dirty="0" err="1"/>
              <a:t>instalado</a:t>
            </a:r>
            <a:r>
              <a:rPr lang="en-US" sz="1400" dirty="0"/>
              <a:t> con: $ python3 --version, lo que debe </a:t>
            </a:r>
            <a:r>
              <a:rPr lang="en-US" sz="1400" dirty="0" err="1"/>
              <a:t>devolver</a:t>
            </a:r>
            <a:r>
              <a:rPr lang="en-US" sz="1400" dirty="0"/>
              <a:t>: Python 3.X.Y (X.Y </a:t>
            </a:r>
            <a:r>
              <a:rPr lang="en-US" sz="1400" dirty="0" err="1"/>
              <a:t>corresponde</a:t>
            </a:r>
            <a:r>
              <a:rPr lang="en-US" sz="1400" dirty="0"/>
              <a:t> a la version </a:t>
            </a:r>
            <a:r>
              <a:rPr lang="en-US" sz="1400" dirty="0" err="1"/>
              <a:t>instalada</a:t>
            </a:r>
            <a:r>
              <a:rPr lang="en-US" sz="1400" dirty="0"/>
              <a:t>).</a:t>
            </a:r>
          </a:p>
          <a:p>
            <a:pPr lvl="1"/>
            <a:r>
              <a:rPr lang="en-US" sz="1400" dirty="0" err="1"/>
              <a:t>Instalar</a:t>
            </a:r>
            <a:r>
              <a:rPr lang="en-US" sz="1400" dirty="0"/>
              <a:t> Pip3: $ </a:t>
            </a:r>
            <a:r>
              <a:rPr lang="en-US" sz="1400" dirty="0" err="1"/>
              <a:t>sudo</a:t>
            </a:r>
            <a:r>
              <a:rPr lang="en-US" sz="1400" dirty="0"/>
              <a:t> apt-get install python-pip3</a:t>
            </a:r>
          </a:p>
          <a:p>
            <a:pPr lvl="1"/>
            <a:endParaRPr lang="en-US" sz="1400" dirty="0"/>
          </a:p>
        </p:txBody>
      </p:sp>
      <p:sp>
        <p:nvSpPr>
          <p:cNvPr id="77" name="Rectangle 76">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212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F9B822F-893E-44C8-963C-64F50ACEC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F958BC9-35DC-96DA-C319-26B6E2E6F286}"/>
              </a:ext>
            </a:extLst>
          </p:cNvPr>
          <p:cNvSpPr>
            <a:spLocks noGrp="1"/>
          </p:cNvSpPr>
          <p:nvPr>
            <p:ph type="title"/>
          </p:nvPr>
        </p:nvSpPr>
        <p:spPr>
          <a:xfrm>
            <a:off x="838200" y="585216"/>
            <a:ext cx="10515600" cy="1325563"/>
          </a:xfrm>
        </p:spPr>
        <p:txBody>
          <a:bodyPr>
            <a:normAutofit/>
          </a:bodyPr>
          <a:lstStyle/>
          <a:p>
            <a:r>
              <a:rPr lang="es-MX">
                <a:solidFill>
                  <a:schemeClr val="bg1"/>
                </a:solidFill>
              </a:rPr>
              <a:t>Virtual Environments</a:t>
            </a:r>
          </a:p>
        </p:txBody>
      </p:sp>
      <p:pic>
        <p:nvPicPr>
          <p:cNvPr id="1026" name="Picture 2" descr="Entornos virtuales de Python: común y Anaconda - Jarroba">
            <a:extLst>
              <a:ext uri="{FF2B5EF4-FFF2-40B4-BE49-F238E27FC236}">
                <a16:creationId xmlns:a16="http://schemas.microsoft.com/office/drawing/2014/main" id="{A50BED28-61C0-4E50-DA3D-50015712B7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60" r="1696" b="-2"/>
          <a:stretch/>
        </p:blipFill>
        <p:spPr bwMode="auto">
          <a:xfrm>
            <a:off x="841248" y="2516777"/>
            <a:ext cx="6236208" cy="366018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2B974E9E-EE38-AC75-94BB-098BA11BF65F}"/>
              </a:ext>
            </a:extLst>
          </p:cNvPr>
          <p:cNvSpPr>
            <a:spLocks noGrp="1"/>
          </p:cNvSpPr>
          <p:nvPr>
            <p:ph idx="1"/>
          </p:nvPr>
        </p:nvSpPr>
        <p:spPr>
          <a:xfrm>
            <a:off x="7546848" y="2516777"/>
            <a:ext cx="3803904" cy="3660185"/>
          </a:xfrm>
        </p:spPr>
        <p:txBody>
          <a:bodyPr anchor="ctr">
            <a:normAutofit/>
          </a:bodyPr>
          <a:lstStyle/>
          <a:p>
            <a:r>
              <a:rPr lang="es-MX" sz="1700"/>
              <a:t>Los entornos virtuales se pueden describir como directorios de instalación aislados. Este aislamiento te permite localizar la instalación de las dependencias de tu proyecto, sin obligarte a instalarlas en todo el sistema.</a:t>
            </a:r>
          </a:p>
          <a:p>
            <a:pPr lvl="1"/>
            <a:r>
              <a:rPr lang="es-MX" sz="1700"/>
              <a:t>Imagina que tienes dos aplicaciones, App1 y App2. Ambos usan el paquete Pak, pero requieren versiones diferentes. Si instala Pak versión 2.3 para App1, no podrá ejecutar App2 porque requiere la versión 3.1.</a:t>
            </a:r>
          </a:p>
          <a:p>
            <a:endParaRPr lang="es-MX" sz="1700"/>
          </a:p>
        </p:txBody>
      </p:sp>
    </p:spTree>
    <p:extLst>
      <p:ext uri="{BB962C8B-B14F-4D97-AF65-F5344CB8AC3E}">
        <p14:creationId xmlns:p14="http://schemas.microsoft.com/office/powerpoint/2010/main" val="2906788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A97DC5F-4EA1-43FB-8707-95AE7653228A}"/>
              </a:ext>
            </a:extLst>
          </p:cNvPr>
          <p:cNvSpPr>
            <a:spLocks noGrp="1"/>
          </p:cNvSpPr>
          <p:nvPr>
            <p:ph type="title"/>
          </p:nvPr>
        </p:nvSpPr>
        <p:spPr>
          <a:xfrm>
            <a:off x="1136397" y="502020"/>
            <a:ext cx="5323715" cy="1642970"/>
          </a:xfrm>
        </p:spPr>
        <p:txBody>
          <a:bodyPr anchor="b">
            <a:normAutofit/>
          </a:bodyPr>
          <a:lstStyle/>
          <a:p>
            <a:r>
              <a:rPr lang="en-US" sz="4000"/>
              <a:t>Spyder – Anaconda</a:t>
            </a:r>
          </a:p>
        </p:txBody>
      </p:sp>
      <p:sp>
        <p:nvSpPr>
          <p:cNvPr id="3" name="Marcador de contenido 2">
            <a:extLst>
              <a:ext uri="{FF2B5EF4-FFF2-40B4-BE49-F238E27FC236}">
                <a16:creationId xmlns:a16="http://schemas.microsoft.com/office/drawing/2014/main" id="{423AB3CD-86F0-4CCE-9179-D11133CCA800}"/>
              </a:ext>
            </a:extLst>
          </p:cNvPr>
          <p:cNvSpPr>
            <a:spLocks noGrp="1"/>
          </p:cNvSpPr>
          <p:nvPr>
            <p:ph idx="1"/>
          </p:nvPr>
        </p:nvSpPr>
        <p:spPr>
          <a:xfrm>
            <a:off x="1144923" y="2405894"/>
            <a:ext cx="5315189" cy="3535083"/>
          </a:xfrm>
        </p:spPr>
        <p:txBody>
          <a:bodyPr anchor="t">
            <a:normAutofit/>
          </a:bodyPr>
          <a:lstStyle/>
          <a:p>
            <a:r>
              <a:rPr lang="es-MX" sz="1100" dirty="0"/>
              <a:t>Es una distribución de código abierto de los lenguajes de programación Python y R. </a:t>
            </a:r>
          </a:p>
          <a:p>
            <a:r>
              <a:rPr lang="es-MX" sz="1100" dirty="0"/>
              <a:t>Se utiliza para procesamiento de datos a gran escala, análisis predictivo y computación científica. Tiene como objetivo simplificar la administración y el despliegue de paquetes. Las versiones de paquetes son gestionadas por el sistema de gestión de paquetes </a:t>
            </a:r>
            <a:r>
              <a:rPr lang="es-MX" sz="1100" dirty="0" err="1"/>
              <a:t>Conda</a:t>
            </a:r>
            <a:r>
              <a:rPr lang="es-MX" sz="1100" dirty="0"/>
              <a:t>.</a:t>
            </a:r>
          </a:p>
          <a:p>
            <a:r>
              <a:rPr lang="es-MX" sz="1100" dirty="0"/>
              <a:t>Las características útiles incluyen:</a:t>
            </a:r>
          </a:p>
          <a:p>
            <a:pPr lvl="1"/>
            <a:r>
              <a:rPr lang="es-MX" sz="1100" dirty="0"/>
              <a:t>Provisión de la consola </a:t>
            </a:r>
            <a:r>
              <a:rPr lang="es-MX" sz="1100" dirty="0" err="1"/>
              <a:t>IPython</a:t>
            </a:r>
            <a:r>
              <a:rPr lang="es-MX" sz="1100" dirty="0"/>
              <a:t> (Qt) como un mensaje interactivo, que puede mostrar gráficos en línea</a:t>
            </a:r>
          </a:p>
          <a:p>
            <a:pPr lvl="1"/>
            <a:r>
              <a:rPr lang="es-MX" sz="1100" dirty="0"/>
              <a:t>Capacidad de ejecutar fragmentos de código desde el editor de la consola</a:t>
            </a:r>
          </a:p>
          <a:p>
            <a:pPr lvl="1"/>
            <a:r>
              <a:rPr lang="es-MX" sz="1100" dirty="0"/>
              <a:t>Análisis continuo de archivos en el editor y provisión de advertencias visuales sobre posibles errores</a:t>
            </a:r>
          </a:p>
          <a:p>
            <a:pPr lvl="1"/>
            <a:r>
              <a:rPr lang="es-MX" sz="1100" dirty="0"/>
              <a:t>Ejecución paso a paso</a:t>
            </a:r>
          </a:p>
          <a:p>
            <a:pPr lvl="1"/>
            <a:r>
              <a:rPr lang="es-MX" sz="1100" dirty="0"/>
              <a:t>Explorador de variables</a:t>
            </a:r>
          </a:p>
          <a:p>
            <a:r>
              <a:rPr lang="es-MX" sz="1100" dirty="0"/>
              <a:t>Se puede elegir entre las versiones de Python 3.X (recomendada) o 2.7. Puedes descargarlo para </a:t>
            </a:r>
            <a:r>
              <a:rPr lang="es-MX" sz="1100" dirty="0" err="1"/>
              <a:t>Window</a:t>
            </a:r>
            <a:r>
              <a:rPr lang="es-MX" sz="1100" dirty="0"/>
              <a:t>, MacOS y Linux en esta url: </a:t>
            </a:r>
            <a:r>
              <a:rPr lang="es-MX" sz="1100" dirty="0">
                <a:hlinkClick r:id="rId2"/>
              </a:rPr>
              <a:t>https://www.continuum.io/downloads</a:t>
            </a:r>
            <a:endParaRPr lang="es-MX" sz="1100" dirty="0"/>
          </a:p>
          <a:p>
            <a:pPr lvl="1"/>
            <a:endParaRPr lang="en-US" sz="1100" dirty="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anaconda-spyder-windows">
            <a:extLst>
              <a:ext uri="{FF2B5EF4-FFF2-40B4-BE49-F238E27FC236}">
                <a16:creationId xmlns:a16="http://schemas.microsoft.com/office/drawing/2014/main" id="{5D088425-2ED7-4FC5-802B-09F2812C8B2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75967" y="2003561"/>
            <a:ext cx="4170530" cy="288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613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3570525-8B2D-483D-9BA7-0DB15E116678}"/>
              </a:ext>
            </a:extLst>
          </p:cNvPr>
          <p:cNvSpPr>
            <a:spLocks noGrp="1"/>
          </p:cNvSpPr>
          <p:nvPr>
            <p:ph type="title"/>
          </p:nvPr>
        </p:nvSpPr>
        <p:spPr>
          <a:xfrm>
            <a:off x="1136397" y="502020"/>
            <a:ext cx="5323715" cy="1642970"/>
          </a:xfrm>
        </p:spPr>
        <p:txBody>
          <a:bodyPr anchor="b">
            <a:normAutofit/>
          </a:bodyPr>
          <a:lstStyle/>
          <a:p>
            <a:r>
              <a:rPr lang="es-MX" sz="4000"/>
              <a:t>Pycharm IDE</a:t>
            </a:r>
            <a:endParaRPr lang="en-US" sz="4000"/>
          </a:p>
        </p:txBody>
      </p:sp>
      <p:sp>
        <p:nvSpPr>
          <p:cNvPr id="3" name="Marcador de contenido 2">
            <a:extLst>
              <a:ext uri="{FF2B5EF4-FFF2-40B4-BE49-F238E27FC236}">
                <a16:creationId xmlns:a16="http://schemas.microsoft.com/office/drawing/2014/main" id="{2D0DFD3D-5F4F-4366-B1A5-6B70B504EA93}"/>
              </a:ext>
            </a:extLst>
          </p:cNvPr>
          <p:cNvSpPr>
            <a:spLocks noGrp="1"/>
          </p:cNvSpPr>
          <p:nvPr>
            <p:ph idx="1"/>
          </p:nvPr>
        </p:nvSpPr>
        <p:spPr>
          <a:xfrm>
            <a:off x="1144923" y="2405894"/>
            <a:ext cx="5315189" cy="3535083"/>
          </a:xfrm>
        </p:spPr>
        <p:txBody>
          <a:bodyPr anchor="t">
            <a:normAutofit/>
          </a:bodyPr>
          <a:lstStyle/>
          <a:p>
            <a:r>
              <a:rPr lang="es-MX" sz="2000" dirty="0"/>
              <a:t>El IDE </a:t>
            </a:r>
            <a:r>
              <a:rPr lang="es-MX" sz="2000" dirty="0" err="1"/>
              <a:t>Pycharm</a:t>
            </a:r>
            <a:r>
              <a:rPr lang="es-MX" sz="2000" dirty="0"/>
              <a:t> creado por </a:t>
            </a:r>
            <a:r>
              <a:rPr lang="es-MX" sz="2000" dirty="0" err="1"/>
              <a:t>JetBrains</a:t>
            </a:r>
            <a:r>
              <a:rPr lang="es-MX" sz="2000" dirty="0"/>
              <a:t>. </a:t>
            </a:r>
          </a:p>
          <a:p>
            <a:r>
              <a:rPr lang="es-MX" sz="2000" dirty="0"/>
              <a:t>Es un IDE profesional:</a:t>
            </a:r>
          </a:p>
          <a:p>
            <a:pPr lvl="1"/>
            <a:r>
              <a:rPr lang="es-MX" sz="2000" dirty="0"/>
              <a:t>Dispone una edición Free y otra muy completa privada y de pago para empresas de desarrollo de software.</a:t>
            </a:r>
          </a:p>
          <a:p>
            <a:r>
              <a:rPr lang="es-MX" sz="2000" dirty="0"/>
              <a:t>Puedes descargarlo para Windows y Linux desde la siguiente URL: </a:t>
            </a:r>
            <a:r>
              <a:rPr lang="es-MX" sz="2000" dirty="0">
                <a:hlinkClick r:id="rId2"/>
              </a:rPr>
              <a:t>https://www.jetbrains.com/pycharm/</a:t>
            </a:r>
            <a:endParaRPr lang="es-MX" sz="2000" dirty="0"/>
          </a:p>
          <a:p>
            <a:endParaRPr lang="en-US" sz="2000" dirty="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0" name="Picture 2" descr="ide-pycharm">
            <a:extLst>
              <a:ext uri="{FF2B5EF4-FFF2-40B4-BE49-F238E27FC236}">
                <a16:creationId xmlns:a16="http://schemas.microsoft.com/office/drawing/2014/main" id="{9EC8C155-59B2-4694-B3A1-E1171F1A014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75967" y="2230280"/>
            <a:ext cx="4170530" cy="2429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256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478F33C-B959-4EDE-900E-92E5495A4799}"/>
              </a:ext>
            </a:extLst>
          </p:cNvPr>
          <p:cNvSpPr>
            <a:spLocks noGrp="1"/>
          </p:cNvSpPr>
          <p:nvPr>
            <p:ph type="title"/>
          </p:nvPr>
        </p:nvSpPr>
        <p:spPr>
          <a:xfrm>
            <a:off x="1136397" y="502020"/>
            <a:ext cx="5323715" cy="1642970"/>
          </a:xfrm>
        </p:spPr>
        <p:txBody>
          <a:bodyPr anchor="b">
            <a:normAutofit/>
          </a:bodyPr>
          <a:lstStyle/>
          <a:p>
            <a:r>
              <a:rPr lang="es-MX" sz="4000"/>
              <a:t>Wing IDE</a:t>
            </a:r>
          </a:p>
        </p:txBody>
      </p:sp>
      <p:sp>
        <p:nvSpPr>
          <p:cNvPr id="5" name="Marcador de contenido 4">
            <a:extLst>
              <a:ext uri="{FF2B5EF4-FFF2-40B4-BE49-F238E27FC236}">
                <a16:creationId xmlns:a16="http://schemas.microsoft.com/office/drawing/2014/main" id="{781E5BE2-0858-4BA4-9CD0-B04E18330B8B}"/>
              </a:ext>
            </a:extLst>
          </p:cNvPr>
          <p:cNvSpPr>
            <a:spLocks noGrp="1"/>
          </p:cNvSpPr>
          <p:nvPr>
            <p:ph idx="1"/>
          </p:nvPr>
        </p:nvSpPr>
        <p:spPr>
          <a:xfrm>
            <a:off x="1144923" y="2405894"/>
            <a:ext cx="5315189" cy="3535083"/>
          </a:xfrm>
        </p:spPr>
        <p:txBody>
          <a:bodyPr anchor="t">
            <a:normAutofit/>
          </a:bodyPr>
          <a:lstStyle/>
          <a:p>
            <a:r>
              <a:rPr lang="es-MX" sz="1700"/>
              <a:t>Wing es un entorno de desarrollo integrado (IDE) de Wingware que está diseñado específicamente para el lenguaje de programación Python, para reducir el tiempo de desarrollo y depuración, errores de codificación y facilitar la comprensión y navegación del código Python.</a:t>
            </a:r>
          </a:p>
          <a:p>
            <a:r>
              <a:rPr lang="es-MX" sz="1700"/>
              <a:t>Proporciona la depuración local y remota, la edición (con varias combinaciones de teclas, autocompletado y edición automática), inteligencia de código, selección múltiple, navegador de código y navegación de código, refactorización de código, pruebas unitarias, control de versiones, integración Pylint, Gestión, habilidades de búsqueda y amplia documentación.</a:t>
            </a:r>
          </a:p>
          <a:p>
            <a:endParaRPr lang="en-US" sz="170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074" name="Picture 2" descr="wingide-aprenderpython">
            <a:extLst>
              <a:ext uri="{FF2B5EF4-FFF2-40B4-BE49-F238E27FC236}">
                <a16:creationId xmlns:a16="http://schemas.microsoft.com/office/drawing/2014/main" id="{2F7911A3-A307-4B73-8D22-E6F7E85EAF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75967" y="1879420"/>
            <a:ext cx="4170530" cy="3131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952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52335D-FA7A-8BE1-B04F-5CE17DA6CED1}"/>
              </a:ext>
            </a:extLst>
          </p:cNvPr>
          <p:cNvSpPr>
            <a:spLocks noGrp="1"/>
          </p:cNvSpPr>
          <p:nvPr>
            <p:ph type="title"/>
          </p:nvPr>
        </p:nvSpPr>
        <p:spPr>
          <a:xfrm>
            <a:off x="1371599" y="294538"/>
            <a:ext cx="9895951" cy="1033669"/>
          </a:xfrm>
        </p:spPr>
        <p:txBody>
          <a:bodyPr>
            <a:normAutofit/>
          </a:bodyPr>
          <a:lstStyle/>
          <a:p>
            <a:r>
              <a:rPr lang="es-419" sz="4000">
                <a:solidFill>
                  <a:srgbClr val="FFFFFF"/>
                </a:solidFill>
              </a:rPr>
              <a:t>Práctica 1 – Creación del ambiente de trabajo</a:t>
            </a:r>
          </a:p>
        </p:txBody>
      </p:sp>
      <p:sp>
        <p:nvSpPr>
          <p:cNvPr id="3" name="Marcador de contenido 2">
            <a:extLst>
              <a:ext uri="{FF2B5EF4-FFF2-40B4-BE49-F238E27FC236}">
                <a16:creationId xmlns:a16="http://schemas.microsoft.com/office/drawing/2014/main" id="{D8E02A05-C228-58CE-50B3-F251C61DCE37}"/>
              </a:ext>
            </a:extLst>
          </p:cNvPr>
          <p:cNvSpPr>
            <a:spLocks noGrp="1"/>
          </p:cNvSpPr>
          <p:nvPr>
            <p:ph idx="1"/>
          </p:nvPr>
        </p:nvSpPr>
        <p:spPr>
          <a:xfrm>
            <a:off x="1371599" y="2318197"/>
            <a:ext cx="9724031" cy="3683358"/>
          </a:xfrm>
        </p:spPr>
        <p:txBody>
          <a:bodyPr anchor="ctr">
            <a:normAutofit/>
          </a:bodyPr>
          <a:lstStyle/>
          <a:p>
            <a:r>
              <a:rPr lang="es-419" sz="2000" dirty="0"/>
              <a:t>Instalación y prueba de todos los entornos de trabajo vistos en clase.</a:t>
            </a:r>
          </a:p>
          <a:p>
            <a:pPr lvl="1"/>
            <a:r>
              <a:rPr lang="es-419" sz="2000" dirty="0"/>
              <a:t>Instalar Python</a:t>
            </a:r>
          </a:p>
          <a:p>
            <a:pPr lvl="1"/>
            <a:r>
              <a:rPr lang="es-419" sz="2000" dirty="0"/>
              <a:t>Instalar PIP</a:t>
            </a:r>
          </a:p>
          <a:p>
            <a:pPr lvl="1"/>
            <a:r>
              <a:rPr lang="es-419" sz="2000" dirty="0"/>
              <a:t>Instalar </a:t>
            </a:r>
            <a:r>
              <a:rPr lang="es-419" sz="2000" dirty="0" err="1"/>
              <a:t>VirtualEnv</a:t>
            </a:r>
            <a:endParaRPr lang="es-419" sz="2000" dirty="0"/>
          </a:p>
          <a:p>
            <a:pPr lvl="1"/>
            <a:r>
              <a:rPr lang="es-419" sz="2000" dirty="0"/>
              <a:t>Instalar Visual Studio </a:t>
            </a:r>
            <a:r>
              <a:rPr lang="es-419" sz="2000" dirty="0" err="1"/>
              <a:t>Code</a:t>
            </a:r>
            <a:endParaRPr lang="es-419" sz="2000" dirty="0"/>
          </a:p>
          <a:p>
            <a:pPr lvl="2"/>
            <a:r>
              <a:rPr lang="es-419" dirty="0"/>
              <a:t>Probar </a:t>
            </a:r>
            <a:r>
              <a:rPr lang="es-419" dirty="0" err="1"/>
              <a:t>Jupyter</a:t>
            </a:r>
            <a:r>
              <a:rPr lang="es-419" dirty="0"/>
              <a:t> Notebooks en Visual Studio </a:t>
            </a:r>
            <a:r>
              <a:rPr lang="es-419" dirty="0" err="1"/>
              <a:t>Code</a:t>
            </a:r>
            <a:endParaRPr lang="es-419" dirty="0"/>
          </a:p>
          <a:p>
            <a:pPr lvl="1"/>
            <a:r>
              <a:rPr lang="es-419" sz="2000" dirty="0"/>
              <a:t>Instalar Anaconda</a:t>
            </a:r>
          </a:p>
          <a:p>
            <a:pPr lvl="1"/>
            <a:r>
              <a:rPr lang="es-419" sz="2000" dirty="0"/>
              <a:t>Probar Google </a:t>
            </a:r>
            <a:r>
              <a:rPr lang="es-419" sz="2000" dirty="0" err="1"/>
              <a:t>Colab</a:t>
            </a:r>
            <a:endParaRPr lang="es-419" sz="2000" dirty="0"/>
          </a:p>
        </p:txBody>
      </p:sp>
    </p:spTree>
    <p:extLst>
      <p:ext uri="{BB962C8B-B14F-4D97-AF65-F5344CB8AC3E}">
        <p14:creationId xmlns:p14="http://schemas.microsoft.com/office/powerpoint/2010/main" val="862451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74" name="Rectangle 2">
            <a:extLst>
              <a:ext uri="{FF2B5EF4-FFF2-40B4-BE49-F238E27FC236}">
                <a16:creationId xmlns:a16="http://schemas.microsoft.com/office/drawing/2014/main" id="{DA312B95-202D-554A-96E1-670B9A3B0F7A}"/>
              </a:ext>
            </a:extLst>
          </p:cNvPr>
          <p:cNvSpPr>
            <a:spLocks noGrp="1" noRot="1" noChangeArrowheads="1"/>
          </p:cNvSpPr>
          <p:nvPr>
            <p:ph type="title"/>
          </p:nvPr>
        </p:nvSpPr>
        <p:spPr>
          <a:xfrm>
            <a:off x="838200" y="448721"/>
            <a:ext cx="4707671" cy="1225650"/>
          </a:xfrm>
        </p:spPr>
        <p:txBody>
          <a:bodyPr anchor="b">
            <a:normAutofit/>
          </a:bodyPr>
          <a:lstStyle/>
          <a:p>
            <a:r>
              <a:rPr lang="es-ES" altLang="es-MX" sz="3800">
                <a:solidFill>
                  <a:schemeClr val="bg1"/>
                </a:solidFill>
              </a:rPr>
              <a:t>Definición</a:t>
            </a:r>
          </a:p>
        </p:txBody>
      </p:sp>
      <p:cxnSp>
        <p:nvCxnSpPr>
          <p:cNvPr id="74" name="Straight Connector 7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75" name="Rectangle 3">
            <a:extLst>
              <a:ext uri="{FF2B5EF4-FFF2-40B4-BE49-F238E27FC236}">
                <a16:creationId xmlns:a16="http://schemas.microsoft.com/office/drawing/2014/main" id="{70D7E5FD-9597-E04E-998F-3039F7400BFE}"/>
              </a:ext>
            </a:extLst>
          </p:cNvPr>
          <p:cNvSpPr>
            <a:spLocks noGrp="1" noRot="1" noChangeArrowheads="1"/>
          </p:cNvSpPr>
          <p:nvPr>
            <p:ph idx="1"/>
          </p:nvPr>
        </p:nvSpPr>
        <p:spPr>
          <a:xfrm>
            <a:off x="897769" y="1909192"/>
            <a:ext cx="4586513" cy="3647710"/>
          </a:xfrm>
        </p:spPr>
        <p:txBody>
          <a:bodyPr>
            <a:normAutofit/>
          </a:bodyPr>
          <a:lstStyle/>
          <a:p>
            <a:r>
              <a:rPr lang="es-ES" altLang="es-MX" sz="2000">
                <a:solidFill>
                  <a:schemeClr val="bg1"/>
                </a:solidFill>
              </a:rPr>
              <a:t>Un lenguaje de programación es un conjunto  de símbolos y palabras (instrucciones y  sentencias) que el usuario  tiene a su disposición para elaborar un programa.</a:t>
            </a:r>
          </a:p>
        </p:txBody>
      </p:sp>
      <p:cxnSp>
        <p:nvCxnSpPr>
          <p:cNvPr id="76" name="Straight Connector 7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E762D386-5400-744E-9EA8-57F983F66089}"/>
              </a:ext>
            </a:extLst>
          </p:cNvPr>
          <p:cNvPicPr>
            <a:picLocks noChangeAspect="1"/>
          </p:cNvPicPr>
          <p:nvPr/>
        </p:nvPicPr>
        <p:blipFill rotWithShape="1">
          <a:blip r:embed="rId2"/>
          <a:stretch/>
        </p:blipFill>
        <p:spPr>
          <a:xfrm>
            <a:off x="6525453" y="2012363"/>
            <a:ext cx="5666547" cy="2833273"/>
          </a:xfrm>
          <a:prstGeom prst="rect">
            <a:avLst/>
          </a:prstGeom>
        </p:spPr>
      </p:pic>
    </p:spTree>
    <p:extLst>
      <p:ext uri="{BB962C8B-B14F-4D97-AF65-F5344CB8AC3E}">
        <p14:creationId xmlns:p14="http://schemas.microsoft.com/office/powerpoint/2010/main" val="4100040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50D606B-FAB9-41A0-B0BD-BB3BAD0581B1}"/>
              </a:ext>
            </a:extLst>
          </p:cNvPr>
          <p:cNvSpPr>
            <a:spLocks noGrp="1"/>
          </p:cNvSpPr>
          <p:nvPr>
            <p:ph type="title"/>
          </p:nvPr>
        </p:nvSpPr>
        <p:spPr>
          <a:xfrm>
            <a:off x="1020467" y="1397120"/>
            <a:ext cx="4707671" cy="1225650"/>
          </a:xfrm>
        </p:spPr>
        <p:txBody>
          <a:bodyPr anchor="b">
            <a:normAutofit/>
          </a:bodyPr>
          <a:lstStyle/>
          <a:p>
            <a:r>
              <a:rPr lang="es-MX" sz="3800">
                <a:solidFill>
                  <a:schemeClr val="bg1"/>
                </a:solidFill>
              </a:rPr>
              <a:t>Orígenes</a:t>
            </a:r>
          </a:p>
        </p:txBody>
      </p:sp>
      <p:sp>
        <p:nvSpPr>
          <p:cNvPr id="3" name="Marcador de contenido 2">
            <a:extLst>
              <a:ext uri="{FF2B5EF4-FFF2-40B4-BE49-F238E27FC236}">
                <a16:creationId xmlns:a16="http://schemas.microsoft.com/office/drawing/2014/main" id="{FD735610-09FD-4B69-9A13-4B946121FDBF}"/>
              </a:ext>
            </a:extLst>
          </p:cNvPr>
          <p:cNvSpPr>
            <a:spLocks noGrp="1"/>
          </p:cNvSpPr>
          <p:nvPr>
            <p:ph idx="1"/>
          </p:nvPr>
        </p:nvSpPr>
        <p:spPr>
          <a:xfrm>
            <a:off x="1020467" y="2891752"/>
            <a:ext cx="4707671" cy="2334517"/>
          </a:xfrm>
        </p:spPr>
        <p:txBody>
          <a:bodyPr>
            <a:normAutofit/>
          </a:bodyPr>
          <a:lstStyle/>
          <a:p>
            <a:r>
              <a:rPr lang="es-MX" sz="1900">
                <a:solidFill>
                  <a:schemeClr val="bg1"/>
                </a:solidFill>
              </a:rPr>
              <a:t>Python fue creado a finales de los ochenta por Guido van Rossum en el Centro para las Matemáticas y la Informática (CWI, Centrum Wiskunde &amp; Informatica), en los Países Bajos, como un sucesor del lenguaje de programación ABC, capaz de manejar excepciones e interactuar con el sistema operativo Amoeba. </a:t>
            </a:r>
          </a:p>
          <a:p>
            <a:endParaRPr lang="es-MX" sz="1900">
              <a:solidFill>
                <a:schemeClr val="bg1"/>
              </a:solidFill>
            </a:endParaRPr>
          </a:p>
        </p:txBody>
      </p:sp>
      <p:pic>
        <p:nvPicPr>
          <p:cNvPr id="7174" name="Picture 7">
            <a:extLst>
              <a:ext uri="{FF2B5EF4-FFF2-40B4-BE49-F238E27FC236}">
                <a16:creationId xmlns:a16="http://schemas.microsoft.com/office/drawing/2014/main" id="{747EF606-E2BF-464E-BB82-460DD25A54E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47815" y="977900"/>
            <a:ext cx="3212737" cy="4826000"/>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7" name="Rectangle 76">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596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2" name="Rectangle 7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170" name="Title 1">
            <a:extLst>
              <a:ext uri="{FF2B5EF4-FFF2-40B4-BE49-F238E27FC236}">
                <a16:creationId xmlns:a16="http://schemas.microsoft.com/office/drawing/2014/main" id="{35342DC0-E18F-4B9F-82D3-E6AA95123417}"/>
              </a:ext>
            </a:extLst>
          </p:cNvPr>
          <p:cNvSpPr>
            <a:spLocks noGrp="1"/>
          </p:cNvSpPr>
          <p:nvPr>
            <p:ph type="title"/>
          </p:nvPr>
        </p:nvSpPr>
        <p:spPr>
          <a:xfrm>
            <a:off x="1014141" y="1450655"/>
            <a:ext cx="3932030" cy="3956690"/>
          </a:xfrm>
        </p:spPr>
        <p:txBody>
          <a:bodyPr anchor="ctr">
            <a:normAutofit/>
          </a:bodyPr>
          <a:lstStyle/>
          <a:p>
            <a:r>
              <a:rPr lang="en-US" altLang="es-MX" sz="8000">
                <a:solidFill>
                  <a:schemeClr val="bg1"/>
                </a:solidFill>
              </a:rPr>
              <a:t>El lenguaje Python</a:t>
            </a:r>
          </a:p>
        </p:txBody>
      </p:sp>
      <p:cxnSp>
        <p:nvCxnSpPr>
          <p:cNvPr id="7173" name="Straight Connector 72">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74" name="Straight Connector 74">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490F52E-5D6C-40CE-A0C3-07143B69ED57}"/>
              </a:ext>
            </a:extLst>
          </p:cNvPr>
          <p:cNvSpPr>
            <a:spLocks noGrp="1"/>
          </p:cNvSpPr>
          <p:nvPr>
            <p:ph idx="1"/>
          </p:nvPr>
        </p:nvSpPr>
        <p:spPr>
          <a:xfrm>
            <a:off x="6096000" y="1108061"/>
            <a:ext cx="5008901" cy="4571972"/>
          </a:xfrm>
        </p:spPr>
        <p:txBody>
          <a:bodyPr rtlCol="0" anchor="ctr">
            <a:normAutofit/>
          </a:bodyPr>
          <a:lstStyle/>
          <a:p>
            <a:r>
              <a:rPr lang="es-UY" sz="2000">
                <a:solidFill>
                  <a:schemeClr val="bg1"/>
                </a:solidFill>
              </a:rPr>
              <a:t>Creado en 1989 por Guido van Rossum (CWI, Amsterdam)</a:t>
            </a:r>
          </a:p>
          <a:p>
            <a:r>
              <a:rPr lang="es-UY" sz="2000">
                <a:solidFill>
                  <a:schemeClr val="bg1"/>
                </a:solidFill>
              </a:rPr>
              <a:t>Lenguaje de propósito general de alto nivel.</a:t>
            </a:r>
          </a:p>
          <a:p>
            <a:r>
              <a:rPr lang="es-UY" sz="2000">
                <a:solidFill>
                  <a:schemeClr val="bg1"/>
                </a:solidFill>
              </a:rPr>
              <a:t>Énfasis en la legibilidad del código</a:t>
            </a:r>
          </a:p>
          <a:p>
            <a:r>
              <a:rPr lang="es-UY" sz="2000">
                <a:solidFill>
                  <a:schemeClr val="bg1"/>
                </a:solidFill>
              </a:rPr>
              <a:t>Multi paradigma</a:t>
            </a:r>
          </a:p>
          <a:p>
            <a:r>
              <a:rPr lang="es-UY" sz="2000">
                <a:solidFill>
                  <a:schemeClr val="bg1"/>
                </a:solidFill>
              </a:rPr>
              <a:t>Orientado a indentación</a:t>
            </a:r>
          </a:p>
          <a:p>
            <a:r>
              <a:rPr lang="es-UY" sz="2000">
                <a:solidFill>
                  <a:schemeClr val="bg1"/>
                </a:solidFill>
              </a:rPr>
              <a:t>Manejo automático de memoria</a:t>
            </a:r>
          </a:p>
          <a:p>
            <a:r>
              <a:rPr lang="es-UY" sz="2000">
                <a:solidFill>
                  <a:schemeClr val="bg1"/>
                </a:solidFill>
              </a:rPr>
              <a:t>Tipado dinámico</a:t>
            </a:r>
          </a:p>
          <a:p>
            <a:r>
              <a:rPr lang="es-UY" sz="2000">
                <a:solidFill>
                  <a:schemeClr val="bg1"/>
                </a:solidFill>
              </a:rPr>
              <a:t>Interpretado</a:t>
            </a:r>
          </a:p>
          <a:p>
            <a:r>
              <a:rPr lang="es-UY" sz="2000">
                <a:solidFill>
                  <a:schemeClr val="bg1"/>
                </a:solidFill>
              </a:rPr>
              <a:t>Apropiado para scripting</a:t>
            </a:r>
          </a:p>
          <a:p>
            <a:endParaRPr lang="en-US" sz="200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ítulo 2">
            <a:extLst>
              <a:ext uri="{FF2B5EF4-FFF2-40B4-BE49-F238E27FC236}">
                <a16:creationId xmlns:a16="http://schemas.microsoft.com/office/drawing/2014/main" id="{D308D702-506D-498E-83F0-4C879034E360}"/>
              </a:ext>
            </a:extLst>
          </p:cNvPr>
          <p:cNvSpPr>
            <a:spLocks noGrp="1"/>
          </p:cNvSpPr>
          <p:nvPr>
            <p:ph type="title"/>
          </p:nvPr>
        </p:nvSpPr>
        <p:spPr>
          <a:xfrm>
            <a:off x="838200" y="448721"/>
            <a:ext cx="4707671" cy="1225650"/>
          </a:xfrm>
        </p:spPr>
        <p:txBody>
          <a:bodyPr anchor="b">
            <a:normAutofit/>
          </a:bodyPr>
          <a:lstStyle/>
          <a:p>
            <a:r>
              <a:rPr lang="es-MX" sz="3800">
                <a:solidFill>
                  <a:schemeClr val="bg1"/>
                </a:solidFill>
              </a:rPr>
              <a:t>Versiones de Python</a:t>
            </a:r>
          </a:p>
        </p:txBody>
      </p:sp>
      <p:cxnSp>
        <p:nvCxnSpPr>
          <p:cNvPr id="77" name="Straight Connector 76">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EA904354-CC28-472D-8F77-997760C17D8B}"/>
              </a:ext>
            </a:extLst>
          </p:cNvPr>
          <p:cNvSpPr>
            <a:spLocks noGrp="1"/>
          </p:cNvSpPr>
          <p:nvPr>
            <p:ph idx="1"/>
          </p:nvPr>
        </p:nvSpPr>
        <p:spPr>
          <a:xfrm>
            <a:off x="897769" y="1909192"/>
            <a:ext cx="4586513" cy="3647710"/>
          </a:xfrm>
        </p:spPr>
        <p:txBody>
          <a:bodyPr>
            <a:normAutofit/>
          </a:bodyPr>
          <a:lstStyle/>
          <a:p>
            <a:r>
              <a:rPr lang="en-GB" altLang="es-MX" sz="2000">
                <a:solidFill>
                  <a:schemeClr val="bg1"/>
                </a:solidFill>
              </a:rPr>
              <a:t>"Python All in one for Dummies", John Sovic y Alan Simpson, Jhon Wiley and Sons Editorial, New Jersey USA 2019</a:t>
            </a:r>
          </a:p>
          <a:p>
            <a:endParaRPr lang="es-MX" sz="2000">
              <a:solidFill>
                <a:schemeClr val="bg1"/>
              </a:solidFill>
            </a:endParaRPr>
          </a:p>
        </p:txBody>
      </p:sp>
      <p:cxnSp>
        <p:nvCxnSpPr>
          <p:cNvPr id="79" name="Straight Connector 78">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366" name="Picture 7">
            <a:extLst>
              <a:ext uri="{FF2B5EF4-FFF2-40B4-BE49-F238E27FC236}">
                <a16:creationId xmlns:a16="http://schemas.microsoft.com/office/drawing/2014/main" id="{E07483A8-304B-434B-A17B-8BB4E901D09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25453" y="751557"/>
            <a:ext cx="5666547" cy="5354886"/>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5" name="Rectangle 72">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201A538-56FA-493B-AA3E-C79BCF9ED0B3}"/>
              </a:ext>
            </a:extLst>
          </p:cNvPr>
          <p:cNvSpPr>
            <a:spLocks noGrp="1"/>
          </p:cNvSpPr>
          <p:nvPr>
            <p:ph type="title"/>
          </p:nvPr>
        </p:nvSpPr>
        <p:spPr>
          <a:xfrm>
            <a:off x="8643193" y="489507"/>
            <a:ext cx="3091607" cy="1655483"/>
          </a:xfrm>
        </p:spPr>
        <p:txBody>
          <a:bodyPr anchor="b">
            <a:normAutofit/>
          </a:bodyPr>
          <a:lstStyle/>
          <a:p>
            <a:r>
              <a:rPr lang="es-MX" sz="3700"/>
              <a:t>Curva de aprendizaje de lenguajes</a:t>
            </a:r>
          </a:p>
        </p:txBody>
      </p:sp>
      <p:pic>
        <p:nvPicPr>
          <p:cNvPr id="29700" name="Picture 5">
            <a:extLst>
              <a:ext uri="{FF2B5EF4-FFF2-40B4-BE49-F238E27FC236}">
                <a16:creationId xmlns:a16="http://schemas.microsoft.com/office/drawing/2014/main" id="{F68DE5FD-0939-43BE-A6E6-3651DB08EE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71" r="-1" b="4840"/>
          <a:stretch/>
        </p:blipFill>
        <p:spPr bwMode="auto">
          <a:xfrm>
            <a:off x="20" y="431"/>
            <a:ext cx="8115280" cy="6408311"/>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Marcador de contenido 2">
            <a:extLst>
              <a:ext uri="{FF2B5EF4-FFF2-40B4-BE49-F238E27FC236}">
                <a16:creationId xmlns:a16="http://schemas.microsoft.com/office/drawing/2014/main" id="{0573438A-3FFE-4A41-9A11-C386151D7D29}"/>
              </a:ext>
            </a:extLst>
          </p:cNvPr>
          <p:cNvSpPr>
            <a:spLocks noGrp="1"/>
          </p:cNvSpPr>
          <p:nvPr>
            <p:ph idx="1"/>
          </p:nvPr>
        </p:nvSpPr>
        <p:spPr>
          <a:xfrm>
            <a:off x="8643193" y="2418408"/>
            <a:ext cx="2942813" cy="3540265"/>
          </a:xfrm>
        </p:spPr>
        <p:txBody>
          <a:bodyPr>
            <a:normAutofit/>
          </a:bodyPr>
          <a:lstStyle/>
          <a:p>
            <a:r>
              <a:rPr lang="en-GB" altLang="es-MX" sz="2000"/>
              <a:t>"Why Python is Perfect for Beginners", https://www.codingdojo.com/blog/python-perfect-beginners, octubre 2019</a:t>
            </a:r>
          </a:p>
          <a:p>
            <a:endParaRPr lang="es-MX" sz="2000"/>
          </a:p>
        </p:txBody>
      </p:sp>
      <p:sp>
        <p:nvSpPr>
          <p:cNvPr id="29706" name="Rectangle 7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707" name="Rectangle 7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D26BA1D8-4C03-4E08-A844-813BEF0BB4F5}"/>
              </a:ext>
            </a:extLst>
          </p:cNvPr>
          <p:cNvSpPr>
            <a:spLocks noGrp="1"/>
          </p:cNvSpPr>
          <p:nvPr>
            <p:ph type="title"/>
          </p:nvPr>
        </p:nvSpPr>
        <p:spPr>
          <a:xfrm>
            <a:off x="8643193" y="489507"/>
            <a:ext cx="3091607" cy="1655483"/>
          </a:xfrm>
        </p:spPr>
        <p:txBody>
          <a:bodyPr anchor="b">
            <a:normAutofit/>
          </a:bodyPr>
          <a:lstStyle/>
          <a:p>
            <a:r>
              <a:rPr lang="es-MX" sz="3700"/>
              <a:t>Oportunidades de trabajo con Python</a:t>
            </a:r>
          </a:p>
        </p:txBody>
      </p:sp>
      <p:pic>
        <p:nvPicPr>
          <p:cNvPr id="33796" name="Picture 5">
            <a:extLst>
              <a:ext uri="{FF2B5EF4-FFF2-40B4-BE49-F238E27FC236}">
                <a16:creationId xmlns:a16="http://schemas.microsoft.com/office/drawing/2014/main" id="{0C37CBEC-43AA-43F4-8926-E7E20E712A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63" r="-1" b="5648"/>
          <a:stretch/>
        </p:blipFill>
        <p:spPr bwMode="auto">
          <a:xfrm>
            <a:off x="20" y="431"/>
            <a:ext cx="8115280" cy="6408311"/>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Marcador de contenido 2">
            <a:extLst>
              <a:ext uri="{FF2B5EF4-FFF2-40B4-BE49-F238E27FC236}">
                <a16:creationId xmlns:a16="http://schemas.microsoft.com/office/drawing/2014/main" id="{43CE65F0-F75C-4A63-B189-F196F57025FC}"/>
              </a:ext>
            </a:extLst>
          </p:cNvPr>
          <p:cNvSpPr>
            <a:spLocks noGrp="1"/>
          </p:cNvSpPr>
          <p:nvPr>
            <p:ph idx="1"/>
          </p:nvPr>
        </p:nvSpPr>
        <p:spPr>
          <a:xfrm>
            <a:off x="8643193" y="2418408"/>
            <a:ext cx="2942813" cy="3540265"/>
          </a:xfrm>
        </p:spPr>
        <p:txBody>
          <a:bodyPr>
            <a:normAutofit/>
          </a:bodyPr>
          <a:lstStyle/>
          <a:p>
            <a:r>
              <a:rPr lang="en-GB" altLang="es-MX" sz="2000"/>
              <a:t>"Why Python is Perfect for Beginners", https://www.codingdojo.com/blog/python-perfect-beginners, octubre 2019</a:t>
            </a:r>
          </a:p>
          <a:p>
            <a:endParaRPr lang="es-MX" sz="2000"/>
          </a:p>
        </p:txBody>
      </p:sp>
      <p:sp>
        <p:nvSpPr>
          <p:cNvPr id="75" name="Rectangle 7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6A8C862-47D8-4001-85A2-B8C665C7BACF}"/>
              </a:ext>
            </a:extLst>
          </p:cNvPr>
          <p:cNvSpPr>
            <a:spLocks noGrp="1"/>
          </p:cNvSpPr>
          <p:nvPr>
            <p:ph type="title"/>
          </p:nvPr>
        </p:nvSpPr>
        <p:spPr>
          <a:xfrm>
            <a:off x="8643193" y="489507"/>
            <a:ext cx="3091607" cy="1655483"/>
          </a:xfrm>
        </p:spPr>
        <p:txBody>
          <a:bodyPr anchor="b">
            <a:normAutofit/>
          </a:bodyPr>
          <a:lstStyle/>
          <a:p>
            <a:r>
              <a:rPr lang="es-MX" sz="3700"/>
              <a:t>Oportunidades de trabajo con Python</a:t>
            </a:r>
          </a:p>
        </p:txBody>
      </p:sp>
      <p:pic>
        <p:nvPicPr>
          <p:cNvPr id="35844" name="Picture 5">
            <a:extLst>
              <a:ext uri="{FF2B5EF4-FFF2-40B4-BE49-F238E27FC236}">
                <a16:creationId xmlns:a16="http://schemas.microsoft.com/office/drawing/2014/main" id="{055EBD10-3E04-493A-B55D-BB7189313A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0" r="-1" b="7351"/>
          <a:stretch/>
        </p:blipFill>
        <p:spPr bwMode="auto">
          <a:xfrm>
            <a:off x="20" y="431"/>
            <a:ext cx="8115280" cy="6408311"/>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Marcador de contenido 2">
            <a:extLst>
              <a:ext uri="{FF2B5EF4-FFF2-40B4-BE49-F238E27FC236}">
                <a16:creationId xmlns:a16="http://schemas.microsoft.com/office/drawing/2014/main" id="{E693D608-B5C3-40C9-A0B1-B98F2F9D5605}"/>
              </a:ext>
            </a:extLst>
          </p:cNvPr>
          <p:cNvSpPr>
            <a:spLocks noGrp="1"/>
          </p:cNvSpPr>
          <p:nvPr>
            <p:ph idx="1"/>
          </p:nvPr>
        </p:nvSpPr>
        <p:spPr>
          <a:xfrm>
            <a:off x="8643193" y="2418408"/>
            <a:ext cx="2942813" cy="3540265"/>
          </a:xfrm>
        </p:spPr>
        <p:txBody>
          <a:bodyPr>
            <a:normAutofit/>
          </a:bodyPr>
          <a:lstStyle/>
          <a:p>
            <a:r>
              <a:rPr lang="en-US" sz="2000"/>
              <a:t>"Why Python is Perfect for Beginners", https://www.codingdojo.com/blog/python-perfect-beginners, octubre 2019</a:t>
            </a:r>
          </a:p>
          <a:p>
            <a:endParaRPr lang="es-MX" sz="2000"/>
          </a:p>
        </p:txBody>
      </p:sp>
      <p:sp>
        <p:nvSpPr>
          <p:cNvPr id="75" name="Rectangle 7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6" name="Rectangle 74">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5D37A83-F903-48C1-A465-2BE7B486878A}"/>
              </a:ext>
            </a:extLst>
          </p:cNvPr>
          <p:cNvSpPr>
            <a:spLocks noGrp="1"/>
          </p:cNvSpPr>
          <p:nvPr>
            <p:ph type="title"/>
          </p:nvPr>
        </p:nvSpPr>
        <p:spPr>
          <a:xfrm>
            <a:off x="914402" y="489508"/>
            <a:ext cx="5181597" cy="1655482"/>
          </a:xfrm>
        </p:spPr>
        <p:txBody>
          <a:bodyPr anchor="b">
            <a:normAutofit/>
          </a:bodyPr>
          <a:lstStyle/>
          <a:p>
            <a:pPr algn="r"/>
            <a:r>
              <a:rPr lang="es-MX" sz="4000"/>
              <a:t>Popularidad de lenguajes</a:t>
            </a:r>
          </a:p>
        </p:txBody>
      </p:sp>
      <p:sp>
        <p:nvSpPr>
          <p:cNvPr id="3" name="Marcador de contenido 2">
            <a:extLst>
              <a:ext uri="{FF2B5EF4-FFF2-40B4-BE49-F238E27FC236}">
                <a16:creationId xmlns:a16="http://schemas.microsoft.com/office/drawing/2014/main" id="{667C7445-52CA-4E09-8E69-DDD382422DB6}"/>
              </a:ext>
            </a:extLst>
          </p:cNvPr>
          <p:cNvSpPr>
            <a:spLocks noGrp="1"/>
          </p:cNvSpPr>
          <p:nvPr>
            <p:ph idx="1"/>
          </p:nvPr>
        </p:nvSpPr>
        <p:spPr>
          <a:xfrm>
            <a:off x="914402" y="2418408"/>
            <a:ext cx="5181598" cy="3409898"/>
          </a:xfrm>
        </p:spPr>
        <p:txBody>
          <a:bodyPr anchor="t">
            <a:normAutofit/>
          </a:bodyPr>
          <a:lstStyle/>
          <a:p>
            <a:pPr algn="just"/>
            <a:r>
              <a:rPr lang="en-GB" altLang="es-MX" sz="2000" dirty="0" err="1"/>
              <a:t>Búsqueda</a:t>
            </a:r>
            <a:r>
              <a:rPr lang="en-GB" altLang="es-MX" sz="2000" dirty="0"/>
              <a:t> de </a:t>
            </a:r>
            <a:r>
              <a:rPr lang="en-GB" altLang="es-MX" sz="2000" dirty="0" err="1"/>
              <a:t>tendencias</a:t>
            </a:r>
            <a:r>
              <a:rPr lang="en-GB" altLang="es-MX" sz="2000" dirty="0"/>
              <a:t> </a:t>
            </a:r>
            <a:r>
              <a:rPr lang="en-GB" altLang="es-MX" sz="2000" dirty="0" err="1"/>
              <a:t>en</a:t>
            </a:r>
            <a:r>
              <a:rPr lang="en-GB" altLang="es-MX" sz="2000" dirty="0"/>
              <a:t> Google </a:t>
            </a:r>
            <a:r>
              <a:rPr lang="en-GB" altLang="es-MX" sz="2000" dirty="0" err="1"/>
              <a:t>en</a:t>
            </a:r>
            <a:r>
              <a:rPr lang="en-GB" altLang="es-MX" sz="2000" dirty="0"/>
              <a:t> los </a:t>
            </a:r>
            <a:r>
              <a:rPr lang="en-GB" altLang="es-MX" sz="2000" dirty="0" err="1"/>
              <a:t>últimos</a:t>
            </a:r>
            <a:r>
              <a:rPr lang="en-GB" altLang="es-MX" sz="2000" dirty="0"/>
              <a:t> 5 </a:t>
            </a:r>
            <a:r>
              <a:rPr lang="en-GB" altLang="es-MX" sz="2000" dirty="0" err="1"/>
              <a:t>años</a:t>
            </a:r>
            <a:r>
              <a:rPr lang="en-GB" altLang="es-MX" sz="2000" dirty="0"/>
              <a:t>:</a:t>
            </a:r>
          </a:p>
          <a:p>
            <a:pPr algn="r"/>
            <a:r>
              <a:rPr lang="en-GB" altLang="es-MX" sz="2000" dirty="0"/>
              <a:t>"Python All in one for Dummies", John </a:t>
            </a:r>
            <a:r>
              <a:rPr lang="en-GB" altLang="es-MX" sz="2000" dirty="0" err="1"/>
              <a:t>Sovic</a:t>
            </a:r>
            <a:r>
              <a:rPr lang="en-GB" altLang="es-MX" sz="2000" dirty="0"/>
              <a:t> y Alan Simpson, Jhon Wiley and Sons Editorial, New Jersey USA 2019</a:t>
            </a:r>
          </a:p>
          <a:p>
            <a:pPr algn="r"/>
            <a:endParaRPr lang="es-MX" sz="2000" dirty="0"/>
          </a:p>
        </p:txBody>
      </p:sp>
      <p:pic>
        <p:nvPicPr>
          <p:cNvPr id="37894" name="Picture 7">
            <a:extLst>
              <a:ext uri="{FF2B5EF4-FFF2-40B4-BE49-F238E27FC236}">
                <a16:creationId xmlns:a16="http://schemas.microsoft.com/office/drawing/2014/main" id="{838A6D9C-5585-4833-A9BA-EABA778623C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75120" y="1587766"/>
            <a:ext cx="4957638" cy="3296829"/>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897" name="Rectangle 76">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8" name="Rectangle 78">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44AC072-FC78-4564-9FB4-7C46F094D223}"/>
              </a:ext>
            </a:extLst>
          </p:cNvPr>
          <p:cNvSpPr>
            <a:spLocks noGrp="1"/>
          </p:cNvSpPr>
          <p:nvPr>
            <p:ph type="title"/>
          </p:nvPr>
        </p:nvSpPr>
        <p:spPr>
          <a:xfrm>
            <a:off x="1136397" y="502021"/>
            <a:ext cx="4959603" cy="1642969"/>
          </a:xfrm>
        </p:spPr>
        <p:txBody>
          <a:bodyPr anchor="b">
            <a:normAutofit/>
          </a:bodyPr>
          <a:lstStyle/>
          <a:p>
            <a:r>
              <a:rPr lang="es-MX" sz="4000"/>
              <a:t>Popularidad de Python</a:t>
            </a:r>
          </a:p>
        </p:txBody>
      </p:sp>
      <p:sp>
        <p:nvSpPr>
          <p:cNvPr id="3" name="Marcador de contenido 2">
            <a:extLst>
              <a:ext uri="{FF2B5EF4-FFF2-40B4-BE49-F238E27FC236}">
                <a16:creationId xmlns:a16="http://schemas.microsoft.com/office/drawing/2014/main" id="{A363C797-4A41-4691-A1FF-AB805D901307}"/>
              </a:ext>
            </a:extLst>
          </p:cNvPr>
          <p:cNvSpPr>
            <a:spLocks noGrp="1"/>
          </p:cNvSpPr>
          <p:nvPr>
            <p:ph idx="1"/>
          </p:nvPr>
        </p:nvSpPr>
        <p:spPr>
          <a:xfrm>
            <a:off x="1136397" y="2418408"/>
            <a:ext cx="4959603" cy="3522569"/>
          </a:xfrm>
        </p:spPr>
        <p:txBody>
          <a:bodyPr anchor="t">
            <a:normAutofit/>
          </a:bodyPr>
          <a:lstStyle/>
          <a:p>
            <a:r>
              <a:rPr lang="en-GB" altLang="es-MX" sz="2000" dirty="0" err="1"/>
              <a:t>Preguntas</a:t>
            </a:r>
            <a:r>
              <a:rPr lang="en-GB" altLang="es-MX" sz="2000" dirty="0"/>
              <a:t> </a:t>
            </a:r>
            <a:r>
              <a:rPr lang="en-GB" altLang="es-MX" sz="2000" dirty="0" err="1"/>
              <a:t>sobre</a:t>
            </a:r>
            <a:r>
              <a:rPr lang="en-GB" altLang="es-MX" sz="2000" dirty="0"/>
              <a:t> Python </a:t>
            </a:r>
            <a:r>
              <a:rPr lang="en-GB" altLang="es-MX" sz="2000" dirty="0" err="1"/>
              <a:t>superan</a:t>
            </a:r>
            <a:r>
              <a:rPr lang="en-GB" altLang="es-MX" sz="2000" dirty="0"/>
              <a:t> a las de JavaScript </a:t>
            </a:r>
            <a:r>
              <a:rPr lang="en-GB" altLang="es-MX" sz="2000" dirty="0" err="1"/>
              <a:t>en</a:t>
            </a:r>
            <a:r>
              <a:rPr lang="en-GB" altLang="es-MX" sz="2000" dirty="0"/>
              <a:t> </a:t>
            </a:r>
            <a:r>
              <a:rPr lang="en-GB" altLang="es-MX" sz="2000" dirty="0" err="1"/>
              <a:t>StackOverflow</a:t>
            </a:r>
            <a:r>
              <a:rPr lang="en-GB" altLang="es-MX" sz="2000" dirty="0"/>
              <a:t>:</a:t>
            </a:r>
          </a:p>
          <a:p>
            <a:r>
              <a:rPr lang="en-GB" altLang="es-MX" sz="2000" dirty="0"/>
              <a:t>"Programming Languages", https://www.zdnet.com/article/programming-languages-developers-now-ask-more-questions-about-python-than-javascript-on-stack-overflow/, </a:t>
            </a:r>
            <a:r>
              <a:rPr lang="en-GB" altLang="es-MX" sz="2000" dirty="0" err="1"/>
              <a:t>octubre</a:t>
            </a:r>
            <a:r>
              <a:rPr lang="en-GB" altLang="es-MX" sz="2000" dirty="0"/>
              <a:t> 2019</a:t>
            </a:r>
          </a:p>
          <a:p>
            <a:endParaRPr lang="en-GB" altLang="es-MX" sz="2000" dirty="0"/>
          </a:p>
          <a:p>
            <a:endParaRPr lang="es-MX" sz="2000" dirty="0"/>
          </a:p>
        </p:txBody>
      </p:sp>
      <p:pic>
        <p:nvPicPr>
          <p:cNvPr id="39942" name="Picture 7">
            <a:extLst>
              <a:ext uri="{FF2B5EF4-FFF2-40B4-BE49-F238E27FC236}">
                <a16:creationId xmlns:a16="http://schemas.microsoft.com/office/drawing/2014/main" id="{A18110D6-6BA2-416D-A4C6-C585BA29C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75" r="4703" b="5342"/>
          <a:stretch>
            <a:fillRect/>
          </a:stretch>
        </p:blipFill>
        <p:spPr bwMode="auto">
          <a:xfrm>
            <a:off x="6512442" y="1014711"/>
            <a:ext cx="5201023" cy="4414821"/>
          </a:xfrm>
          <a:prstGeom prst="rect">
            <a:avLst/>
          </a:prstGeom>
          <a:noFill/>
          <a:extLst>
            <a:ext uri="{909E8E84-426E-40DD-AFC4-6F175D3DCCD1}">
              <a14:hiddenFill xmlns:a14="http://schemas.microsoft.com/office/drawing/2010/main">
                <a:blipFill dpi="0" rotWithShape="0">
                  <a:blip/>
                  <a:srcRect t="5275" r="4703" b="5342"/>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7" name="Rectangle 7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D3A7D57-B0CA-4806-83E1-87DF239B3AB5}"/>
              </a:ext>
            </a:extLst>
          </p:cNvPr>
          <p:cNvSpPr>
            <a:spLocks noGrp="1"/>
          </p:cNvSpPr>
          <p:nvPr>
            <p:ph type="title"/>
          </p:nvPr>
        </p:nvSpPr>
        <p:spPr>
          <a:xfrm>
            <a:off x="1371599" y="5510253"/>
            <a:ext cx="9895951" cy="1033669"/>
          </a:xfrm>
        </p:spPr>
        <p:txBody>
          <a:bodyPr>
            <a:normAutofit/>
          </a:bodyPr>
          <a:lstStyle/>
          <a:p>
            <a:r>
              <a:rPr lang="es-MX" sz="4000">
                <a:solidFill>
                  <a:srgbClr val="FFFFFF"/>
                </a:solidFill>
              </a:rPr>
              <a:t>¿Dónde se usa Python?</a:t>
            </a:r>
          </a:p>
        </p:txBody>
      </p:sp>
      <p:pic>
        <p:nvPicPr>
          <p:cNvPr id="25604" name="Picture 5">
            <a:extLst>
              <a:ext uri="{FF2B5EF4-FFF2-40B4-BE49-F238E27FC236}">
                <a16:creationId xmlns:a16="http://schemas.microsoft.com/office/drawing/2014/main" id="{3BA89C10-2811-46A2-9160-7BACF68E516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40256" y="441413"/>
            <a:ext cx="8311487" cy="3137586"/>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Marcador de contenido 2">
            <a:extLst>
              <a:ext uri="{FF2B5EF4-FFF2-40B4-BE49-F238E27FC236}">
                <a16:creationId xmlns:a16="http://schemas.microsoft.com/office/drawing/2014/main" id="{BC1936B4-64EB-4037-A35E-ED2E85FCAEAE}"/>
              </a:ext>
            </a:extLst>
          </p:cNvPr>
          <p:cNvSpPr>
            <a:spLocks noGrp="1"/>
          </p:cNvSpPr>
          <p:nvPr>
            <p:ph idx="1"/>
          </p:nvPr>
        </p:nvSpPr>
        <p:spPr>
          <a:xfrm>
            <a:off x="1940256" y="3833199"/>
            <a:ext cx="8332826" cy="1119982"/>
          </a:xfrm>
        </p:spPr>
        <p:txBody>
          <a:bodyPr anchor="ctr">
            <a:normAutofit/>
          </a:bodyPr>
          <a:lstStyle/>
          <a:p>
            <a:r>
              <a:rPr lang="en-GB" altLang="es-MX" sz="2000"/>
              <a:t>"Coding Dojo", https://www.codingdojo.com/blog/python-perfect-beginners, octubre 2019</a:t>
            </a:r>
          </a:p>
          <a:p>
            <a:endParaRPr lang="es-MX" sz="200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BF6FA23-003B-4309-821E-7E3BD9D51A4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Dónde se usa Python</a:t>
            </a:r>
          </a:p>
        </p:txBody>
      </p:sp>
      <p:pic>
        <p:nvPicPr>
          <p:cNvPr id="41987" name="Picture 4">
            <a:extLst>
              <a:ext uri="{FF2B5EF4-FFF2-40B4-BE49-F238E27FC236}">
                <a16:creationId xmlns:a16="http://schemas.microsoft.com/office/drawing/2014/main" id="{C947E6BA-6E73-4664-A7E4-9B71B06249E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C1CEB4F-A6CC-495A-B538-193F728900B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Dónde se usa Python</a:t>
            </a:r>
          </a:p>
        </p:txBody>
      </p:sp>
      <p:pic>
        <p:nvPicPr>
          <p:cNvPr id="44035" name="Picture 4">
            <a:extLst>
              <a:ext uri="{FF2B5EF4-FFF2-40B4-BE49-F238E27FC236}">
                <a16:creationId xmlns:a16="http://schemas.microsoft.com/office/drawing/2014/main" id="{A1F4E52F-3BA2-409F-B6FE-6A7915F67E3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86303C0-07DA-47FD-B2A1-7D34A9C8C90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Dónde se usa Python</a:t>
            </a:r>
          </a:p>
        </p:txBody>
      </p:sp>
      <p:pic>
        <p:nvPicPr>
          <p:cNvPr id="46083" name="Picture 4">
            <a:extLst>
              <a:ext uri="{FF2B5EF4-FFF2-40B4-BE49-F238E27FC236}">
                <a16:creationId xmlns:a16="http://schemas.microsoft.com/office/drawing/2014/main" id="{2711F00B-5C64-443C-A5DC-4E66A436C7F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5394177-4F9B-477D-854A-B15320757AB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Dónde se usa python</a:t>
            </a:r>
          </a:p>
        </p:txBody>
      </p:sp>
      <p:pic>
        <p:nvPicPr>
          <p:cNvPr id="48131" name="Picture 4">
            <a:extLst>
              <a:ext uri="{FF2B5EF4-FFF2-40B4-BE49-F238E27FC236}">
                <a16:creationId xmlns:a16="http://schemas.microsoft.com/office/drawing/2014/main" id="{34475E69-8E94-40EB-9F72-043EFBB9153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F817EE8-ED95-41E5-B4BF-B1AF8FA7BE0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Dónde se usa Python</a:t>
            </a:r>
          </a:p>
        </p:txBody>
      </p:sp>
      <p:pic>
        <p:nvPicPr>
          <p:cNvPr id="50179" name="Picture 4">
            <a:extLst>
              <a:ext uri="{FF2B5EF4-FFF2-40B4-BE49-F238E27FC236}">
                <a16:creationId xmlns:a16="http://schemas.microsoft.com/office/drawing/2014/main" id="{6A158318-733A-436E-BF52-3B948F2444E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50"/>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1" name="Shape 451"/>
          <p:cNvSpPr txBox="1">
            <a:spLocks noGrp="1"/>
          </p:cNvSpPr>
          <p:nvPr>
            <p:ph type="title"/>
          </p:nvPr>
        </p:nvSpPr>
        <p:spPr>
          <a:xfrm>
            <a:off x="1371599" y="294538"/>
            <a:ext cx="9895951" cy="1033669"/>
          </a:xfrm>
        </p:spPr>
        <p:txBody>
          <a:bodyPr>
            <a:normAutofit/>
          </a:bodyPr>
          <a:lstStyle/>
          <a:p>
            <a:r>
              <a:rPr lang="es-AR" sz="4000">
                <a:solidFill>
                  <a:srgbClr val="FFFFFF"/>
                </a:solidFill>
                <a:sym typeface="Cabin"/>
              </a:rPr>
              <a:t>Aprendizaje Inicial: Errores de Sintaxis</a:t>
            </a:r>
          </a:p>
        </p:txBody>
      </p:sp>
      <p:sp>
        <p:nvSpPr>
          <p:cNvPr id="452" name="Shape 452"/>
          <p:cNvSpPr txBox="1">
            <a:spLocks noGrp="1"/>
          </p:cNvSpPr>
          <p:nvPr>
            <p:ph idx="1"/>
          </p:nvPr>
        </p:nvSpPr>
        <p:spPr>
          <a:xfrm>
            <a:off x="1371599" y="2318197"/>
            <a:ext cx="9724031" cy="3683358"/>
          </a:xfrm>
        </p:spPr>
        <p:txBody>
          <a:bodyPr anchor="ctr">
            <a:normAutofit/>
          </a:bodyPr>
          <a:lstStyle/>
          <a:p>
            <a:r>
              <a:rPr lang="es-AR" sz="2000">
                <a:sym typeface="Cabin"/>
              </a:rPr>
              <a:t>Necesitamos aprender el lenguaje Python para poder comunicar nuestras instrucciones a Python.  Al principio, cometeremos muchos errores y hablaremos mal como ocurre con los niños pequeños.</a:t>
            </a:r>
          </a:p>
          <a:p>
            <a:r>
              <a:rPr lang="es-AR" sz="2000">
                <a:sym typeface="Cabin"/>
              </a:rPr>
              <a:t>Cuando usted comete un error, la computadora no cree que usted es “tierno”. Le dice que hay </a:t>
            </a:r>
            <a:r>
              <a:rPr lang="es-AR" sz="2000">
                <a:sym typeface="Arial"/>
              </a:rPr>
              <a:t>“error de sintaxis” (</a:t>
            </a:r>
            <a:r>
              <a:rPr lang="es-AR" sz="2000">
                <a:sym typeface="Cabin"/>
              </a:rPr>
              <a:t>syntax error) porque ella conoce el lenguaje pero usted recién lo está aprendiendo. Da la sensación de que Python es cruel y carece de sentimientos.</a:t>
            </a:r>
          </a:p>
          <a:p>
            <a:r>
              <a:rPr lang="es-AR" sz="2000">
                <a:sym typeface="Cabin"/>
              </a:rPr>
              <a:t>Sin embargo, recuerde que usted es inteligente y puede aprender. La computadora es simple y muy veloz pero es incapaz de aprender. Entonces, es más sencillo para usted aprender Python que para la computadora aprender español...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61"/>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B8ECE6C-7419-4BFA-86F3-71B228D0D81F}"/>
              </a:ext>
            </a:extLst>
          </p:cNvPr>
          <p:cNvSpPr>
            <a:spLocks noGrp="1"/>
          </p:cNvSpPr>
          <p:nvPr>
            <p:ph type="title"/>
          </p:nvPr>
        </p:nvSpPr>
        <p:spPr>
          <a:xfrm>
            <a:off x="1136397" y="502020"/>
            <a:ext cx="5323715" cy="1642970"/>
          </a:xfrm>
        </p:spPr>
        <p:txBody>
          <a:bodyPr anchor="b">
            <a:normAutofit/>
          </a:bodyPr>
          <a:lstStyle/>
          <a:p>
            <a:r>
              <a:rPr lang="en-US" sz="4000"/>
              <a:t>Hablemos Python</a:t>
            </a:r>
          </a:p>
        </p:txBody>
      </p:sp>
      <p:sp>
        <p:nvSpPr>
          <p:cNvPr id="3" name="Marcador de contenido 2">
            <a:extLst>
              <a:ext uri="{FF2B5EF4-FFF2-40B4-BE49-F238E27FC236}">
                <a16:creationId xmlns:a16="http://schemas.microsoft.com/office/drawing/2014/main" id="{91B5A010-4C23-419F-9F43-249D2B0D082A}"/>
              </a:ext>
            </a:extLst>
          </p:cNvPr>
          <p:cNvSpPr>
            <a:spLocks noGrp="1"/>
          </p:cNvSpPr>
          <p:nvPr>
            <p:ph idx="1"/>
          </p:nvPr>
        </p:nvSpPr>
        <p:spPr>
          <a:xfrm>
            <a:off x="1144923" y="2405894"/>
            <a:ext cx="5315189" cy="3535083"/>
          </a:xfrm>
        </p:spPr>
        <p:txBody>
          <a:bodyPr anchor="t">
            <a:normAutofit/>
          </a:bodyPr>
          <a:lstStyle/>
          <a:p>
            <a:pPr lvl="0"/>
            <a:r>
              <a:rPr lang="en-US" sz="2000">
                <a:sym typeface="Cabin"/>
              </a:rPr>
              <a:t>csev$ python3</a:t>
            </a:r>
          </a:p>
          <a:p>
            <a:pPr lvl="0"/>
            <a:r>
              <a:rPr lang="en-US" sz="2000">
                <a:sym typeface="Cabin"/>
              </a:rPr>
              <a:t>Python 3.5.1 (v3.5.1:37a07cee5969, Dic  5 2015, 21:12:44) [GCC 4.2.1 (Apple Inc. build 5666) (dot 3)] en darwin. </a:t>
            </a:r>
            <a:r>
              <a:rPr lang="es-AR" sz="2000">
                <a:sym typeface="Cabin"/>
              </a:rPr>
              <a:t>Escriba "ayuda</a:t>
            </a:r>
            <a:r>
              <a:rPr lang="en-US" sz="2000">
                <a:sym typeface="Cabin"/>
              </a:rPr>
              <a:t> "</a:t>
            </a:r>
            <a:r>
              <a:rPr lang="es-AR" sz="2000">
                <a:sym typeface="Cabin"/>
              </a:rPr>
              <a:t>, "derechos de autor</a:t>
            </a:r>
            <a:r>
              <a:rPr lang="en-US" sz="2000">
                <a:sym typeface="Cabin"/>
              </a:rPr>
              <a:t> "</a:t>
            </a:r>
            <a:r>
              <a:rPr lang="es-AR" sz="2000">
                <a:sym typeface="Cabin"/>
              </a:rPr>
              <a:t>, "créditos</a:t>
            </a:r>
            <a:r>
              <a:rPr lang="en-US" sz="2000">
                <a:sym typeface="Cabin"/>
              </a:rPr>
              <a:t> "</a:t>
            </a:r>
            <a:r>
              <a:rPr lang="es-AR" sz="2000">
                <a:sym typeface="Cabin"/>
              </a:rPr>
              <a:t> o "licencia</a:t>
            </a:r>
            <a:r>
              <a:rPr lang="en-US" sz="2000">
                <a:sym typeface="Cabin"/>
              </a:rPr>
              <a:t> "</a:t>
            </a:r>
            <a:r>
              <a:rPr lang="es-AR" sz="2000">
                <a:sym typeface="Cabin"/>
              </a:rPr>
              <a:t>  si desea más información.</a:t>
            </a:r>
          </a:p>
          <a:p>
            <a:pPr lvl="0"/>
            <a:r>
              <a:rPr lang="en-US" sz="2000">
                <a:sym typeface="Cabin"/>
              </a:rPr>
              <a:t>&gt;&gt;&gt;</a:t>
            </a:r>
            <a:endParaRPr lang="en-US" sz="200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Sintaxis básica para empezar con Python La sintaxis básica del ...">
            <a:extLst>
              <a:ext uri="{FF2B5EF4-FFF2-40B4-BE49-F238E27FC236}">
                <a16:creationId xmlns:a16="http://schemas.microsoft.com/office/drawing/2014/main" id="{085192FD-B91B-49A8-8FC2-E07BA3561C4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75967" y="2053032"/>
            <a:ext cx="4170530" cy="2783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2289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61"/>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B8ECE6C-7419-4BFA-86F3-71B228D0D81F}"/>
              </a:ext>
            </a:extLst>
          </p:cNvPr>
          <p:cNvSpPr>
            <a:spLocks noGrp="1"/>
          </p:cNvSpPr>
          <p:nvPr>
            <p:ph type="title"/>
          </p:nvPr>
        </p:nvSpPr>
        <p:spPr>
          <a:xfrm>
            <a:off x="1136397" y="502020"/>
            <a:ext cx="5323715" cy="1642970"/>
          </a:xfrm>
        </p:spPr>
        <p:txBody>
          <a:bodyPr anchor="b">
            <a:normAutofit/>
          </a:bodyPr>
          <a:lstStyle/>
          <a:p>
            <a:r>
              <a:rPr lang="en-US" sz="4000" dirty="0" err="1"/>
              <a:t>Hablemos</a:t>
            </a:r>
            <a:r>
              <a:rPr lang="en-US" sz="4000" dirty="0"/>
              <a:t> Python</a:t>
            </a:r>
          </a:p>
        </p:txBody>
      </p:sp>
      <p:sp>
        <p:nvSpPr>
          <p:cNvPr id="3" name="Marcador de contenido 2">
            <a:extLst>
              <a:ext uri="{FF2B5EF4-FFF2-40B4-BE49-F238E27FC236}">
                <a16:creationId xmlns:a16="http://schemas.microsoft.com/office/drawing/2014/main" id="{91B5A010-4C23-419F-9F43-249D2B0D082A}"/>
              </a:ext>
            </a:extLst>
          </p:cNvPr>
          <p:cNvSpPr>
            <a:spLocks noGrp="1"/>
          </p:cNvSpPr>
          <p:nvPr>
            <p:ph idx="1"/>
          </p:nvPr>
        </p:nvSpPr>
        <p:spPr>
          <a:xfrm>
            <a:off x="1144923" y="2405894"/>
            <a:ext cx="5315189" cy="3535083"/>
          </a:xfrm>
        </p:spPr>
        <p:txBody>
          <a:bodyPr anchor="t">
            <a:normAutofit/>
          </a:bodyPr>
          <a:lstStyle/>
          <a:p>
            <a:pPr lvl="0"/>
            <a:r>
              <a:rPr lang="en-US" sz="1400" dirty="0" err="1">
                <a:sym typeface="Cabin"/>
              </a:rPr>
              <a:t>csev</a:t>
            </a:r>
            <a:r>
              <a:rPr lang="en-US" sz="1400" dirty="0">
                <a:sym typeface="Cabin"/>
              </a:rPr>
              <a:t>$ python3</a:t>
            </a:r>
          </a:p>
          <a:p>
            <a:pPr lvl="0"/>
            <a:r>
              <a:rPr lang="en-US" sz="1400" dirty="0">
                <a:sym typeface="Cabin"/>
              </a:rPr>
              <a:t>Python 3.5.1 (v3.5.1:37a07cee5969, </a:t>
            </a:r>
            <a:r>
              <a:rPr lang="en-US" sz="1400" dirty="0" err="1">
                <a:sym typeface="Cabin"/>
              </a:rPr>
              <a:t>Dic</a:t>
            </a:r>
            <a:r>
              <a:rPr lang="en-US" sz="1400" dirty="0">
                <a:sym typeface="Cabin"/>
              </a:rPr>
              <a:t>  5 2015, 21:12:44) [GCC 4.2.1 (Apple Inc. build 5666) (dot 3)] </a:t>
            </a:r>
            <a:r>
              <a:rPr lang="en-US" sz="1400" dirty="0" err="1">
                <a:sym typeface="Cabin"/>
              </a:rPr>
              <a:t>en</a:t>
            </a:r>
            <a:r>
              <a:rPr lang="en-US" sz="1400" dirty="0">
                <a:sym typeface="Cabin"/>
              </a:rPr>
              <a:t> </a:t>
            </a:r>
            <a:r>
              <a:rPr lang="en-US" sz="1400" dirty="0" err="1">
                <a:sym typeface="Cabin"/>
              </a:rPr>
              <a:t>darwin</a:t>
            </a:r>
            <a:r>
              <a:rPr lang="en-US" sz="1400" dirty="0">
                <a:sym typeface="Cabin"/>
              </a:rPr>
              <a:t>. </a:t>
            </a:r>
            <a:r>
              <a:rPr lang="es-AR" sz="1400" dirty="0">
                <a:sym typeface="Cabin"/>
              </a:rPr>
              <a:t>Escriba "ayuda</a:t>
            </a:r>
            <a:r>
              <a:rPr lang="en-US" sz="1400" dirty="0">
                <a:sym typeface="Cabin"/>
              </a:rPr>
              <a:t> "</a:t>
            </a:r>
            <a:r>
              <a:rPr lang="es-AR" sz="1400" dirty="0">
                <a:sym typeface="Cabin"/>
              </a:rPr>
              <a:t>, "derechos de autor</a:t>
            </a:r>
            <a:r>
              <a:rPr lang="en-US" sz="1400" dirty="0">
                <a:sym typeface="Cabin"/>
              </a:rPr>
              <a:t> "</a:t>
            </a:r>
            <a:r>
              <a:rPr lang="es-AR" sz="1400" dirty="0">
                <a:sym typeface="Cabin"/>
              </a:rPr>
              <a:t>, "créditos</a:t>
            </a:r>
            <a:r>
              <a:rPr lang="en-US" sz="1400" dirty="0">
                <a:sym typeface="Cabin"/>
              </a:rPr>
              <a:t> "</a:t>
            </a:r>
            <a:r>
              <a:rPr lang="es-AR" sz="1400" dirty="0">
                <a:sym typeface="Cabin"/>
              </a:rPr>
              <a:t> o "licencia</a:t>
            </a:r>
            <a:r>
              <a:rPr lang="en-US" sz="1400" dirty="0">
                <a:sym typeface="Cabin"/>
              </a:rPr>
              <a:t> "</a:t>
            </a:r>
            <a:r>
              <a:rPr lang="es-AR" sz="1400" dirty="0">
                <a:sym typeface="Cabin"/>
              </a:rPr>
              <a:t>  si desea más información.</a:t>
            </a:r>
          </a:p>
          <a:p>
            <a:r>
              <a:rPr lang="en-US" sz="1400" dirty="0">
                <a:sym typeface="Cabin"/>
              </a:rPr>
              <a:t>&gt;&gt;&gt; x = 1</a:t>
            </a:r>
          </a:p>
          <a:p>
            <a:r>
              <a:rPr lang="en-US" sz="1400" dirty="0">
                <a:sym typeface="Cabin"/>
              </a:rPr>
              <a:t>&gt;&gt;&gt; print (x)</a:t>
            </a:r>
          </a:p>
          <a:p>
            <a:r>
              <a:rPr lang="en-US" sz="1400" dirty="0">
                <a:sym typeface="Cabin"/>
              </a:rPr>
              <a:t>1</a:t>
            </a:r>
          </a:p>
          <a:p>
            <a:r>
              <a:rPr lang="en-US" sz="1400" dirty="0">
                <a:sym typeface="Cabin"/>
              </a:rPr>
              <a:t>&gt;&gt;&gt; x = x + 1</a:t>
            </a:r>
          </a:p>
          <a:p>
            <a:r>
              <a:rPr lang="en-US" sz="1400" dirty="0">
                <a:sym typeface="Cabin"/>
              </a:rPr>
              <a:t>&gt;&gt;&gt; print (x)</a:t>
            </a:r>
          </a:p>
          <a:p>
            <a:r>
              <a:rPr lang="en-US" sz="1400" dirty="0">
                <a:sym typeface="Cabin"/>
              </a:rPr>
              <a:t>2</a:t>
            </a:r>
          </a:p>
          <a:p>
            <a:r>
              <a:rPr lang="en-US" sz="1400" dirty="0">
                <a:sym typeface="Cabin"/>
              </a:rPr>
              <a:t>&gt;&gt;&gt; exit()</a:t>
            </a:r>
            <a:endParaRPr lang="en-US" sz="1400" dirty="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Sintaxis básica para empezar con Python La sintaxis básica del ...">
            <a:extLst>
              <a:ext uri="{FF2B5EF4-FFF2-40B4-BE49-F238E27FC236}">
                <a16:creationId xmlns:a16="http://schemas.microsoft.com/office/drawing/2014/main" id="{085192FD-B91B-49A8-8FC2-E07BA3561C4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75967" y="2053032"/>
            <a:ext cx="4170530" cy="2783828"/>
          </a:xfrm>
          <a:prstGeom prst="rect">
            <a:avLst/>
          </a:prstGeom>
          <a:noFill/>
          <a:extLst>
            <a:ext uri="{909E8E84-426E-40DD-AFC4-6F175D3DCCD1}">
              <a14:hiddenFill xmlns:a14="http://schemas.microsoft.com/office/drawing/2010/main">
                <a:solidFill>
                  <a:srgbClr val="FFFFFF"/>
                </a:solidFill>
              </a14:hiddenFill>
            </a:ext>
          </a:extLst>
        </p:spPr>
      </p:pic>
      <p:sp>
        <p:nvSpPr>
          <p:cNvPr id="18" name="Shape 471">
            <a:extLst>
              <a:ext uri="{FF2B5EF4-FFF2-40B4-BE49-F238E27FC236}">
                <a16:creationId xmlns:a16="http://schemas.microsoft.com/office/drawing/2014/main" id="{88C3DEDB-1650-472E-8770-DC8DC9091DE2}"/>
              </a:ext>
            </a:extLst>
          </p:cNvPr>
          <p:cNvSpPr txBox="1"/>
          <p:nvPr/>
        </p:nvSpPr>
        <p:spPr>
          <a:xfrm>
            <a:off x="2752393" y="4067236"/>
            <a:ext cx="4310835" cy="166380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AR" sz="1800" b="0" i="0" u="none" strike="noStrike" kern="1200" cap="none" spc="0" normalizeH="0" baseline="0" noProof="0" dirty="0">
                <a:ln>
                  <a:noFill/>
                </a:ln>
                <a:solidFill>
                  <a:srgbClr val="00B050"/>
                </a:solidFill>
                <a:effectLst/>
                <a:uLnTx/>
                <a:uFillTx/>
                <a:latin typeface="Arial" charset="0"/>
                <a:ea typeface="Arial" charset="0"/>
                <a:cs typeface="Arial" charset="0"/>
                <a:sym typeface="Cabin"/>
              </a:rPr>
              <a:t>Esta es una buena prueba para asegurarse de que ha instalado Python correctamente. </a:t>
            </a: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AR" sz="1800" b="0" i="0" u="none" strike="noStrike" kern="1200" cap="none" spc="0" normalizeH="0" baseline="0" noProof="0" dirty="0">
                <a:ln>
                  <a:noFill/>
                </a:ln>
                <a:solidFill>
                  <a:srgbClr val="00B050"/>
                </a:solidFill>
                <a:effectLst/>
                <a:uLnTx/>
                <a:uFillTx/>
                <a:latin typeface="Arial" charset="0"/>
                <a:ea typeface="Arial" charset="0"/>
                <a:cs typeface="Arial" charset="0"/>
                <a:sym typeface="Cabin"/>
              </a:rPr>
              <a:t>Observe que </a:t>
            </a:r>
            <a:r>
              <a:rPr kumimoji="0" lang="en-US" sz="1800" b="0" i="0" u="none" strike="noStrike" kern="1200" cap="none" spc="0" normalizeH="0" baseline="0" noProof="0" dirty="0">
                <a:ln>
                  <a:noFill/>
                </a:ln>
                <a:solidFill>
                  <a:srgbClr val="00B050"/>
                </a:solidFill>
                <a:effectLst/>
                <a:uLnTx/>
                <a:uFillTx/>
                <a:latin typeface="Arial" charset="0"/>
                <a:ea typeface="Arial" charset="0"/>
                <a:cs typeface="Arial" charset="0"/>
                <a:sym typeface="Cabin"/>
              </a:rPr>
              <a:t>quit</a:t>
            </a:r>
            <a:r>
              <a:rPr kumimoji="0" lang="es-AR" sz="1800" b="0" i="0" u="none" strike="noStrike" kern="1200" cap="none" spc="0" normalizeH="0" baseline="0" noProof="0" dirty="0">
                <a:ln>
                  <a:noFill/>
                </a:ln>
                <a:solidFill>
                  <a:srgbClr val="00B050"/>
                </a:solidFill>
                <a:effectLst/>
                <a:uLnTx/>
                <a:uFillTx/>
                <a:latin typeface="Arial" charset="0"/>
                <a:ea typeface="Arial" charset="0"/>
                <a:cs typeface="Arial" charset="0"/>
                <a:sym typeface="Cabin"/>
              </a:rPr>
              <a:t>() también sirve para terminar una sesión interactiva.</a:t>
            </a:r>
          </a:p>
        </p:txBody>
      </p:sp>
    </p:spTree>
    <p:extLst>
      <p:ext uri="{BB962C8B-B14F-4D97-AF65-F5344CB8AC3E}">
        <p14:creationId xmlns:p14="http://schemas.microsoft.com/office/powerpoint/2010/main" val="20753764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87"/>
        <p:cNvGrpSpPr/>
        <p:nvPr/>
      </p:nvGrpSpPr>
      <p:grpSpPr>
        <a:xfrm>
          <a:off x="0" y="0"/>
          <a:ext cx="0" cy="0"/>
          <a:chOff x="0" y="0"/>
          <a:chExt cx="0" cy="0"/>
        </a:xfrm>
      </p:grpSpPr>
      <p:sp>
        <p:nvSpPr>
          <p:cNvPr id="135" name="Rectangle 13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8" name="Shape 488"/>
          <p:cNvSpPr txBox="1">
            <a:spLocks noGrp="1"/>
          </p:cNvSpPr>
          <p:nvPr>
            <p:ph type="title"/>
          </p:nvPr>
        </p:nvSpPr>
        <p:spPr>
          <a:xfrm>
            <a:off x="838200" y="448721"/>
            <a:ext cx="4707671" cy="1225650"/>
          </a:xfrm>
        </p:spPr>
        <p:txBody>
          <a:bodyPr anchor="b">
            <a:normAutofit/>
          </a:bodyPr>
          <a:lstStyle/>
          <a:p>
            <a:r>
              <a:rPr lang="es-AR" sz="3800">
                <a:solidFill>
                  <a:schemeClr val="bg1"/>
                </a:solidFill>
                <a:sym typeface="Cabin"/>
              </a:rPr>
              <a:t>Elementos de Python</a:t>
            </a:r>
          </a:p>
        </p:txBody>
      </p:sp>
      <p:cxnSp>
        <p:nvCxnSpPr>
          <p:cNvPr id="137" name="Straight Connector 136">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89" name="Shape 489"/>
          <p:cNvSpPr txBox="1">
            <a:spLocks noGrp="1"/>
          </p:cNvSpPr>
          <p:nvPr>
            <p:ph idx="1"/>
          </p:nvPr>
        </p:nvSpPr>
        <p:spPr>
          <a:xfrm>
            <a:off x="897769" y="1909192"/>
            <a:ext cx="4586513" cy="3647710"/>
          </a:xfrm>
        </p:spPr>
        <p:txBody>
          <a:bodyPr>
            <a:normAutofit/>
          </a:bodyPr>
          <a:lstStyle/>
          <a:p>
            <a:r>
              <a:rPr lang="es-AR" sz="2000">
                <a:solidFill>
                  <a:schemeClr val="bg1"/>
                </a:solidFill>
                <a:sym typeface="Cabin"/>
              </a:rPr>
              <a:t>Vocabulario / Palabras – variables y palabras reservadas</a:t>
            </a:r>
          </a:p>
          <a:p>
            <a:r>
              <a:rPr lang="es-AR" sz="2000">
                <a:solidFill>
                  <a:schemeClr val="bg1"/>
                </a:solidFill>
                <a:sym typeface="Cabin"/>
              </a:rPr>
              <a:t>Estructura de la sentencia – patrones de sintaxis válidos</a:t>
            </a:r>
          </a:p>
          <a:p>
            <a:r>
              <a:rPr lang="es-AR" sz="2000">
                <a:solidFill>
                  <a:schemeClr val="bg1"/>
                </a:solidFill>
                <a:sym typeface="Cabin"/>
              </a:rPr>
              <a:t>Estructura de la historia – construir un programa para un determinado propósito</a:t>
            </a:r>
          </a:p>
        </p:txBody>
      </p:sp>
      <p:cxnSp>
        <p:nvCxnSpPr>
          <p:cNvPr id="139" name="Straight Connector 138">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050" name="Picture 2" descr="Beginning Python Programming — Part 1 | by Bob Roebling | Better ...">
            <a:extLst>
              <a:ext uri="{FF2B5EF4-FFF2-40B4-BE49-F238E27FC236}">
                <a16:creationId xmlns:a16="http://schemas.microsoft.com/office/drawing/2014/main" id="{B48E6F58-FE4B-46AA-B9A5-7C92CC5CBA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568" r="15278" b="-1"/>
          <a:stretch/>
        </p:blipFill>
        <p:spPr bwMode="auto">
          <a:xfrm>
            <a:off x="6525453" y="10"/>
            <a:ext cx="5666547"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100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00"/>
        <p:cNvGrpSpPr/>
        <p:nvPr/>
      </p:nvGrpSpPr>
      <p:grpSpPr>
        <a:xfrm>
          <a:off x="0" y="0"/>
          <a:ext cx="0" cy="0"/>
          <a:chOff x="0" y="0"/>
          <a:chExt cx="0" cy="0"/>
        </a:xfrm>
      </p:grpSpPr>
      <p:sp>
        <p:nvSpPr>
          <p:cNvPr id="123" name="Rectangle 12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Shape 501"/>
          <p:cNvSpPr txBox="1">
            <a:spLocks noGrp="1"/>
          </p:cNvSpPr>
          <p:nvPr>
            <p:ph type="title"/>
          </p:nvPr>
        </p:nvSpPr>
        <p:spPr>
          <a:xfrm>
            <a:off x="838200" y="669925"/>
            <a:ext cx="4508946" cy="1325563"/>
          </a:xfrm>
        </p:spPr>
        <p:txBody>
          <a:bodyPr anchor="b">
            <a:normAutofit/>
          </a:bodyPr>
          <a:lstStyle/>
          <a:p>
            <a:pPr algn="r"/>
            <a:r>
              <a:rPr lang="es-AR">
                <a:solidFill>
                  <a:schemeClr val="bg1"/>
                </a:solidFill>
                <a:sym typeface="Cabin"/>
              </a:rPr>
              <a:t>Palabras Reservadas</a:t>
            </a:r>
          </a:p>
        </p:txBody>
      </p:sp>
      <p:cxnSp>
        <p:nvCxnSpPr>
          <p:cNvPr id="125" name="Straight Connector 12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2" name="Shape 502"/>
          <p:cNvSpPr txBox="1">
            <a:spLocks noGrp="1"/>
          </p:cNvSpPr>
          <p:nvPr>
            <p:ph idx="1"/>
          </p:nvPr>
        </p:nvSpPr>
        <p:spPr>
          <a:xfrm>
            <a:off x="1392667" y="2398957"/>
            <a:ext cx="9406666" cy="3526144"/>
          </a:xfrm>
        </p:spPr>
        <p:txBody>
          <a:bodyPr>
            <a:normAutofit/>
          </a:bodyPr>
          <a:lstStyle/>
          <a:p>
            <a:r>
              <a:rPr lang="es-AR" sz="1900" dirty="0">
                <a:solidFill>
                  <a:schemeClr val="bg1"/>
                </a:solidFill>
                <a:sym typeface="Cabin"/>
              </a:rPr>
              <a:t>No puede utilizar las palabras reservadas como nombres o identificadores de variables:</a:t>
            </a:r>
          </a:p>
          <a:p>
            <a:endParaRPr lang="es-AR" sz="1900" dirty="0">
              <a:solidFill>
                <a:schemeClr val="bg1"/>
              </a:solidFill>
              <a:sym typeface="Cabin"/>
            </a:endParaRP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False 		class 		return		is 		finally </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None 		if		for 		lambda 	continue </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True 		def 		from 		while		nonlocal</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and 		del 		global 	not 		with</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as  		elif 		try		or 		yield</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assert 	else 		import 	pass		</a:t>
            </a:r>
          </a:p>
          <a:p>
            <a:pPr marL="0" lvl="0" indent="0">
              <a:buNone/>
            </a:pPr>
            <a:r>
              <a:rPr lang="de-DE" sz="1900" dirty="0">
                <a:solidFill>
                  <a:schemeClr val="bg1"/>
                </a:solidFill>
                <a:latin typeface="Courier New" panose="02070309020205020404" pitchFamily="49" charset="0"/>
                <a:cs typeface="Courier New" panose="02070309020205020404" pitchFamily="49" charset="0"/>
                <a:sym typeface="Cabin"/>
              </a:rPr>
              <a:t>break 		except 	in 		raise</a:t>
            </a:r>
            <a:endParaRPr lang="en-US" sz="1900" dirty="0">
              <a:solidFill>
                <a:schemeClr val="bg1"/>
              </a:solidFill>
              <a:latin typeface="Courier New" panose="02070309020205020404" pitchFamily="49" charset="0"/>
              <a:cs typeface="Courier New" panose="02070309020205020404" pitchFamily="49" charset="0"/>
              <a:sym typeface="Cabin"/>
            </a:endParaRPr>
          </a:p>
        </p:txBody>
      </p:sp>
      <p:sp>
        <p:nvSpPr>
          <p:cNvPr id="127" name="Rectangle 126">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1840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07"/>
        <p:cNvGrpSpPr/>
        <p:nvPr/>
      </p:nvGrpSpPr>
      <p:grpSpPr>
        <a:xfrm>
          <a:off x="0" y="0"/>
          <a:ext cx="0" cy="0"/>
          <a:chOff x="0" y="0"/>
          <a:chExt cx="0" cy="0"/>
        </a:xfrm>
      </p:grpSpPr>
      <p:sp>
        <p:nvSpPr>
          <p:cNvPr id="129" name="Rectangle 12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8" name="Shape 508"/>
          <p:cNvSpPr txBox="1">
            <a:spLocks noGrp="1"/>
          </p:cNvSpPr>
          <p:nvPr>
            <p:ph type="title"/>
          </p:nvPr>
        </p:nvSpPr>
        <p:spPr>
          <a:xfrm>
            <a:off x="1014141" y="1450655"/>
            <a:ext cx="3932030" cy="3956690"/>
          </a:xfrm>
        </p:spPr>
        <p:txBody>
          <a:bodyPr anchor="ctr">
            <a:normAutofit/>
          </a:bodyPr>
          <a:lstStyle/>
          <a:p>
            <a:r>
              <a:rPr lang="es-AR" sz="6800">
                <a:solidFill>
                  <a:schemeClr val="bg1"/>
                </a:solidFill>
                <a:sym typeface="Cabin"/>
              </a:rPr>
              <a:t>Sentencias o Líneas</a:t>
            </a:r>
          </a:p>
        </p:txBody>
      </p:sp>
      <p:cxnSp>
        <p:nvCxnSpPr>
          <p:cNvPr id="131" name="Straight Connector 130">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1742A6FE-5D70-4FB2-B417-E60192280FBD}"/>
              </a:ext>
            </a:extLst>
          </p:cNvPr>
          <p:cNvSpPr>
            <a:spLocks noGrp="1"/>
          </p:cNvSpPr>
          <p:nvPr>
            <p:ph idx="1"/>
          </p:nvPr>
        </p:nvSpPr>
        <p:spPr>
          <a:xfrm>
            <a:off x="6096000" y="1108061"/>
            <a:ext cx="5008901" cy="4571972"/>
          </a:xfrm>
        </p:spPr>
        <p:txBody>
          <a:bodyPr anchor="ctr">
            <a:normAutofit/>
          </a:bodyPr>
          <a:lstStyle/>
          <a:p>
            <a:pPr marL="0" lvl="0" indent="0">
              <a:buNone/>
            </a:pPr>
            <a:r>
              <a:rPr lang="en-US" sz="2000" dirty="0">
                <a:solidFill>
                  <a:schemeClr val="bg1"/>
                </a:solidFill>
                <a:latin typeface="Courier New" panose="02070309020205020404" pitchFamily="49" charset="0"/>
                <a:cs typeface="Courier New" panose="02070309020205020404" pitchFamily="49" charset="0"/>
                <a:sym typeface="Courier New"/>
              </a:rPr>
              <a:t>x = 2     </a:t>
            </a:r>
            <a:r>
              <a:rPr lang="es-AR" sz="1800" dirty="0">
                <a:solidFill>
                  <a:srgbClr val="00B050"/>
                </a:solidFill>
                <a:latin typeface="Courier New" panose="02070309020205020404" pitchFamily="49" charset="0"/>
                <a:cs typeface="Courier New" panose="02070309020205020404" pitchFamily="49" charset="0"/>
                <a:sym typeface="Cabin"/>
              </a:rPr>
              <a:t>Enunciado de asignación</a:t>
            </a:r>
            <a:endParaRPr lang="en-US" sz="2000" dirty="0">
              <a:solidFill>
                <a:srgbClr val="00B050"/>
              </a:solidFill>
              <a:latin typeface="Courier New" panose="02070309020205020404" pitchFamily="49" charset="0"/>
              <a:cs typeface="Courier New" panose="02070309020205020404" pitchFamily="49" charset="0"/>
              <a:sym typeface="Courier New"/>
            </a:endParaRPr>
          </a:p>
          <a:p>
            <a:pPr marL="0" lvl="0" indent="0">
              <a:buNone/>
            </a:pPr>
            <a:r>
              <a:rPr lang="en-US" sz="2000" dirty="0">
                <a:solidFill>
                  <a:schemeClr val="bg1"/>
                </a:solidFill>
                <a:latin typeface="Courier New" panose="02070309020205020404" pitchFamily="49" charset="0"/>
                <a:cs typeface="Courier New" panose="02070309020205020404" pitchFamily="49" charset="0"/>
                <a:sym typeface="Courier New"/>
              </a:rPr>
              <a:t>x = x + 2 </a:t>
            </a:r>
            <a:r>
              <a:rPr lang="en-US" sz="1800" dirty="0" err="1">
                <a:solidFill>
                  <a:srgbClr val="00B050"/>
                </a:solidFill>
                <a:latin typeface="Courier New" panose="02070309020205020404" pitchFamily="49" charset="0"/>
                <a:cs typeface="Courier New" panose="02070309020205020404" pitchFamily="49" charset="0"/>
                <a:sym typeface="Courier New"/>
              </a:rPr>
              <a:t>Asignación</a:t>
            </a:r>
            <a:r>
              <a:rPr lang="en-US" sz="1800" dirty="0">
                <a:solidFill>
                  <a:srgbClr val="00B050"/>
                </a:solidFill>
                <a:latin typeface="Courier New" panose="02070309020205020404" pitchFamily="49" charset="0"/>
                <a:cs typeface="Courier New" panose="02070309020205020404" pitchFamily="49" charset="0"/>
                <a:sym typeface="Courier New"/>
              </a:rPr>
              <a:t> con </a:t>
            </a:r>
            <a:r>
              <a:rPr lang="en-US" sz="1800" dirty="0" err="1">
                <a:solidFill>
                  <a:srgbClr val="00B050"/>
                </a:solidFill>
                <a:latin typeface="Courier New" panose="02070309020205020404" pitchFamily="49" charset="0"/>
                <a:cs typeface="Courier New" panose="02070309020205020404" pitchFamily="49" charset="0"/>
                <a:sym typeface="Courier New"/>
              </a:rPr>
              <a:t>expresión</a:t>
            </a:r>
            <a:endParaRPr lang="en-US" sz="2000" dirty="0">
              <a:solidFill>
                <a:srgbClr val="00B050"/>
              </a:solidFill>
              <a:latin typeface="Courier New" panose="02070309020205020404" pitchFamily="49" charset="0"/>
              <a:cs typeface="Courier New" panose="02070309020205020404" pitchFamily="49" charset="0"/>
              <a:sym typeface="Courier New"/>
            </a:endParaRPr>
          </a:p>
          <a:p>
            <a:pPr marL="0" indent="0">
              <a:buNone/>
            </a:pPr>
            <a:r>
              <a:rPr lang="en-US" sz="2000" dirty="0">
                <a:solidFill>
                  <a:schemeClr val="bg1"/>
                </a:solidFill>
                <a:latin typeface="Courier New" panose="02070309020205020404" pitchFamily="49" charset="0"/>
                <a:cs typeface="Courier New" panose="02070309020205020404" pitchFamily="49" charset="0"/>
                <a:sym typeface="Courier New"/>
              </a:rPr>
              <a:t>print(x)  </a:t>
            </a:r>
            <a:r>
              <a:rPr lang="en-US" sz="1800" dirty="0" err="1">
                <a:solidFill>
                  <a:srgbClr val="00B050"/>
                </a:solidFill>
                <a:latin typeface="Courier New" panose="02070309020205020404" pitchFamily="49" charset="0"/>
                <a:cs typeface="Courier New" panose="02070309020205020404" pitchFamily="49" charset="0"/>
                <a:sym typeface="Courier New"/>
              </a:rPr>
              <a:t>Función</a:t>
            </a:r>
            <a:r>
              <a:rPr lang="en-US" sz="1800" dirty="0">
                <a:solidFill>
                  <a:srgbClr val="00B050"/>
                </a:solidFill>
                <a:latin typeface="Courier New" panose="02070309020205020404" pitchFamily="49" charset="0"/>
                <a:cs typeface="Courier New" panose="02070309020205020404" pitchFamily="49" charset="0"/>
                <a:sym typeface="Courier New"/>
              </a:rPr>
              <a:t> print (</a:t>
            </a:r>
            <a:r>
              <a:rPr lang="en-US" sz="1800" dirty="0" err="1">
                <a:solidFill>
                  <a:srgbClr val="00B050"/>
                </a:solidFill>
                <a:latin typeface="Courier New" panose="02070309020205020404" pitchFamily="49" charset="0"/>
                <a:cs typeface="Courier New" panose="02070309020205020404" pitchFamily="49" charset="0"/>
                <a:sym typeface="Courier New"/>
              </a:rPr>
              <a:t>imprimir</a:t>
            </a:r>
            <a:r>
              <a:rPr lang="en-US" sz="1800" dirty="0">
                <a:solidFill>
                  <a:srgbClr val="00B050"/>
                </a:solidFill>
                <a:latin typeface="Courier New" panose="02070309020205020404" pitchFamily="49" charset="0"/>
                <a:cs typeface="Courier New" panose="02070309020205020404" pitchFamily="49" charset="0"/>
                <a:sym typeface="Courier New"/>
              </a:rPr>
              <a:t>)</a:t>
            </a:r>
            <a:endParaRPr lang="en-US" sz="2000" dirty="0">
              <a:solidFill>
                <a:srgbClr val="00B050"/>
              </a:solidFill>
              <a:latin typeface="Courier New" panose="02070309020205020404" pitchFamily="49" charset="0"/>
              <a:cs typeface="Courier New" panose="02070309020205020404" pitchFamily="49" charset="0"/>
              <a:sym typeface="Courier New"/>
            </a:endParaRPr>
          </a:p>
        </p:txBody>
      </p:sp>
    </p:spTree>
    <p:extLst>
      <p:ext uri="{BB962C8B-B14F-4D97-AF65-F5344CB8AC3E}">
        <p14:creationId xmlns:p14="http://schemas.microsoft.com/office/powerpoint/2010/main" val="1625371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7"/>
        <p:cNvGrpSpPr/>
        <p:nvPr/>
      </p:nvGrpSpPr>
      <p:grpSpPr>
        <a:xfrm>
          <a:off x="0" y="0"/>
          <a:ext cx="0" cy="0"/>
          <a:chOff x="0" y="0"/>
          <a:chExt cx="0" cy="0"/>
        </a:xfrm>
      </p:grpSpPr>
      <p:sp useBgFill="1">
        <p:nvSpPr>
          <p:cNvPr id="98" name="Rectangle 9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9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10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Rectangle 10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8" name="Shape 538"/>
          <p:cNvSpPr txBox="1">
            <a:spLocks noGrp="1"/>
          </p:cNvSpPr>
          <p:nvPr>
            <p:ph type="title"/>
          </p:nvPr>
        </p:nvSpPr>
        <p:spPr>
          <a:xfrm>
            <a:off x="1383564" y="348865"/>
            <a:ext cx="9718111" cy="1576446"/>
          </a:xfrm>
        </p:spPr>
        <p:txBody>
          <a:bodyPr anchor="ctr">
            <a:normAutofit/>
          </a:bodyPr>
          <a:lstStyle/>
          <a:p>
            <a:r>
              <a:rPr lang="es-AR" sz="4000">
                <a:solidFill>
                  <a:srgbClr val="FFFFFF"/>
                </a:solidFill>
                <a:sym typeface="Cabin"/>
              </a:rPr>
              <a:t>Interactivo versus Script</a:t>
            </a:r>
          </a:p>
        </p:txBody>
      </p:sp>
      <p:graphicFrame>
        <p:nvGraphicFramePr>
          <p:cNvPr id="541" name="Shape 539">
            <a:extLst>
              <a:ext uri="{FF2B5EF4-FFF2-40B4-BE49-F238E27FC236}">
                <a16:creationId xmlns:a16="http://schemas.microsoft.com/office/drawing/2014/main" id="{78EFC82F-429D-420E-B2DB-AECACB26298A}"/>
              </a:ext>
            </a:extLst>
          </p:cNvPr>
          <p:cNvGraphicFramePr>
            <a:graphicFrameLocks noGrp="1"/>
          </p:cNvGraphicFramePr>
          <p:nvPr>
            <p:ph idx="1"/>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39576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43"/>
        <p:cNvGrpSpPr/>
        <p:nvPr/>
      </p:nvGrpSpPr>
      <p:grpSpPr>
        <a:xfrm>
          <a:off x="0" y="0"/>
          <a:ext cx="0" cy="0"/>
          <a:chOff x="0" y="0"/>
          <a:chExt cx="0" cy="0"/>
        </a:xfrm>
      </p:grpSpPr>
      <p:sp>
        <p:nvSpPr>
          <p:cNvPr id="102" name="Rectangle 10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4" name="Shape 544"/>
          <p:cNvSpPr txBox="1">
            <a:spLocks noGrp="1"/>
          </p:cNvSpPr>
          <p:nvPr>
            <p:ph type="title"/>
          </p:nvPr>
        </p:nvSpPr>
        <p:spPr>
          <a:xfrm>
            <a:off x="838200" y="669925"/>
            <a:ext cx="4508946" cy="1325563"/>
          </a:xfrm>
        </p:spPr>
        <p:txBody>
          <a:bodyPr anchor="b">
            <a:normAutofit/>
          </a:bodyPr>
          <a:lstStyle/>
          <a:p>
            <a:pPr algn="r"/>
            <a:r>
              <a:rPr lang="es-AR" sz="4100">
                <a:solidFill>
                  <a:schemeClr val="bg1"/>
                </a:solidFill>
                <a:sym typeface="Cabin"/>
              </a:rPr>
              <a:t>Pasos del Programa o Flujo del Programa</a:t>
            </a:r>
          </a:p>
        </p:txBody>
      </p:sp>
      <p:cxnSp>
        <p:nvCxnSpPr>
          <p:cNvPr id="104" name="Straight Connector 10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45" name="Shape 545"/>
          <p:cNvSpPr txBox="1">
            <a:spLocks noGrp="1"/>
          </p:cNvSpPr>
          <p:nvPr>
            <p:ph idx="1"/>
          </p:nvPr>
        </p:nvSpPr>
        <p:spPr>
          <a:xfrm>
            <a:off x="1392667" y="2398957"/>
            <a:ext cx="9406666" cy="3526144"/>
          </a:xfrm>
        </p:spPr>
        <p:txBody>
          <a:bodyPr>
            <a:normAutofit/>
          </a:bodyPr>
          <a:lstStyle/>
          <a:p>
            <a:r>
              <a:rPr lang="es-AR" sz="2000" dirty="0">
                <a:solidFill>
                  <a:schemeClr val="bg1"/>
                </a:solidFill>
                <a:sym typeface="Cabin"/>
              </a:rPr>
              <a:t>Al igual que una receta o las instrucciones de instalación, un programa es una secuencia de pasos que se deben dar en orden.</a:t>
            </a:r>
          </a:p>
          <a:p>
            <a:r>
              <a:rPr lang="es-AR" sz="2000" dirty="0">
                <a:solidFill>
                  <a:schemeClr val="bg1"/>
                </a:solidFill>
                <a:sym typeface="Cabin"/>
              </a:rPr>
              <a:t>Algunos pasos son condicionales, es decir, pueden saltearse.</a:t>
            </a:r>
          </a:p>
          <a:p>
            <a:r>
              <a:rPr lang="es-AR" sz="2000" dirty="0">
                <a:solidFill>
                  <a:schemeClr val="bg1"/>
                </a:solidFill>
                <a:sym typeface="Cabin"/>
              </a:rPr>
              <a:t>A veces un paso o un grupo de pasos debe repetirse. </a:t>
            </a:r>
          </a:p>
          <a:p>
            <a:r>
              <a:rPr lang="es-AR" sz="2000" dirty="0">
                <a:solidFill>
                  <a:schemeClr val="bg1"/>
                </a:solidFill>
                <a:sym typeface="Cabin"/>
              </a:rPr>
              <a:t>A veces, almacenamos un conjunto de pasos para utilizar una y otra vez tal como sea necesario en distintos lugares durante el programa.</a:t>
            </a:r>
          </a:p>
        </p:txBody>
      </p:sp>
      <p:sp>
        <p:nvSpPr>
          <p:cNvPr id="106" name="Rectangle 105">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09037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E74D098-A609-40EA-BE76-16D556A7DF59}"/>
              </a:ext>
            </a:extLst>
          </p:cNvPr>
          <p:cNvSpPr>
            <a:spLocks noGrp="1"/>
          </p:cNvSpPr>
          <p:nvPr>
            <p:ph type="title"/>
          </p:nvPr>
        </p:nvSpPr>
        <p:spPr>
          <a:xfrm>
            <a:off x="838200" y="669925"/>
            <a:ext cx="4508946" cy="1325563"/>
          </a:xfrm>
        </p:spPr>
        <p:txBody>
          <a:bodyPr anchor="b">
            <a:normAutofit/>
          </a:bodyPr>
          <a:lstStyle/>
          <a:p>
            <a:pPr algn="r"/>
            <a:r>
              <a:rPr lang="es-MX">
                <a:solidFill>
                  <a:schemeClr val="bg1"/>
                </a:solidFill>
              </a:rPr>
              <a:t>Usando Python</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E0F6E794-84C1-40CF-827A-4C6F22CDC2B0}"/>
              </a:ext>
            </a:extLst>
          </p:cNvPr>
          <p:cNvSpPr>
            <a:spLocks noGrp="1"/>
          </p:cNvSpPr>
          <p:nvPr>
            <p:ph idx="1"/>
          </p:nvPr>
        </p:nvSpPr>
        <p:spPr>
          <a:xfrm>
            <a:off x="1392667" y="2398957"/>
            <a:ext cx="9406666" cy="3526144"/>
          </a:xfrm>
        </p:spPr>
        <p:txBody>
          <a:bodyPr>
            <a:normAutofit/>
          </a:bodyPr>
          <a:lstStyle/>
          <a:p>
            <a:r>
              <a:rPr lang="es-MX" sz="2000" dirty="0">
                <a:solidFill>
                  <a:schemeClr val="bg1"/>
                </a:solidFill>
              </a:rPr>
              <a:t>Entornos virtuales (virtual </a:t>
            </a:r>
            <a:r>
              <a:rPr lang="es-MX" sz="2000" dirty="0" err="1">
                <a:solidFill>
                  <a:schemeClr val="bg1"/>
                </a:solidFill>
              </a:rPr>
              <a:t>env</a:t>
            </a:r>
            <a:r>
              <a:rPr lang="es-MX" sz="2000" dirty="0">
                <a:solidFill>
                  <a:schemeClr val="bg1"/>
                </a:solidFill>
              </a:rPr>
              <a:t>).</a:t>
            </a:r>
          </a:p>
          <a:p>
            <a:r>
              <a:rPr lang="es-MX" sz="2000" dirty="0">
                <a:solidFill>
                  <a:schemeClr val="bg1"/>
                </a:solidFill>
              </a:rPr>
              <a:t>Instalar librerías con “</a:t>
            </a:r>
            <a:r>
              <a:rPr lang="es-MX" sz="2000" dirty="0" err="1">
                <a:solidFill>
                  <a:schemeClr val="bg1"/>
                </a:solidFill>
              </a:rPr>
              <a:t>pip</a:t>
            </a:r>
            <a:r>
              <a:rPr lang="es-MX" sz="2000" dirty="0">
                <a:solidFill>
                  <a:schemeClr val="bg1"/>
                </a:solidFill>
              </a:rPr>
              <a:t>”.</a:t>
            </a:r>
          </a:p>
          <a:p>
            <a:pPr lvl="1"/>
            <a:r>
              <a:rPr lang="es-MX" sz="1600" dirty="0" err="1">
                <a:solidFill>
                  <a:schemeClr val="bg1"/>
                </a:solidFill>
              </a:rPr>
              <a:t>Numpy</a:t>
            </a:r>
            <a:endParaRPr lang="es-MX" sz="1600" dirty="0">
              <a:solidFill>
                <a:schemeClr val="bg1"/>
              </a:solidFill>
            </a:endParaRPr>
          </a:p>
          <a:p>
            <a:pPr lvl="1"/>
            <a:r>
              <a:rPr lang="es-MX" sz="1600" dirty="0">
                <a:solidFill>
                  <a:schemeClr val="bg1"/>
                </a:solidFill>
              </a:rPr>
              <a:t>Pandas</a:t>
            </a:r>
          </a:p>
          <a:p>
            <a:pPr lvl="1"/>
            <a:r>
              <a:rPr lang="es-MX" sz="1600" dirty="0" err="1">
                <a:solidFill>
                  <a:schemeClr val="bg1"/>
                </a:solidFill>
              </a:rPr>
              <a:t>Matplotlib</a:t>
            </a:r>
            <a:endParaRPr lang="es-MX" sz="1600" dirty="0">
              <a:solidFill>
                <a:schemeClr val="bg1"/>
              </a:solidFill>
            </a:endParaRPr>
          </a:p>
          <a:p>
            <a:pPr lvl="1"/>
            <a:r>
              <a:rPr lang="es-MX" sz="1600" dirty="0" err="1">
                <a:solidFill>
                  <a:schemeClr val="bg1"/>
                </a:solidFill>
              </a:rPr>
              <a:t>Seaborn</a:t>
            </a:r>
            <a:endParaRPr lang="es-MX" sz="1600" dirty="0">
              <a:solidFill>
                <a:schemeClr val="bg1"/>
              </a:solidFill>
            </a:endParaRPr>
          </a:p>
          <a:p>
            <a:pPr lvl="1"/>
            <a:r>
              <a:rPr lang="es-MX" sz="1600" dirty="0" err="1">
                <a:solidFill>
                  <a:schemeClr val="bg1"/>
                </a:solidFill>
              </a:rPr>
              <a:t>Pickle</a:t>
            </a:r>
            <a:endParaRPr lang="es-MX" sz="1600" dirty="0">
              <a:solidFill>
                <a:schemeClr val="bg1"/>
              </a:solidFill>
            </a:endParaRPr>
          </a:p>
          <a:p>
            <a:r>
              <a:rPr lang="es-MX" sz="2000" dirty="0">
                <a:solidFill>
                  <a:schemeClr val="bg1"/>
                </a:solidFill>
              </a:rPr>
              <a:t>Ejemplo de uso.</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48979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87EA4E9-DFD6-45D4-965D-8A79984E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2930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F9C0A11-17F9-4AEC-93F7-2C6D583B12DE}"/>
              </a:ext>
            </a:extLst>
          </p:cNvPr>
          <p:cNvSpPr>
            <a:spLocks noGrp="1"/>
          </p:cNvSpPr>
          <p:nvPr>
            <p:ph type="title"/>
          </p:nvPr>
        </p:nvSpPr>
        <p:spPr>
          <a:xfrm>
            <a:off x="847344" y="300505"/>
            <a:ext cx="10506456" cy="1197864"/>
          </a:xfrm>
        </p:spPr>
        <p:txBody>
          <a:bodyPr vert="horz" lIns="91440" tIns="45720" rIns="91440" bIns="45720" rtlCol="0" anchor="b">
            <a:normAutofit fontScale="90000"/>
          </a:bodyPr>
          <a:lstStyle/>
          <a:p>
            <a:pPr algn="ctr"/>
            <a:r>
              <a:rPr lang="en-US" sz="5400" dirty="0" err="1">
                <a:solidFill>
                  <a:schemeClr val="bg1"/>
                </a:solidFill>
              </a:rPr>
              <a:t>Práctica</a:t>
            </a:r>
            <a:r>
              <a:rPr lang="en-US" sz="5400" dirty="0">
                <a:solidFill>
                  <a:schemeClr val="bg1"/>
                </a:solidFill>
              </a:rPr>
              <a:t> 2: Mi primer script de Python</a:t>
            </a:r>
          </a:p>
        </p:txBody>
      </p:sp>
      <p:pic>
        <p:nvPicPr>
          <p:cNvPr id="11" name="Marcador de contenido 10">
            <a:extLst>
              <a:ext uri="{FF2B5EF4-FFF2-40B4-BE49-F238E27FC236}">
                <a16:creationId xmlns:a16="http://schemas.microsoft.com/office/drawing/2014/main" id="{79F705B2-E255-4AF8-BCA4-DF690C2003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131" y="2811439"/>
            <a:ext cx="3461342" cy="3461342"/>
          </a:xfrm>
          <a:prstGeom prst="rect">
            <a:avLst/>
          </a:prstGeom>
          <a:noFill/>
        </p:spPr>
      </p:pic>
      <p:pic>
        <p:nvPicPr>
          <p:cNvPr id="9" name="Marcador de contenido 3">
            <a:extLst>
              <a:ext uri="{FF2B5EF4-FFF2-40B4-BE49-F238E27FC236}">
                <a16:creationId xmlns:a16="http://schemas.microsoft.com/office/drawing/2014/main" id="{CAD3E675-6E62-4DB3-B81F-8471A72237CA}"/>
              </a:ext>
            </a:extLst>
          </p:cNvPr>
          <p:cNvPicPr>
            <a:picLocks noChangeAspect="1"/>
          </p:cNvPicPr>
          <p:nvPr/>
        </p:nvPicPr>
        <p:blipFill rotWithShape="1">
          <a:blip r:embed="rId3"/>
          <a:srcRect r="11580" b="-1"/>
          <a:stretch/>
        </p:blipFill>
        <p:spPr>
          <a:xfrm>
            <a:off x="6244618" y="3661321"/>
            <a:ext cx="5465161" cy="1761576"/>
          </a:xfrm>
          <a:prstGeom prst="rect">
            <a:avLst/>
          </a:prstGeom>
        </p:spPr>
      </p:pic>
    </p:spTree>
    <p:extLst>
      <p:ext uri="{BB962C8B-B14F-4D97-AF65-F5344CB8AC3E}">
        <p14:creationId xmlns:p14="http://schemas.microsoft.com/office/powerpoint/2010/main" val="15661492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87EA4E9-DFD6-45D4-965D-8A79984E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2930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F9C0A11-17F9-4AEC-93F7-2C6D583B12DE}"/>
              </a:ext>
            </a:extLst>
          </p:cNvPr>
          <p:cNvSpPr>
            <a:spLocks noGrp="1"/>
          </p:cNvSpPr>
          <p:nvPr>
            <p:ph type="title"/>
          </p:nvPr>
        </p:nvSpPr>
        <p:spPr>
          <a:xfrm>
            <a:off x="847344" y="300505"/>
            <a:ext cx="10506456" cy="1197864"/>
          </a:xfrm>
        </p:spPr>
        <p:txBody>
          <a:bodyPr vert="horz" lIns="91440" tIns="45720" rIns="91440" bIns="45720" rtlCol="0" anchor="b">
            <a:normAutofit fontScale="90000"/>
          </a:bodyPr>
          <a:lstStyle/>
          <a:p>
            <a:pPr algn="ctr"/>
            <a:r>
              <a:rPr lang="en-US" sz="5400" dirty="0" err="1">
                <a:solidFill>
                  <a:schemeClr val="bg1"/>
                </a:solidFill>
              </a:rPr>
              <a:t>Práctica</a:t>
            </a:r>
            <a:r>
              <a:rPr lang="en-US" sz="5400" dirty="0">
                <a:solidFill>
                  <a:schemeClr val="bg1"/>
                </a:solidFill>
              </a:rPr>
              <a:t> 3: Mi </a:t>
            </a:r>
            <a:r>
              <a:rPr lang="en-US" sz="5400" dirty="0" err="1">
                <a:solidFill>
                  <a:schemeClr val="bg1"/>
                </a:solidFill>
              </a:rPr>
              <a:t>segundo</a:t>
            </a:r>
            <a:r>
              <a:rPr lang="en-US" sz="5400" dirty="0">
                <a:solidFill>
                  <a:schemeClr val="bg1"/>
                </a:solidFill>
              </a:rPr>
              <a:t> script en Python</a:t>
            </a:r>
          </a:p>
        </p:txBody>
      </p:sp>
      <p:pic>
        <p:nvPicPr>
          <p:cNvPr id="11" name="Marcador de contenido 10">
            <a:extLst>
              <a:ext uri="{FF2B5EF4-FFF2-40B4-BE49-F238E27FC236}">
                <a16:creationId xmlns:a16="http://schemas.microsoft.com/office/drawing/2014/main" id="{79F705B2-E255-4AF8-BCA4-DF690C2003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131" y="2811439"/>
            <a:ext cx="3461342" cy="3461342"/>
          </a:xfrm>
          <a:prstGeom prst="rect">
            <a:avLst/>
          </a:prstGeom>
          <a:noFill/>
        </p:spPr>
      </p:pic>
      <p:pic>
        <p:nvPicPr>
          <p:cNvPr id="9" name="Marcador de contenido 3">
            <a:extLst>
              <a:ext uri="{FF2B5EF4-FFF2-40B4-BE49-F238E27FC236}">
                <a16:creationId xmlns:a16="http://schemas.microsoft.com/office/drawing/2014/main" id="{CAD3E675-6E62-4DB3-B81F-8471A72237CA}"/>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6244618" y="3932907"/>
            <a:ext cx="5465161" cy="1218404"/>
          </a:xfrm>
          <a:prstGeom prst="rect">
            <a:avLst/>
          </a:prstGeom>
        </p:spPr>
      </p:pic>
    </p:spTree>
    <p:extLst>
      <p:ext uri="{BB962C8B-B14F-4D97-AF65-F5344CB8AC3E}">
        <p14:creationId xmlns:p14="http://schemas.microsoft.com/office/powerpoint/2010/main" val="31499223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492B7D2-43C6-40D1-923D-26293B73FD96}"/>
              </a:ext>
            </a:extLst>
          </p:cNvPr>
          <p:cNvSpPr>
            <a:spLocks noGrp="1"/>
          </p:cNvSpPr>
          <p:nvPr>
            <p:ph type="title"/>
          </p:nvPr>
        </p:nvSpPr>
        <p:spPr>
          <a:xfrm>
            <a:off x="1371599" y="294538"/>
            <a:ext cx="9895951" cy="1033669"/>
          </a:xfrm>
        </p:spPr>
        <p:txBody>
          <a:bodyPr>
            <a:normAutofit/>
          </a:bodyPr>
          <a:lstStyle/>
          <a:p>
            <a:r>
              <a:rPr lang="en-US" sz="4000" dirty="0" err="1">
                <a:solidFill>
                  <a:srgbClr val="FFFFFF"/>
                </a:solidFill>
              </a:rPr>
              <a:t>Práctica</a:t>
            </a:r>
            <a:r>
              <a:rPr lang="en-US" sz="4000" dirty="0">
                <a:solidFill>
                  <a:srgbClr val="FFFFFF"/>
                </a:solidFill>
              </a:rPr>
              <a:t> 4: </a:t>
            </a:r>
            <a:r>
              <a:rPr lang="en-US" sz="4000" dirty="0" err="1">
                <a:solidFill>
                  <a:srgbClr val="FFFFFF"/>
                </a:solidFill>
              </a:rPr>
              <a:t>Sumar</a:t>
            </a:r>
            <a:r>
              <a:rPr lang="en-US" sz="4000" dirty="0">
                <a:solidFill>
                  <a:srgbClr val="FFFFFF"/>
                </a:solidFill>
              </a:rPr>
              <a:t> N </a:t>
            </a:r>
            <a:r>
              <a:rPr lang="en-US" sz="4000" dirty="0" err="1">
                <a:solidFill>
                  <a:srgbClr val="FFFFFF"/>
                </a:solidFill>
              </a:rPr>
              <a:t>números</a:t>
            </a:r>
            <a:endParaRPr lang="en-US" sz="4000" dirty="0">
              <a:solidFill>
                <a:srgbClr val="FFFFFF"/>
              </a:solidFill>
            </a:endParaRPr>
          </a:p>
        </p:txBody>
      </p:sp>
      <p:sp>
        <p:nvSpPr>
          <p:cNvPr id="3" name="Marcador de contenido 2">
            <a:extLst>
              <a:ext uri="{FF2B5EF4-FFF2-40B4-BE49-F238E27FC236}">
                <a16:creationId xmlns:a16="http://schemas.microsoft.com/office/drawing/2014/main" id="{9EAB0960-AADD-4367-B7FF-8A9E293E0143}"/>
              </a:ext>
            </a:extLst>
          </p:cNvPr>
          <p:cNvSpPr>
            <a:spLocks noGrp="1"/>
          </p:cNvSpPr>
          <p:nvPr>
            <p:ph idx="1"/>
          </p:nvPr>
        </p:nvSpPr>
        <p:spPr>
          <a:xfrm>
            <a:off x="1371599" y="2318197"/>
            <a:ext cx="9724031" cy="3683358"/>
          </a:xfrm>
        </p:spPr>
        <p:txBody>
          <a:bodyPr numCol="2" anchor="ctr">
            <a:normAutofit/>
          </a:bodyPr>
          <a:lstStyle/>
          <a:p>
            <a:r>
              <a:rPr lang="es-MX" sz="1300"/>
              <a:t>Asignar un nombre al algoritmo: Suma_N_Números.</a:t>
            </a:r>
          </a:p>
          <a:p>
            <a:pPr lvl="1"/>
            <a:r>
              <a:rPr lang="es-MX" sz="1300"/>
              <a:t>Los algoritmos no se pueden llamar igual que alguna variable.</a:t>
            </a:r>
          </a:p>
          <a:p>
            <a:pPr lvl="1"/>
            <a:r>
              <a:rPr lang="es-MX" sz="1300"/>
              <a:t>Inicializar las variables que se vayan a usar:</a:t>
            </a:r>
          </a:p>
          <a:p>
            <a:pPr lvl="2"/>
            <a:r>
              <a:rPr lang="es-MX" sz="1300"/>
              <a:t>suma = 0</a:t>
            </a:r>
          </a:p>
          <a:p>
            <a:r>
              <a:rPr lang="es-MX" sz="1300"/>
              <a:t>Se muestra un mensaje en pantalla pidiendo el total de números a sumar:</a:t>
            </a:r>
          </a:p>
          <a:p>
            <a:pPr lvl="1"/>
            <a:r>
              <a:rPr lang="es-MX" sz="1300"/>
              <a:t>Escribir «Cuantos números deseas sumar»</a:t>
            </a:r>
          </a:p>
          <a:p>
            <a:r>
              <a:rPr lang="es-MX" sz="1300"/>
              <a:t>Leer el numero ingresado por teclado y asignarlo a la variable total.</a:t>
            </a:r>
          </a:p>
          <a:p>
            <a:pPr lvl="1"/>
            <a:r>
              <a:rPr lang="es-MX" sz="1300"/>
              <a:t>Leer total</a:t>
            </a:r>
          </a:p>
          <a:p>
            <a:r>
              <a:rPr lang="es-MX" sz="1300"/>
              <a:t>Leer los números que se van a sumar:</a:t>
            </a:r>
          </a:p>
          <a:p>
            <a:pPr lvl="1"/>
            <a:r>
              <a:rPr lang="es-MX" sz="1300"/>
              <a:t>Repetir desde x = 1 hasta total</a:t>
            </a:r>
          </a:p>
          <a:p>
            <a:r>
              <a:rPr lang="es-MX" sz="1300"/>
              <a:t>Dentro del ciclo se pide un número y esto se hace con la función Escribir:</a:t>
            </a:r>
          </a:p>
          <a:p>
            <a:pPr lvl="1"/>
            <a:r>
              <a:rPr lang="es-MX" sz="1300"/>
              <a:t>Escribir «Dame el numero », x</a:t>
            </a:r>
          </a:p>
          <a:p>
            <a:r>
              <a:rPr lang="es-MX" sz="1300"/>
              <a:t>El numero ingresado por teclado se almacena en la variable n.</a:t>
            </a:r>
          </a:p>
          <a:p>
            <a:pPr lvl="1"/>
            <a:r>
              <a:rPr lang="es-MX" sz="1300"/>
              <a:t>Leer n</a:t>
            </a:r>
          </a:p>
          <a:p>
            <a:r>
              <a:rPr lang="es-MX" sz="1300"/>
              <a:t>Realizar la suma del número introducido con el total de la suma de los números anteriormente sumados. El resultado se guarda en suma:</a:t>
            </a:r>
          </a:p>
          <a:p>
            <a:pPr lvl="1"/>
            <a:r>
              <a:rPr lang="es-MX" sz="1300"/>
              <a:t>suma = suma + n</a:t>
            </a:r>
          </a:p>
          <a:p>
            <a:r>
              <a:rPr lang="es-MX" sz="1300"/>
              <a:t>Cerrar el ciclo:</a:t>
            </a:r>
          </a:p>
          <a:p>
            <a:pPr lvl="1"/>
            <a:r>
              <a:rPr lang="es-MX" sz="1300"/>
              <a:t>Fin Repetir</a:t>
            </a:r>
          </a:p>
          <a:p>
            <a:r>
              <a:rPr lang="es-MX" sz="1300"/>
              <a:t>Se muestra la suma de los n números ingresados por teclado:</a:t>
            </a:r>
          </a:p>
          <a:p>
            <a:pPr lvl="1"/>
            <a:r>
              <a:rPr lang="es-MX" sz="1300"/>
              <a:t>Escribir «La suma de los »,total, « numeros es: »,suma</a:t>
            </a:r>
          </a:p>
          <a:p>
            <a:r>
              <a:rPr lang="es-MX" sz="1300"/>
              <a:t>Fin del algoritmo</a:t>
            </a:r>
          </a:p>
          <a:p>
            <a:pPr lvl="1"/>
            <a:r>
              <a:rPr lang="es-MX" sz="1300"/>
              <a:t>Fin Suma_N_Números</a:t>
            </a:r>
            <a:endParaRPr lang="en-US" sz="1300"/>
          </a:p>
        </p:txBody>
      </p:sp>
    </p:spTree>
    <p:extLst>
      <p:ext uri="{BB962C8B-B14F-4D97-AF65-F5344CB8AC3E}">
        <p14:creationId xmlns:p14="http://schemas.microsoft.com/office/powerpoint/2010/main" val="2723377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16834C0-70A7-4081-8DA3-70A06FCE2335}"/>
              </a:ext>
            </a:extLst>
          </p:cNvPr>
          <p:cNvSpPr>
            <a:spLocks noGrp="1"/>
          </p:cNvSpPr>
          <p:nvPr>
            <p:ph type="title"/>
          </p:nvPr>
        </p:nvSpPr>
        <p:spPr>
          <a:xfrm>
            <a:off x="1149716" y="499397"/>
            <a:ext cx="5929422" cy="1640180"/>
          </a:xfrm>
        </p:spPr>
        <p:txBody>
          <a:bodyPr anchor="b">
            <a:normAutofit/>
          </a:bodyPr>
          <a:lstStyle/>
          <a:p>
            <a:r>
              <a:rPr lang="en-US" sz="4000" dirty="0" err="1"/>
              <a:t>Práctica</a:t>
            </a:r>
            <a:r>
              <a:rPr lang="en-US" sz="4000" dirty="0"/>
              <a:t> 4: </a:t>
            </a:r>
            <a:r>
              <a:rPr lang="en-US" sz="4000" dirty="0" err="1"/>
              <a:t>Sumar</a:t>
            </a:r>
            <a:r>
              <a:rPr lang="en-US" sz="4000" dirty="0"/>
              <a:t> N </a:t>
            </a:r>
            <a:r>
              <a:rPr lang="en-US" sz="4000" dirty="0" err="1"/>
              <a:t>números</a:t>
            </a:r>
            <a:endParaRPr lang="en-US" sz="4000" dirty="0"/>
          </a:p>
        </p:txBody>
      </p:sp>
      <p:sp>
        <p:nvSpPr>
          <p:cNvPr id="3" name="Marcador de contenido 2">
            <a:extLst>
              <a:ext uri="{FF2B5EF4-FFF2-40B4-BE49-F238E27FC236}">
                <a16:creationId xmlns:a16="http://schemas.microsoft.com/office/drawing/2014/main" id="{60725618-8481-4E91-B785-EF66B3B3FB6E}"/>
              </a:ext>
            </a:extLst>
          </p:cNvPr>
          <p:cNvSpPr>
            <a:spLocks noGrp="1"/>
          </p:cNvSpPr>
          <p:nvPr>
            <p:ph idx="1"/>
          </p:nvPr>
        </p:nvSpPr>
        <p:spPr>
          <a:xfrm>
            <a:off x="1149717" y="2423821"/>
            <a:ext cx="5929422" cy="3519780"/>
          </a:xfrm>
        </p:spPr>
        <p:txBody>
          <a:bodyPr>
            <a:normAutofit/>
          </a:bodyPr>
          <a:lstStyle/>
          <a:p>
            <a:pPr marL="0" indent="0">
              <a:buNone/>
            </a:pPr>
            <a:r>
              <a:rPr lang="es-MX" sz="1100" dirty="0">
                <a:latin typeface="Courier New" panose="02070309020205020404" pitchFamily="49" charset="0"/>
                <a:cs typeface="Courier New" panose="02070309020205020404" pitchFamily="49" charset="0"/>
              </a:rPr>
              <a:t>Proceso </a:t>
            </a:r>
            <a:r>
              <a:rPr lang="es-MX" sz="1100" dirty="0" err="1">
                <a:latin typeface="Courier New" panose="02070309020205020404" pitchFamily="49" charset="0"/>
                <a:cs typeface="Courier New" panose="02070309020205020404" pitchFamily="49" charset="0"/>
              </a:rPr>
              <a:t>Suma_N_Numeros</a:t>
            </a:r>
            <a:endParaRPr lang="es-MX" sz="1100" dirty="0">
              <a:latin typeface="Courier New" panose="02070309020205020404" pitchFamily="49" charset="0"/>
              <a:cs typeface="Courier New" panose="02070309020205020404" pitchFamily="49" charset="0"/>
            </a:endParaRPr>
          </a:p>
          <a:p>
            <a:pPr marL="0" indent="0">
              <a:buNone/>
            </a:pPr>
            <a:r>
              <a:rPr lang="es-MX" sz="1100" dirty="0">
                <a:latin typeface="Courier New" panose="02070309020205020404" pitchFamily="49" charset="0"/>
                <a:cs typeface="Courier New" panose="02070309020205020404" pitchFamily="49" charset="0"/>
              </a:rPr>
              <a:t>	definir x, total, n, suma Como Real</a:t>
            </a:r>
          </a:p>
          <a:p>
            <a:pPr marL="0" indent="0">
              <a:buNone/>
            </a:pPr>
            <a:r>
              <a:rPr lang="es-MX" sz="1100" dirty="0">
                <a:latin typeface="Courier New" panose="02070309020205020404" pitchFamily="49" charset="0"/>
                <a:cs typeface="Courier New" panose="02070309020205020404" pitchFamily="49" charset="0"/>
              </a:rPr>
              <a:t>	suma&lt;-0</a:t>
            </a:r>
          </a:p>
          <a:p>
            <a:pPr marL="0" indent="0">
              <a:buNone/>
            </a:pPr>
            <a:r>
              <a:rPr lang="es-MX" sz="1100" dirty="0">
                <a:latin typeface="Courier New" panose="02070309020205020404" pitchFamily="49" charset="0"/>
                <a:cs typeface="Courier New" panose="02070309020205020404" pitchFamily="49" charset="0"/>
              </a:rPr>
              <a:t>	Escribir "Cuántos números se van a sumar:"</a:t>
            </a:r>
          </a:p>
          <a:p>
            <a:pPr marL="0" indent="0">
              <a:buNone/>
            </a:pPr>
            <a:r>
              <a:rPr lang="es-MX" sz="1100" dirty="0">
                <a:latin typeface="Courier New" panose="02070309020205020404" pitchFamily="49" charset="0"/>
                <a:cs typeface="Courier New" panose="02070309020205020404" pitchFamily="49" charset="0"/>
              </a:rPr>
              <a:t>	Leer total</a:t>
            </a:r>
          </a:p>
          <a:p>
            <a:pPr marL="0" indent="0">
              <a:buNone/>
            </a:pPr>
            <a:r>
              <a:rPr lang="es-MX" sz="1100" dirty="0">
                <a:latin typeface="Courier New" panose="02070309020205020404" pitchFamily="49" charset="0"/>
                <a:cs typeface="Courier New" panose="02070309020205020404" pitchFamily="49" charset="0"/>
              </a:rPr>
              <a:t>	Para x&lt;-1 Hasta total Con Paso 1 Hacer</a:t>
            </a:r>
          </a:p>
          <a:p>
            <a:pPr marL="0" indent="0">
              <a:buNone/>
            </a:pPr>
            <a:r>
              <a:rPr lang="es-MX" sz="1100" dirty="0">
                <a:latin typeface="Courier New" panose="02070309020205020404" pitchFamily="49" charset="0"/>
                <a:cs typeface="Courier New" panose="02070309020205020404" pitchFamily="49" charset="0"/>
              </a:rPr>
              <a:t>		Escribir "Dame un número:", x</a:t>
            </a:r>
          </a:p>
          <a:p>
            <a:pPr marL="0" indent="0">
              <a:buNone/>
            </a:pPr>
            <a:r>
              <a:rPr lang="es-MX" sz="1100" dirty="0">
                <a:latin typeface="Courier New" panose="02070309020205020404" pitchFamily="49" charset="0"/>
                <a:cs typeface="Courier New" panose="02070309020205020404" pitchFamily="49" charset="0"/>
              </a:rPr>
              <a:t>		Leer n</a:t>
            </a:r>
          </a:p>
          <a:p>
            <a:pPr marL="0" indent="0">
              <a:buNone/>
            </a:pPr>
            <a:r>
              <a:rPr lang="es-MX" sz="1100" dirty="0">
                <a:latin typeface="Courier New" panose="02070309020205020404" pitchFamily="49" charset="0"/>
                <a:cs typeface="Courier New" panose="02070309020205020404" pitchFamily="49" charset="0"/>
              </a:rPr>
              <a:t>		suma = suma + n</a:t>
            </a:r>
          </a:p>
          <a:p>
            <a:pPr marL="0" indent="0">
              <a:buNone/>
            </a:pPr>
            <a:r>
              <a:rPr lang="es-MX" sz="1100" dirty="0">
                <a:latin typeface="Courier New" panose="02070309020205020404" pitchFamily="49" charset="0"/>
                <a:cs typeface="Courier New" panose="02070309020205020404" pitchFamily="49" charset="0"/>
              </a:rPr>
              <a:t>	Fin Para</a:t>
            </a:r>
          </a:p>
          <a:p>
            <a:pPr marL="0" indent="0">
              <a:buNone/>
            </a:pPr>
            <a:r>
              <a:rPr lang="es-MX" sz="1100" dirty="0">
                <a:latin typeface="Courier New" panose="02070309020205020404" pitchFamily="49" charset="0"/>
                <a:cs typeface="Courier New" panose="02070309020205020404" pitchFamily="49" charset="0"/>
              </a:rPr>
              <a:t>	Escribir "La suma de los ", total, " números es: ", suma</a:t>
            </a:r>
          </a:p>
          <a:p>
            <a:pPr marL="0" indent="0">
              <a:buNone/>
            </a:pPr>
            <a:r>
              <a:rPr lang="es-MX" sz="1100" dirty="0">
                <a:latin typeface="Courier New" panose="02070309020205020404" pitchFamily="49" charset="0"/>
                <a:cs typeface="Courier New" panose="02070309020205020404" pitchFamily="49" charset="0"/>
              </a:rPr>
              <a:t>Fin Proceso</a:t>
            </a:r>
            <a:endParaRPr lang="en-US" sz="1100" dirty="0">
              <a:latin typeface="Courier New" panose="02070309020205020404" pitchFamily="49" charset="0"/>
              <a:cs typeface="Courier New" panose="02070309020205020404" pitchFamily="49" charset="0"/>
            </a:endParaRPr>
          </a:p>
        </p:txBody>
      </p:sp>
      <p:pic>
        <p:nvPicPr>
          <p:cNvPr id="5" name="Imagen 4" descr="Captura de pantalla de un celular&#10;&#10;Descripción generada automáticamente">
            <a:extLst>
              <a:ext uri="{FF2B5EF4-FFF2-40B4-BE49-F238E27FC236}">
                <a16:creationId xmlns:a16="http://schemas.microsoft.com/office/drawing/2014/main" id="{A8E462E9-2A4A-463E-AA95-15045F12B2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5506" y="1334645"/>
            <a:ext cx="3765176" cy="4081134"/>
          </a:xfrm>
          <a:prstGeom prst="rect">
            <a:avLst/>
          </a:prstGeom>
        </p:spPr>
      </p:pic>
      <p:sp>
        <p:nvSpPr>
          <p:cNvPr id="12" name="Rectangle 1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41561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6" name="Rectangle 15">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ítulo 1">
            <a:extLst>
              <a:ext uri="{FF2B5EF4-FFF2-40B4-BE49-F238E27FC236}">
                <a16:creationId xmlns:a16="http://schemas.microsoft.com/office/drawing/2014/main" id="{232C83AA-6CE8-4416-85D0-1915CD4C796B}"/>
              </a:ext>
            </a:extLst>
          </p:cNvPr>
          <p:cNvSpPr>
            <a:spLocks noGrp="1"/>
          </p:cNvSpPr>
          <p:nvPr>
            <p:ph type="title"/>
          </p:nvPr>
        </p:nvSpPr>
        <p:spPr>
          <a:xfrm>
            <a:off x="1371598" y="319314"/>
            <a:ext cx="9477377" cy="1030515"/>
          </a:xfrm>
        </p:spPr>
        <p:txBody>
          <a:bodyPr anchor="ctr">
            <a:normAutofit/>
          </a:bodyPr>
          <a:lstStyle/>
          <a:p>
            <a:r>
              <a:rPr lang="en-US" sz="4000" dirty="0" err="1">
                <a:solidFill>
                  <a:srgbClr val="FFFFFF"/>
                </a:solidFill>
              </a:rPr>
              <a:t>Práctica</a:t>
            </a:r>
            <a:r>
              <a:rPr lang="en-US" sz="4000" dirty="0">
                <a:solidFill>
                  <a:srgbClr val="FFFFFF"/>
                </a:solidFill>
              </a:rPr>
              <a:t> 4: </a:t>
            </a:r>
            <a:r>
              <a:rPr lang="en-US" sz="4000" dirty="0" err="1">
                <a:solidFill>
                  <a:srgbClr val="FFFFFF"/>
                </a:solidFill>
              </a:rPr>
              <a:t>Sumar</a:t>
            </a:r>
            <a:r>
              <a:rPr lang="en-US" sz="4000" dirty="0">
                <a:solidFill>
                  <a:srgbClr val="FFFFFF"/>
                </a:solidFill>
              </a:rPr>
              <a:t> N </a:t>
            </a:r>
            <a:r>
              <a:rPr lang="en-US" sz="4000" dirty="0" err="1">
                <a:solidFill>
                  <a:srgbClr val="FFFFFF"/>
                </a:solidFill>
              </a:rPr>
              <a:t>números</a:t>
            </a:r>
            <a:endParaRPr lang="en-US" sz="4000" dirty="0">
              <a:solidFill>
                <a:srgbClr val="FFFFFF"/>
              </a:solidFill>
            </a:endParaRPr>
          </a:p>
        </p:txBody>
      </p:sp>
      <p:pic>
        <p:nvPicPr>
          <p:cNvPr id="4" name="Imagen 3">
            <a:extLst>
              <a:ext uri="{FF2B5EF4-FFF2-40B4-BE49-F238E27FC236}">
                <a16:creationId xmlns:a16="http://schemas.microsoft.com/office/drawing/2014/main" id="{C12A61AE-CF32-4A5B-9E76-C7D8BD333EC7}"/>
              </a:ext>
            </a:extLst>
          </p:cNvPr>
          <p:cNvPicPr>
            <a:picLocks noChangeAspect="1"/>
          </p:cNvPicPr>
          <p:nvPr/>
        </p:nvPicPr>
        <p:blipFill rotWithShape="1">
          <a:blip r:embed="rId2"/>
          <a:srcRect r="18408"/>
          <a:stretch/>
        </p:blipFill>
        <p:spPr>
          <a:xfrm>
            <a:off x="769982" y="2209801"/>
            <a:ext cx="10801262" cy="3905250"/>
          </a:xfrm>
          <a:prstGeom prst="rect">
            <a:avLst/>
          </a:prstGeom>
        </p:spPr>
      </p:pic>
    </p:spTree>
    <p:extLst>
      <p:ext uri="{BB962C8B-B14F-4D97-AF65-F5344CB8AC3E}">
        <p14:creationId xmlns:p14="http://schemas.microsoft.com/office/powerpoint/2010/main" val="40998610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C642BCC-4F9B-4956-9535-672A25159199}"/>
              </a:ext>
            </a:extLst>
          </p:cNvPr>
          <p:cNvSpPr>
            <a:spLocks noGrp="1"/>
          </p:cNvSpPr>
          <p:nvPr>
            <p:ph type="title"/>
          </p:nvPr>
        </p:nvSpPr>
        <p:spPr>
          <a:xfrm>
            <a:off x="1014141" y="1450655"/>
            <a:ext cx="3932030" cy="3956690"/>
          </a:xfrm>
        </p:spPr>
        <p:txBody>
          <a:bodyPr anchor="ctr">
            <a:normAutofit/>
          </a:bodyPr>
          <a:lstStyle/>
          <a:p>
            <a:r>
              <a:rPr lang="es-MX" sz="6600" dirty="0">
                <a:solidFill>
                  <a:schemeClr val="bg1"/>
                </a:solidFill>
              </a:rPr>
              <a:t>Práctica 5</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1A296236-34A8-4E87-AF60-8FA48718563E}"/>
              </a:ext>
            </a:extLst>
          </p:cNvPr>
          <p:cNvSpPr>
            <a:spLocks noGrp="1"/>
          </p:cNvSpPr>
          <p:nvPr>
            <p:ph idx="1"/>
          </p:nvPr>
        </p:nvSpPr>
        <p:spPr>
          <a:xfrm>
            <a:off x="6096000" y="1108061"/>
            <a:ext cx="5008901" cy="4571972"/>
          </a:xfrm>
        </p:spPr>
        <p:txBody>
          <a:bodyPr anchor="ctr">
            <a:normAutofit/>
          </a:bodyPr>
          <a:lstStyle/>
          <a:p>
            <a:r>
              <a:rPr lang="es-MX" sz="2000" dirty="0">
                <a:solidFill>
                  <a:schemeClr val="bg1"/>
                </a:solidFill>
              </a:rPr>
              <a:t>Hacer un pequeño script que calcule el promedio de una serie de n números entrados por el teclado.</a:t>
            </a:r>
          </a:p>
          <a:p>
            <a:r>
              <a:rPr lang="es-MX" sz="2000" dirty="0">
                <a:solidFill>
                  <a:schemeClr val="bg1"/>
                </a:solidFill>
              </a:rPr>
              <a:t>Documentar el ejercicio en </a:t>
            </a:r>
            <a:r>
              <a:rPr lang="es-MX" sz="2000" dirty="0" err="1">
                <a:solidFill>
                  <a:schemeClr val="bg1"/>
                </a:solidFill>
              </a:rPr>
              <a:t>Github</a:t>
            </a:r>
            <a:r>
              <a:rPr lang="es-MX" sz="2000" dirty="0">
                <a:solidFill>
                  <a:schemeClr val="bg1"/>
                </a:solidFill>
              </a:rPr>
              <a:t>.</a:t>
            </a:r>
          </a:p>
          <a:p>
            <a:pPr lvl="1"/>
            <a:r>
              <a:rPr lang="es-MX" sz="1600" dirty="0">
                <a:solidFill>
                  <a:schemeClr val="bg1"/>
                </a:solidFill>
              </a:rPr>
              <a:t>https://www.youtube.com/watch?v=3XlZWpLwvvo.</a:t>
            </a:r>
          </a:p>
          <a:p>
            <a:pPr lvl="1"/>
            <a:r>
              <a:rPr lang="es-MX" sz="1600" dirty="0">
                <a:solidFill>
                  <a:schemeClr val="bg1"/>
                </a:solidFill>
              </a:rPr>
              <a:t>https://www.youtube.com/watch?v=HiXLkL42tMU</a:t>
            </a:r>
          </a:p>
        </p:txBody>
      </p:sp>
    </p:spTree>
    <p:extLst>
      <p:ext uri="{BB962C8B-B14F-4D97-AF65-F5344CB8AC3E}">
        <p14:creationId xmlns:p14="http://schemas.microsoft.com/office/powerpoint/2010/main" val="8402939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Freeform: Shape 2058">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4A098B89-7303-F11B-6F0A-1D75394FFF60}"/>
              </a:ext>
            </a:extLst>
          </p:cNvPr>
          <p:cNvSpPr>
            <a:spLocks noGrp="1"/>
          </p:cNvSpPr>
          <p:nvPr>
            <p:ph type="title"/>
          </p:nvPr>
        </p:nvSpPr>
        <p:spPr>
          <a:xfrm>
            <a:off x="804672" y="640263"/>
            <a:ext cx="5157216" cy="1344975"/>
          </a:xfrm>
        </p:spPr>
        <p:txBody>
          <a:bodyPr>
            <a:normAutofit/>
          </a:bodyPr>
          <a:lstStyle/>
          <a:p>
            <a:r>
              <a:rPr lang="es-MX" sz="4000" b="0" i="1">
                <a:effectLst/>
                <a:latin typeface="Arial" panose="020B0604020202020204" pitchFamily="34" charset="0"/>
              </a:rPr>
              <a:t>Pip Instalador de Paquetes</a:t>
            </a:r>
            <a:r>
              <a:rPr lang="es-MX" sz="4000"/>
              <a:t> </a:t>
            </a:r>
          </a:p>
        </p:txBody>
      </p:sp>
      <p:sp>
        <p:nvSpPr>
          <p:cNvPr id="3" name="Marcador de contenido 2">
            <a:extLst>
              <a:ext uri="{FF2B5EF4-FFF2-40B4-BE49-F238E27FC236}">
                <a16:creationId xmlns:a16="http://schemas.microsoft.com/office/drawing/2014/main" id="{F871FBDA-3813-3B6A-9A23-CB12A6923D2D}"/>
              </a:ext>
            </a:extLst>
          </p:cNvPr>
          <p:cNvSpPr>
            <a:spLocks noGrp="1"/>
          </p:cNvSpPr>
          <p:nvPr>
            <p:ph idx="1"/>
          </p:nvPr>
        </p:nvSpPr>
        <p:spPr>
          <a:xfrm>
            <a:off x="804672" y="2121763"/>
            <a:ext cx="5157216" cy="3773010"/>
          </a:xfrm>
        </p:spPr>
        <p:txBody>
          <a:bodyPr>
            <a:normAutofit/>
          </a:bodyPr>
          <a:lstStyle/>
          <a:p>
            <a:r>
              <a:rPr lang="es-MX" sz="2000" i="1"/>
              <a:t>pip</a:t>
            </a:r>
            <a:r>
              <a:rPr lang="es-MX" sz="2000"/>
              <a:t> es un sistema de gestión de paquetes utilizado para instalar y administrar paquetes de software escritos en Python. Muchos paquetes pueden ser encontrados en el Python Package Index (PyPI -https://pypi.org/).</a:t>
            </a:r>
          </a:p>
          <a:p>
            <a:pPr lvl="1"/>
            <a:r>
              <a:rPr lang="es-MX" sz="2000" i="1"/>
              <a:t>pip</a:t>
            </a:r>
            <a:r>
              <a:rPr lang="es-MX" sz="2000"/>
              <a:t> es un acrónimo recursivo que se puede interpretar como Pip Instalador de Paquetes o Pip Instalador de Python</a:t>
            </a:r>
          </a:p>
        </p:txBody>
      </p:sp>
      <p:pic>
        <p:nvPicPr>
          <p:cNvPr id="2050" name="Picture 2" descr="How to Install Pip on Windows - ActiveState">
            <a:extLst>
              <a:ext uri="{FF2B5EF4-FFF2-40B4-BE49-F238E27FC236}">
                <a16:creationId xmlns:a16="http://schemas.microsoft.com/office/drawing/2014/main" id="{1F2DE666-587E-C135-D464-3CA674C66B6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69642" y="2079142"/>
            <a:ext cx="4736963" cy="254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234452"/>
      </p:ext>
    </p:extLst>
  </p:cSld>
  <p:clrMapOvr>
    <a:overrideClrMapping bg1="dk1" tx1="lt1" bg2="dk2" tx2="lt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5AD6A3A-5B64-4D0F-9153-0BE517F6C886}"/>
              </a:ext>
            </a:extLst>
          </p:cNvPr>
          <p:cNvSpPr>
            <a:spLocks noGrp="1"/>
          </p:cNvSpPr>
          <p:nvPr>
            <p:ph type="title"/>
          </p:nvPr>
        </p:nvSpPr>
        <p:spPr>
          <a:xfrm>
            <a:off x="1295400" y="669925"/>
            <a:ext cx="4800600" cy="1325563"/>
          </a:xfrm>
        </p:spPr>
        <p:txBody>
          <a:bodyPr anchor="b">
            <a:normAutofit/>
          </a:bodyPr>
          <a:lstStyle/>
          <a:p>
            <a:r>
              <a:rPr lang="es-MX">
                <a:solidFill>
                  <a:schemeClr val="bg1"/>
                </a:solidFill>
              </a:rPr>
              <a:t>Estructuras de datos</a:t>
            </a:r>
          </a:p>
        </p:txBody>
      </p:sp>
      <p:cxnSp>
        <p:nvCxnSpPr>
          <p:cNvPr id="20"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292E6C01-DFC7-4A60-A8CC-CBC677A488A5}"/>
              </a:ext>
            </a:extLst>
          </p:cNvPr>
          <p:cNvSpPr>
            <a:spLocks noGrp="1"/>
          </p:cNvSpPr>
          <p:nvPr>
            <p:ph idx="1"/>
          </p:nvPr>
        </p:nvSpPr>
        <p:spPr>
          <a:xfrm>
            <a:off x="1295400" y="2288833"/>
            <a:ext cx="4800600" cy="3711571"/>
          </a:xfrm>
        </p:spPr>
        <p:txBody>
          <a:bodyPr>
            <a:normAutofit/>
          </a:bodyPr>
          <a:lstStyle/>
          <a:p>
            <a:r>
              <a:rPr lang="es-MX" sz="2000">
                <a:solidFill>
                  <a:schemeClr val="bg1"/>
                </a:solidFill>
              </a:rPr>
              <a:t>¿Cómo Google devuelve el resultado de una búsqueda en cuestión de milisegundos?</a:t>
            </a:r>
          </a:p>
          <a:p>
            <a:r>
              <a:rPr lang="es-MX" sz="2000">
                <a:solidFill>
                  <a:schemeClr val="bg1"/>
                </a:solidFill>
              </a:rPr>
              <a:t>¿Cómo Facebook es capaz de encontrar y sugerir amigos tan “eficientemente”?</a:t>
            </a:r>
          </a:p>
          <a:p>
            <a:r>
              <a:rPr lang="es-MX" sz="2000">
                <a:solidFill>
                  <a:schemeClr val="bg1"/>
                </a:solidFill>
              </a:rPr>
              <a:t>¿Cómo organizar a los alumnos del salón para poder llevar su registro?</a:t>
            </a:r>
          </a:p>
          <a:p>
            <a:r>
              <a:rPr lang="es-MX" sz="2000">
                <a:solidFill>
                  <a:schemeClr val="bg1"/>
                </a:solidFill>
              </a:rPr>
              <a:t>¿Cómo la PC organiza los archivos y luego los busca y los recupera?</a:t>
            </a:r>
          </a:p>
        </p:txBody>
      </p:sp>
      <p:pic>
        <p:nvPicPr>
          <p:cNvPr id="7" name="Imagen 6">
            <a:extLst>
              <a:ext uri="{FF2B5EF4-FFF2-40B4-BE49-F238E27FC236}">
                <a16:creationId xmlns:a16="http://schemas.microsoft.com/office/drawing/2014/main" id="{7F433B95-60B7-44E8-9583-3410EB09FE20}"/>
              </a:ext>
            </a:extLst>
          </p:cNvPr>
          <p:cNvPicPr>
            <a:picLocks noChangeAspect="1"/>
          </p:cNvPicPr>
          <p:nvPr/>
        </p:nvPicPr>
        <p:blipFill>
          <a:blip r:embed="rId2"/>
          <a:stretch>
            <a:fillRect/>
          </a:stretch>
        </p:blipFill>
        <p:spPr>
          <a:xfrm>
            <a:off x="6751918" y="369913"/>
            <a:ext cx="3375190" cy="2784532"/>
          </a:xfrm>
          <a:prstGeom prst="rect">
            <a:avLst/>
          </a:prstGeom>
        </p:spPr>
      </p:pic>
      <p:sp>
        <p:nvSpPr>
          <p:cNvPr id="21" name="Rectangle 15">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043401A7-E136-487A-85D8-2F5F10A1F08E}"/>
              </a:ext>
            </a:extLst>
          </p:cNvPr>
          <p:cNvPicPr>
            <a:picLocks noChangeAspect="1"/>
          </p:cNvPicPr>
          <p:nvPr/>
        </p:nvPicPr>
        <p:blipFill>
          <a:blip r:embed="rId3"/>
          <a:stretch>
            <a:fillRect/>
          </a:stretch>
        </p:blipFill>
        <p:spPr>
          <a:xfrm>
            <a:off x="8038661" y="4270231"/>
            <a:ext cx="3588640" cy="1704604"/>
          </a:xfrm>
          <a:prstGeom prst="rect">
            <a:avLst/>
          </a:prstGeom>
        </p:spPr>
      </p:pic>
      <p:sp>
        <p:nvSpPr>
          <p:cNvPr id="18" name="Rectangle 17">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6976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7EB5A65-5CF9-4B9E-83F4-2D5D333D6A0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Estructura de datos</a:t>
            </a:r>
          </a:p>
        </p:txBody>
      </p:sp>
      <p:pic>
        <p:nvPicPr>
          <p:cNvPr id="1026" name="Picture 2" descr="Pin en Infografías 2019">
            <a:extLst>
              <a:ext uri="{FF2B5EF4-FFF2-40B4-BE49-F238E27FC236}">
                <a16:creationId xmlns:a16="http://schemas.microsoft.com/office/drawing/2014/main" id="{8B868DED-4BA3-4105-940E-2B0BE3F0E0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471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308CA75-1173-4B60-AA2E-9ACEF0C4AAB6}"/>
              </a:ext>
            </a:extLst>
          </p:cNvPr>
          <p:cNvSpPr>
            <a:spLocks noGrp="1"/>
          </p:cNvSpPr>
          <p:nvPr>
            <p:ph type="title"/>
          </p:nvPr>
        </p:nvSpPr>
        <p:spPr>
          <a:xfrm>
            <a:off x="546546" y="669925"/>
            <a:ext cx="4650862" cy="4812755"/>
          </a:xfrm>
        </p:spPr>
        <p:txBody>
          <a:bodyPr anchor="b">
            <a:normAutofit/>
          </a:bodyPr>
          <a:lstStyle/>
          <a:p>
            <a:pPr algn="r"/>
            <a:r>
              <a:rPr lang="en-US" sz="7200">
                <a:solidFill>
                  <a:schemeClr val="bg1"/>
                </a:solidFill>
              </a:rPr>
              <a:t>Estructura de datos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06" y="5597879"/>
            <a:ext cx="5102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E0E2A242-5464-4868-9436-538F4AE2FD55}"/>
              </a:ext>
            </a:extLst>
          </p:cNvPr>
          <p:cNvSpPr>
            <a:spLocks noGrp="1"/>
          </p:cNvSpPr>
          <p:nvPr>
            <p:ph idx="1"/>
          </p:nvPr>
        </p:nvSpPr>
        <p:spPr>
          <a:xfrm>
            <a:off x="6490314" y="753042"/>
            <a:ext cx="4562272" cy="5172060"/>
          </a:xfrm>
        </p:spPr>
        <p:txBody>
          <a:bodyPr anchor="ctr">
            <a:normAutofit/>
          </a:bodyPr>
          <a:lstStyle/>
          <a:p>
            <a:r>
              <a:rPr lang="en-US" sz="2000">
                <a:solidFill>
                  <a:schemeClr val="bg1"/>
                </a:solidFill>
              </a:rPr>
              <a:t>En la actualidad se genera un gran cúmulo de información sin una forma homogénea:</a:t>
            </a:r>
          </a:p>
          <a:p>
            <a:pPr lvl="1"/>
            <a:r>
              <a:rPr lang="en-US" sz="2000">
                <a:solidFill>
                  <a:schemeClr val="bg1"/>
                </a:solidFill>
              </a:rPr>
              <a:t>En Twitter se manejan textos, imágenes, audios.</a:t>
            </a:r>
          </a:p>
          <a:p>
            <a:r>
              <a:rPr lang="en-US" sz="2000">
                <a:solidFill>
                  <a:schemeClr val="bg1"/>
                </a:solidFill>
              </a:rPr>
              <a:t>Recuperar elementos de este gran volume de información es complicado.</a:t>
            </a:r>
          </a:p>
          <a:p>
            <a:pPr lvl="1"/>
            <a:r>
              <a:rPr lang="en-US" sz="2000">
                <a:solidFill>
                  <a:schemeClr val="bg1"/>
                </a:solidFill>
              </a:rPr>
              <a:t>Se necesitar dar un orden y estructuración a la información para hacer viable su procesamiento y recuperación.</a:t>
            </a:r>
          </a:p>
          <a:p>
            <a:pPr lvl="1"/>
            <a:endParaRPr lang="en-US" sz="2000">
              <a:solidFill>
                <a:schemeClr val="bg1"/>
              </a:solidFill>
            </a:endParaRPr>
          </a:p>
          <a:p>
            <a:r>
              <a:rPr lang="en-US" sz="2000">
                <a:solidFill>
                  <a:schemeClr val="bg1"/>
                </a:solidFill>
              </a:rPr>
              <a:t>Estructuras de datos!</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80468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C50E65E-E5AE-48AE-AC67-F9ECBC06D374}"/>
              </a:ext>
            </a:extLst>
          </p:cNvPr>
          <p:cNvSpPr>
            <a:spLocks noGrp="1"/>
          </p:cNvSpPr>
          <p:nvPr>
            <p:ph type="title"/>
          </p:nvPr>
        </p:nvSpPr>
        <p:spPr>
          <a:xfrm>
            <a:off x="594360" y="640263"/>
            <a:ext cx="3822192" cy="1344975"/>
          </a:xfrm>
        </p:spPr>
        <p:txBody>
          <a:bodyPr>
            <a:normAutofit/>
          </a:bodyPr>
          <a:lstStyle/>
          <a:p>
            <a:r>
              <a:rPr lang="en-US" sz="3600">
                <a:solidFill>
                  <a:schemeClr val="bg1"/>
                </a:solidFill>
              </a:rPr>
              <a:t>Estructura de datos</a:t>
            </a:r>
          </a:p>
        </p:txBody>
      </p:sp>
      <p:cxnSp>
        <p:nvCxnSpPr>
          <p:cNvPr id="15" name="Straight Connector 14">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2270EF84-C3F3-4CA1-8D24-A2F8884C552E}"/>
              </a:ext>
            </a:extLst>
          </p:cNvPr>
          <p:cNvSpPr>
            <a:spLocks noGrp="1"/>
          </p:cNvSpPr>
          <p:nvPr>
            <p:ph idx="1"/>
          </p:nvPr>
        </p:nvSpPr>
        <p:spPr>
          <a:xfrm>
            <a:off x="593610" y="2121763"/>
            <a:ext cx="3822192" cy="3773010"/>
          </a:xfrm>
        </p:spPr>
        <p:txBody>
          <a:bodyPr>
            <a:normAutofit/>
          </a:bodyPr>
          <a:lstStyle/>
          <a:p>
            <a:r>
              <a:rPr lang="en-GB" altLang="es-MX" sz="1900">
                <a:solidFill>
                  <a:schemeClr val="bg1"/>
                </a:solidFill>
              </a:rPr>
              <a:t>Cuando se habla de Estructuras de Datos se hace referencia a un conjunto de datos que poseen el mismo nombre,  que pueden ser caracterizados por su organización y por las operaciones que se definen en ella.</a:t>
            </a:r>
          </a:p>
          <a:p>
            <a:r>
              <a:rPr lang="en-GB" altLang="es-MX" sz="1900">
                <a:solidFill>
                  <a:schemeClr val="bg1"/>
                </a:solidFill>
              </a:rPr>
              <a:t>Las Estructuras de Datos son muy importantes en los sistemas de computación y se puede explicar mediante la siguiente clasificación:</a:t>
            </a:r>
            <a:endParaRPr lang="en-US" sz="1900">
              <a:solidFill>
                <a:schemeClr val="bg1"/>
              </a:solidFill>
            </a:endParaRPr>
          </a:p>
        </p:txBody>
      </p:sp>
      <p:graphicFrame>
        <p:nvGraphicFramePr>
          <p:cNvPr id="8" name="Tabla 7">
            <a:extLst>
              <a:ext uri="{FF2B5EF4-FFF2-40B4-BE49-F238E27FC236}">
                <a16:creationId xmlns:a16="http://schemas.microsoft.com/office/drawing/2014/main" id="{7F80A0A8-DAAF-4A5B-8555-15E18584DF73}"/>
              </a:ext>
            </a:extLst>
          </p:cNvPr>
          <p:cNvGraphicFramePr>
            <a:graphicFrameLocks/>
          </p:cNvGraphicFramePr>
          <p:nvPr/>
        </p:nvGraphicFramePr>
        <p:xfrm>
          <a:off x="5110716" y="703101"/>
          <a:ext cx="6596653" cy="4992368"/>
        </p:xfrm>
        <a:graphic>
          <a:graphicData uri="http://schemas.openxmlformats.org/drawingml/2006/table">
            <a:tbl>
              <a:tblPr firstRow="1" bandRow="1">
                <a:tableStyleId>{5940675A-B579-460E-94D1-54222C63F5DA}</a:tableStyleId>
              </a:tblPr>
              <a:tblGrid>
                <a:gridCol w="1702679">
                  <a:extLst>
                    <a:ext uri="{9D8B030D-6E8A-4147-A177-3AD203B41FA5}">
                      <a16:colId xmlns:a16="http://schemas.microsoft.com/office/drawing/2014/main" val="3403221796"/>
                    </a:ext>
                  </a:extLst>
                </a:gridCol>
                <a:gridCol w="1193181">
                  <a:extLst>
                    <a:ext uri="{9D8B030D-6E8A-4147-A177-3AD203B41FA5}">
                      <a16:colId xmlns:a16="http://schemas.microsoft.com/office/drawing/2014/main" val="1057529938"/>
                    </a:ext>
                  </a:extLst>
                </a:gridCol>
                <a:gridCol w="1876833">
                  <a:extLst>
                    <a:ext uri="{9D8B030D-6E8A-4147-A177-3AD203B41FA5}">
                      <a16:colId xmlns:a16="http://schemas.microsoft.com/office/drawing/2014/main" val="310862164"/>
                    </a:ext>
                  </a:extLst>
                </a:gridCol>
                <a:gridCol w="1823960">
                  <a:extLst>
                    <a:ext uri="{9D8B030D-6E8A-4147-A177-3AD203B41FA5}">
                      <a16:colId xmlns:a16="http://schemas.microsoft.com/office/drawing/2014/main" val="3105165434"/>
                    </a:ext>
                  </a:extLst>
                </a:gridCol>
              </a:tblGrid>
              <a:tr h="387109">
                <a:tc rowSpan="4">
                  <a:txBody>
                    <a:bodyPr/>
                    <a:lstStyle/>
                    <a:p>
                      <a:pPr algn="ctr"/>
                      <a:endParaRPr lang="en-US" sz="1700" dirty="0"/>
                    </a:p>
                    <a:p>
                      <a:pPr algn="ctr"/>
                      <a:endParaRPr lang="en-US" sz="1700" dirty="0"/>
                    </a:p>
                    <a:p>
                      <a:pPr algn="ctr"/>
                      <a:r>
                        <a:rPr lang="en-US" sz="1700" dirty="0" err="1"/>
                        <a:t>Datos</a:t>
                      </a:r>
                      <a:r>
                        <a:rPr lang="en-US" sz="1700" dirty="0"/>
                        <a:t> Simples</a:t>
                      </a:r>
                    </a:p>
                  </a:txBody>
                  <a:tcPr marL="87979" marR="87979" marT="43990" marB="43990"/>
                </a:tc>
                <a:tc rowSpan="4">
                  <a:txBody>
                    <a:bodyPr/>
                    <a:lstStyle/>
                    <a:p>
                      <a:pPr algn="ctr"/>
                      <a:endParaRPr lang="en-US" sz="1700" dirty="0"/>
                    </a:p>
                    <a:p>
                      <a:pPr algn="ctr"/>
                      <a:endParaRPr lang="en-US" sz="1700" dirty="0"/>
                    </a:p>
                    <a:p>
                      <a:pPr algn="ctr"/>
                      <a:r>
                        <a:rPr lang="en-US" sz="1700" dirty="0" err="1"/>
                        <a:t>Estándar</a:t>
                      </a:r>
                      <a:endParaRPr lang="en-US" sz="1700" dirty="0"/>
                    </a:p>
                  </a:txBody>
                  <a:tcPr marL="87979" marR="87979" marT="43990" marB="43990"/>
                </a:tc>
                <a:tc gridSpan="2">
                  <a:txBody>
                    <a:bodyPr/>
                    <a:lstStyle/>
                    <a:p>
                      <a:r>
                        <a:rPr lang="en-US" sz="1700"/>
                        <a:t>Entero</a:t>
                      </a:r>
                    </a:p>
                  </a:txBody>
                  <a:tcPr marL="87979" marR="87979" marT="43990" marB="43990"/>
                </a:tc>
                <a:tc hMerge="1">
                  <a:txBody>
                    <a:bodyPr/>
                    <a:lstStyle/>
                    <a:p>
                      <a:endParaRPr lang="en-US" dirty="0"/>
                    </a:p>
                  </a:txBody>
                  <a:tcPr/>
                </a:tc>
                <a:extLst>
                  <a:ext uri="{0D108BD9-81ED-4DB2-BD59-A6C34878D82A}">
                    <a16:rowId xmlns:a16="http://schemas.microsoft.com/office/drawing/2014/main" val="1836285765"/>
                  </a:ext>
                </a:extLst>
              </a:tr>
              <a:tr h="387109">
                <a:tc vMerge="1">
                  <a:txBody>
                    <a:bodyPr/>
                    <a:lstStyle/>
                    <a:p>
                      <a:endParaRPr lang="en-US"/>
                    </a:p>
                  </a:txBody>
                  <a:tcPr/>
                </a:tc>
                <a:tc vMerge="1">
                  <a:txBody>
                    <a:bodyPr/>
                    <a:lstStyle/>
                    <a:p>
                      <a:endParaRPr lang="en-US" dirty="0"/>
                    </a:p>
                  </a:txBody>
                  <a:tcPr/>
                </a:tc>
                <a:tc gridSpan="2">
                  <a:txBody>
                    <a:bodyPr/>
                    <a:lstStyle/>
                    <a:p>
                      <a:r>
                        <a:rPr lang="en-US" sz="1700"/>
                        <a:t>Real</a:t>
                      </a:r>
                    </a:p>
                  </a:txBody>
                  <a:tcPr marL="87979" marR="87979" marT="43990" marB="43990"/>
                </a:tc>
                <a:tc hMerge="1">
                  <a:txBody>
                    <a:bodyPr/>
                    <a:lstStyle/>
                    <a:p>
                      <a:endParaRPr lang="en-US" dirty="0"/>
                    </a:p>
                  </a:txBody>
                  <a:tcPr/>
                </a:tc>
                <a:extLst>
                  <a:ext uri="{0D108BD9-81ED-4DB2-BD59-A6C34878D82A}">
                    <a16:rowId xmlns:a16="http://schemas.microsoft.com/office/drawing/2014/main" val="1536132901"/>
                  </a:ext>
                </a:extLst>
              </a:tr>
              <a:tr h="387109">
                <a:tc vMerge="1">
                  <a:txBody>
                    <a:bodyPr/>
                    <a:lstStyle/>
                    <a:p>
                      <a:endParaRPr lang="en-US"/>
                    </a:p>
                  </a:txBody>
                  <a:tcPr/>
                </a:tc>
                <a:tc vMerge="1">
                  <a:txBody>
                    <a:bodyPr/>
                    <a:lstStyle/>
                    <a:p>
                      <a:endParaRPr lang="en-US" dirty="0"/>
                    </a:p>
                  </a:txBody>
                  <a:tcPr/>
                </a:tc>
                <a:tc gridSpan="2">
                  <a:txBody>
                    <a:bodyPr/>
                    <a:lstStyle/>
                    <a:p>
                      <a:r>
                        <a:rPr lang="en-US" sz="1700"/>
                        <a:t>Caracter</a:t>
                      </a:r>
                    </a:p>
                  </a:txBody>
                  <a:tcPr marL="87979" marR="87979" marT="43990" marB="43990"/>
                </a:tc>
                <a:tc hMerge="1">
                  <a:txBody>
                    <a:bodyPr/>
                    <a:lstStyle/>
                    <a:p>
                      <a:endParaRPr lang="en-US" dirty="0"/>
                    </a:p>
                  </a:txBody>
                  <a:tcPr/>
                </a:tc>
                <a:extLst>
                  <a:ext uri="{0D108BD9-81ED-4DB2-BD59-A6C34878D82A}">
                    <a16:rowId xmlns:a16="http://schemas.microsoft.com/office/drawing/2014/main" val="2238226954"/>
                  </a:ext>
                </a:extLst>
              </a:tr>
              <a:tr h="387109">
                <a:tc vMerge="1">
                  <a:txBody>
                    <a:bodyPr/>
                    <a:lstStyle/>
                    <a:p>
                      <a:endParaRPr lang="en-US" dirty="0"/>
                    </a:p>
                  </a:txBody>
                  <a:tcPr/>
                </a:tc>
                <a:tc vMerge="1">
                  <a:txBody>
                    <a:bodyPr/>
                    <a:lstStyle/>
                    <a:p>
                      <a:endParaRPr lang="en-US" dirty="0"/>
                    </a:p>
                  </a:txBody>
                  <a:tcPr/>
                </a:tc>
                <a:tc gridSpan="2">
                  <a:txBody>
                    <a:bodyPr/>
                    <a:lstStyle/>
                    <a:p>
                      <a:r>
                        <a:rPr lang="en-US" sz="1700"/>
                        <a:t>Lógico</a:t>
                      </a:r>
                    </a:p>
                  </a:txBody>
                  <a:tcPr marL="87979" marR="87979" marT="43990" marB="43990"/>
                </a:tc>
                <a:tc hMerge="1">
                  <a:txBody>
                    <a:bodyPr/>
                    <a:lstStyle/>
                    <a:p>
                      <a:endParaRPr lang="en-US" dirty="0"/>
                    </a:p>
                  </a:txBody>
                  <a:tcPr/>
                </a:tc>
                <a:extLst>
                  <a:ext uri="{0D108BD9-81ED-4DB2-BD59-A6C34878D82A}">
                    <a16:rowId xmlns:a16="http://schemas.microsoft.com/office/drawing/2014/main" val="1915686431"/>
                  </a:ext>
                </a:extLst>
              </a:tr>
              <a:tr h="387109">
                <a:tc rowSpan="9">
                  <a:txBody>
                    <a:bodyPr/>
                    <a:lstStyle/>
                    <a:p>
                      <a:pPr algn="ctr"/>
                      <a:endParaRPr lang="en-US" sz="1700" dirty="0"/>
                    </a:p>
                    <a:p>
                      <a:pPr algn="ctr"/>
                      <a:endParaRPr lang="en-US" sz="1700" dirty="0"/>
                    </a:p>
                    <a:p>
                      <a:pPr algn="ctr"/>
                      <a:endParaRPr lang="en-US" sz="1700" dirty="0"/>
                    </a:p>
                    <a:p>
                      <a:pPr algn="ctr"/>
                      <a:endParaRPr lang="en-US" sz="1700" dirty="0"/>
                    </a:p>
                    <a:p>
                      <a:pPr algn="ctr"/>
                      <a:endParaRPr lang="en-US" sz="1700" dirty="0"/>
                    </a:p>
                    <a:p>
                      <a:pPr algn="ctr"/>
                      <a:r>
                        <a:rPr lang="en-US" sz="1700" dirty="0" err="1"/>
                        <a:t>Datos</a:t>
                      </a:r>
                      <a:r>
                        <a:rPr lang="en-US" sz="1700" dirty="0"/>
                        <a:t> </a:t>
                      </a:r>
                      <a:r>
                        <a:rPr lang="en-US" sz="1700" dirty="0" err="1"/>
                        <a:t>complejos</a:t>
                      </a:r>
                      <a:endParaRPr lang="en-US" sz="1700" dirty="0"/>
                    </a:p>
                    <a:p>
                      <a:pPr algn="ctr"/>
                      <a:r>
                        <a:rPr lang="en-US" sz="1700" dirty="0"/>
                        <a:t>(</a:t>
                      </a:r>
                      <a:r>
                        <a:rPr lang="en-US" sz="1700" dirty="0" err="1"/>
                        <a:t>estructurados</a:t>
                      </a:r>
                      <a:r>
                        <a:rPr lang="en-US" sz="1700" dirty="0"/>
                        <a:t>)</a:t>
                      </a:r>
                    </a:p>
                  </a:txBody>
                  <a:tcPr marL="87979" marR="87979" marT="43990" marB="43990"/>
                </a:tc>
                <a:tc rowSpan="4">
                  <a:txBody>
                    <a:bodyPr/>
                    <a:lstStyle/>
                    <a:p>
                      <a:pPr algn="ctr"/>
                      <a:endParaRPr lang="en-US" sz="1700" dirty="0"/>
                    </a:p>
                    <a:p>
                      <a:pPr algn="ctr"/>
                      <a:endParaRPr lang="en-US" sz="1700" dirty="0"/>
                    </a:p>
                    <a:p>
                      <a:pPr algn="ctr"/>
                      <a:r>
                        <a:rPr lang="en-US" sz="1700" dirty="0" err="1"/>
                        <a:t>Estáticos</a:t>
                      </a:r>
                      <a:endParaRPr lang="en-US" sz="1700" dirty="0"/>
                    </a:p>
                  </a:txBody>
                  <a:tcPr marL="87979" marR="87979" marT="43990" marB="43990"/>
                </a:tc>
                <a:tc gridSpan="2">
                  <a:txBody>
                    <a:bodyPr/>
                    <a:lstStyle/>
                    <a:p>
                      <a:r>
                        <a:rPr lang="en-US" sz="1700" dirty="0" err="1"/>
                        <a:t>Vectores</a:t>
                      </a:r>
                      <a:r>
                        <a:rPr lang="en-US" sz="1700" dirty="0"/>
                        <a:t> (o </a:t>
                      </a:r>
                      <a:r>
                        <a:rPr lang="en-US" sz="1700" dirty="0" err="1"/>
                        <a:t>arreglos</a:t>
                      </a:r>
                      <a:r>
                        <a:rPr lang="en-US" sz="1700" dirty="0"/>
                        <a:t> </a:t>
                      </a:r>
                      <a:r>
                        <a:rPr lang="en-US" sz="1700" dirty="0" err="1"/>
                        <a:t>lineales</a:t>
                      </a:r>
                      <a:r>
                        <a:rPr lang="en-US" sz="1700" dirty="0"/>
                        <a:t>)</a:t>
                      </a:r>
                    </a:p>
                  </a:txBody>
                  <a:tcPr marL="87979" marR="87979" marT="43990" marB="43990"/>
                </a:tc>
                <a:tc hMerge="1">
                  <a:txBody>
                    <a:bodyPr/>
                    <a:lstStyle/>
                    <a:p>
                      <a:endParaRPr lang="en-US" dirty="0"/>
                    </a:p>
                  </a:txBody>
                  <a:tcPr/>
                </a:tc>
                <a:extLst>
                  <a:ext uri="{0D108BD9-81ED-4DB2-BD59-A6C34878D82A}">
                    <a16:rowId xmlns:a16="http://schemas.microsoft.com/office/drawing/2014/main" val="3569042345"/>
                  </a:ext>
                </a:extLst>
              </a:tr>
              <a:tr h="387109">
                <a:tc vMerge="1">
                  <a:txBody>
                    <a:bodyPr/>
                    <a:lstStyle/>
                    <a:p>
                      <a:endParaRPr lang="en-US" dirty="0"/>
                    </a:p>
                  </a:txBody>
                  <a:tcPr/>
                </a:tc>
                <a:tc vMerge="1">
                  <a:txBody>
                    <a:bodyPr/>
                    <a:lstStyle/>
                    <a:p>
                      <a:endParaRPr lang="en-US" dirty="0"/>
                    </a:p>
                  </a:txBody>
                  <a:tcPr/>
                </a:tc>
                <a:tc gridSpan="2">
                  <a:txBody>
                    <a:bodyPr/>
                    <a:lstStyle/>
                    <a:p>
                      <a:r>
                        <a:rPr lang="en-US" sz="1700" dirty="0"/>
                        <a:t>Matrices (o </a:t>
                      </a:r>
                      <a:r>
                        <a:rPr lang="en-US" sz="1700" dirty="0" err="1"/>
                        <a:t>arreglos</a:t>
                      </a:r>
                      <a:r>
                        <a:rPr lang="en-US" sz="1700" dirty="0"/>
                        <a:t> </a:t>
                      </a:r>
                      <a:r>
                        <a:rPr lang="en-US" sz="1700" dirty="0" err="1"/>
                        <a:t>bidimensinoales</a:t>
                      </a:r>
                      <a:r>
                        <a:rPr lang="en-US" sz="1700" dirty="0"/>
                        <a:t>)</a:t>
                      </a:r>
                    </a:p>
                  </a:txBody>
                  <a:tcPr marL="87979" marR="87979" marT="43990" marB="43990"/>
                </a:tc>
                <a:tc hMerge="1">
                  <a:txBody>
                    <a:bodyPr/>
                    <a:lstStyle/>
                    <a:p>
                      <a:endParaRPr lang="en-US" dirty="0"/>
                    </a:p>
                  </a:txBody>
                  <a:tcPr/>
                </a:tc>
                <a:extLst>
                  <a:ext uri="{0D108BD9-81ED-4DB2-BD59-A6C34878D82A}">
                    <a16:rowId xmlns:a16="http://schemas.microsoft.com/office/drawing/2014/main" val="2428586716"/>
                  </a:ext>
                </a:extLst>
              </a:tr>
              <a:tr h="387109">
                <a:tc vMerge="1">
                  <a:txBody>
                    <a:bodyPr/>
                    <a:lstStyle/>
                    <a:p>
                      <a:endParaRPr lang="en-US" dirty="0"/>
                    </a:p>
                  </a:txBody>
                  <a:tcPr/>
                </a:tc>
                <a:tc vMerge="1">
                  <a:txBody>
                    <a:bodyPr/>
                    <a:lstStyle/>
                    <a:p>
                      <a:endParaRPr lang="en-US" dirty="0"/>
                    </a:p>
                  </a:txBody>
                  <a:tcPr/>
                </a:tc>
                <a:tc gridSpan="2">
                  <a:txBody>
                    <a:bodyPr/>
                    <a:lstStyle/>
                    <a:p>
                      <a:r>
                        <a:rPr lang="en-US" sz="1700"/>
                        <a:t>Registros</a:t>
                      </a:r>
                    </a:p>
                  </a:txBody>
                  <a:tcPr marL="87979" marR="87979" marT="43990" marB="43990"/>
                </a:tc>
                <a:tc hMerge="1">
                  <a:txBody>
                    <a:bodyPr/>
                    <a:lstStyle/>
                    <a:p>
                      <a:endParaRPr lang="en-US" dirty="0"/>
                    </a:p>
                  </a:txBody>
                  <a:tcPr/>
                </a:tc>
                <a:extLst>
                  <a:ext uri="{0D108BD9-81ED-4DB2-BD59-A6C34878D82A}">
                    <a16:rowId xmlns:a16="http://schemas.microsoft.com/office/drawing/2014/main" val="3669003551"/>
                  </a:ext>
                </a:extLst>
              </a:tr>
              <a:tr h="387109">
                <a:tc vMerge="1">
                  <a:txBody>
                    <a:bodyPr/>
                    <a:lstStyle/>
                    <a:p>
                      <a:endParaRPr lang="en-US" dirty="0"/>
                    </a:p>
                  </a:txBody>
                  <a:tcPr/>
                </a:tc>
                <a:tc vMerge="1">
                  <a:txBody>
                    <a:bodyPr/>
                    <a:lstStyle/>
                    <a:p>
                      <a:endParaRPr lang="en-US" dirty="0"/>
                    </a:p>
                  </a:txBody>
                  <a:tcPr/>
                </a:tc>
                <a:tc gridSpan="2">
                  <a:txBody>
                    <a:bodyPr/>
                    <a:lstStyle/>
                    <a:p>
                      <a:r>
                        <a:rPr lang="en-US" sz="1700"/>
                        <a:t>Archivos</a:t>
                      </a:r>
                    </a:p>
                  </a:txBody>
                  <a:tcPr marL="87979" marR="87979" marT="43990" marB="43990"/>
                </a:tc>
                <a:tc hMerge="1">
                  <a:txBody>
                    <a:bodyPr/>
                    <a:lstStyle/>
                    <a:p>
                      <a:endParaRPr lang="en-US" dirty="0"/>
                    </a:p>
                  </a:txBody>
                  <a:tcPr/>
                </a:tc>
                <a:extLst>
                  <a:ext uri="{0D108BD9-81ED-4DB2-BD59-A6C34878D82A}">
                    <a16:rowId xmlns:a16="http://schemas.microsoft.com/office/drawing/2014/main" val="4103762457"/>
                  </a:ext>
                </a:extLst>
              </a:tr>
              <a:tr h="387109">
                <a:tc vMerge="1">
                  <a:txBody>
                    <a:bodyPr/>
                    <a:lstStyle/>
                    <a:p>
                      <a:endParaRPr lang="en-US" dirty="0"/>
                    </a:p>
                  </a:txBody>
                  <a:tcPr/>
                </a:tc>
                <a:tc rowSpan="5">
                  <a:txBody>
                    <a:bodyPr/>
                    <a:lstStyle/>
                    <a:p>
                      <a:pPr algn="ctr"/>
                      <a:endParaRPr lang="en-US" sz="1700" dirty="0"/>
                    </a:p>
                    <a:p>
                      <a:pPr algn="ctr"/>
                      <a:endParaRPr lang="en-US" sz="1700" dirty="0"/>
                    </a:p>
                    <a:p>
                      <a:pPr algn="ctr"/>
                      <a:endParaRPr lang="en-US" sz="1700" dirty="0"/>
                    </a:p>
                    <a:p>
                      <a:pPr algn="ctr"/>
                      <a:r>
                        <a:rPr lang="en-US" sz="1700" dirty="0" err="1"/>
                        <a:t>Dinámicos</a:t>
                      </a:r>
                      <a:endParaRPr lang="en-US" sz="1700" dirty="0"/>
                    </a:p>
                  </a:txBody>
                  <a:tcPr marL="87979" marR="87979" marT="43990" marB="43990"/>
                </a:tc>
                <a:tc rowSpan="3">
                  <a:txBody>
                    <a:bodyPr/>
                    <a:lstStyle/>
                    <a:p>
                      <a:pPr algn="ctr"/>
                      <a:endParaRPr lang="en-US" sz="1700" dirty="0"/>
                    </a:p>
                    <a:p>
                      <a:pPr algn="ctr"/>
                      <a:endParaRPr lang="en-US" sz="1700" dirty="0"/>
                    </a:p>
                    <a:p>
                      <a:pPr algn="ctr"/>
                      <a:r>
                        <a:rPr lang="en-US" sz="1700" dirty="0" err="1"/>
                        <a:t>Lineales</a:t>
                      </a:r>
                      <a:endParaRPr lang="en-US" sz="1700" dirty="0"/>
                    </a:p>
                  </a:txBody>
                  <a:tcPr marL="87979" marR="87979" marT="43990" marB="43990"/>
                </a:tc>
                <a:tc>
                  <a:txBody>
                    <a:bodyPr/>
                    <a:lstStyle/>
                    <a:p>
                      <a:r>
                        <a:rPr lang="en-US" sz="1700"/>
                        <a:t>Pilas</a:t>
                      </a:r>
                    </a:p>
                  </a:txBody>
                  <a:tcPr marL="87979" marR="87979" marT="43990" marB="43990"/>
                </a:tc>
                <a:extLst>
                  <a:ext uri="{0D108BD9-81ED-4DB2-BD59-A6C34878D82A}">
                    <a16:rowId xmlns:a16="http://schemas.microsoft.com/office/drawing/2014/main" val="605100958"/>
                  </a:ext>
                </a:extLst>
              </a:tr>
              <a:tr h="387109">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sz="1700"/>
                        <a:t>Colas</a:t>
                      </a:r>
                    </a:p>
                  </a:txBody>
                  <a:tcPr marL="87979" marR="87979" marT="43990" marB="43990"/>
                </a:tc>
                <a:extLst>
                  <a:ext uri="{0D108BD9-81ED-4DB2-BD59-A6C34878D82A}">
                    <a16:rowId xmlns:a16="http://schemas.microsoft.com/office/drawing/2014/main" val="958720624"/>
                  </a:ext>
                </a:extLst>
              </a:tr>
              <a:tr h="320538">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sz="1700" dirty="0" err="1"/>
                        <a:t>Listas</a:t>
                      </a:r>
                      <a:r>
                        <a:rPr lang="en-US" sz="1700" dirty="0"/>
                        <a:t> </a:t>
                      </a:r>
                      <a:r>
                        <a:rPr lang="en-US" sz="1700" dirty="0" err="1"/>
                        <a:t>Enlazadas</a:t>
                      </a:r>
                      <a:endParaRPr lang="en-US" sz="1700" dirty="0"/>
                    </a:p>
                  </a:txBody>
                  <a:tcPr marL="87979" marR="87979" marT="43990" marB="43990"/>
                </a:tc>
                <a:extLst>
                  <a:ext uri="{0D108BD9-81ED-4DB2-BD59-A6C34878D82A}">
                    <a16:rowId xmlns:a16="http://schemas.microsoft.com/office/drawing/2014/main" val="1733460595"/>
                  </a:ext>
                </a:extLst>
              </a:tr>
              <a:tr h="387109">
                <a:tc vMerge="1">
                  <a:txBody>
                    <a:bodyPr/>
                    <a:lstStyle/>
                    <a:p>
                      <a:endParaRPr lang="en-US" dirty="0"/>
                    </a:p>
                  </a:txBody>
                  <a:tcPr/>
                </a:tc>
                <a:tc vMerge="1">
                  <a:txBody>
                    <a:bodyPr/>
                    <a:lstStyle/>
                    <a:p>
                      <a:endParaRPr lang="en-US" dirty="0"/>
                    </a:p>
                  </a:txBody>
                  <a:tcPr/>
                </a:tc>
                <a:tc rowSpan="2">
                  <a:txBody>
                    <a:bodyPr/>
                    <a:lstStyle/>
                    <a:p>
                      <a:pPr algn="ctr"/>
                      <a:endParaRPr lang="en-US" sz="1700" dirty="0"/>
                    </a:p>
                    <a:p>
                      <a:pPr algn="ctr"/>
                      <a:r>
                        <a:rPr lang="en-US" sz="1700" dirty="0"/>
                        <a:t>No </a:t>
                      </a:r>
                      <a:r>
                        <a:rPr lang="en-US" sz="1700" dirty="0" err="1"/>
                        <a:t>lineales</a:t>
                      </a:r>
                      <a:endParaRPr lang="en-US" sz="1700" dirty="0"/>
                    </a:p>
                  </a:txBody>
                  <a:tcPr marL="87979" marR="87979" marT="43990" marB="43990"/>
                </a:tc>
                <a:tc>
                  <a:txBody>
                    <a:bodyPr/>
                    <a:lstStyle/>
                    <a:p>
                      <a:r>
                        <a:rPr lang="en-US" sz="1700"/>
                        <a:t>Árboles</a:t>
                      </a:r>
                    </a:p>
                  </a:txBody>
                  <a:tcPr marL="87979" marR="87979" marT="43990" marB="43990"/>
                </a:tc>
                <a:extLst>
                  <a:ext uri="{0D108BD9-81ED-4DB2-BD59-A6C34878D82A}">
                    <a16:rowId xmlns:a16="http://schemas.microsoft.com/office/drawing/2014/main" val="3131959477"/>
                  </a:ext>
                </a:extLst>
              </a:tr>
              <a:tr h="387109">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sz="1700" dirty="0" err="1"/>
                        <a:t>Grafos</a:t>
                      </a:r>
                      <a:endParaRPr lang="en-US" sz="1700" dirty="0"/>
                    </a:p>
                  </a:txBody>
                  <a:tcPr marL="87979" marR="87979" marT="43990" marB="43990"/>
                </a:tc>
                <a:extLst>
                  <a:ext uri="{0D108BD9-81ED-4DB2-BD59-A6C34878D82A}">
                    <a16:rowId xmlns:a16="http://schemas.microsoft.com/office/drawing/2014/main" val="1325653163"/>
                  </a:ext>
                </a:extLst>
              </a:tr>
            </a:tbl>
          </a:graphicData>
        </a:graphic>
      </p:graphicFrame>
    </p:spTree>
    <p:extLst>
      <p:ext uri="{BB962C8B-B14F-4D97-AF65-F5344CB8AC3E}">
        <p14:creationId xmlns:p14="http://schemas.microsoft.com/office/powerpoint/2010/main" val="33436173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D1D7179B-FF7C-482F-B3D9-2BE9ED113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10300" cy="6858000"/>
          </a:xfrm>
          <a:custGeom>
            <a:avLst/>
            <a:gdLst>
              <a:gd name="connsiteX0" fmla="*/ 0 w 6210300"/>
              <a:gd name="connsiteY0" fmla="*/ 0 h 6858000"/>
              <a:gd name="connsiteX1" fmla="*/ 2628900 w 6210300"/>
              <a:gd name="connsiteY1" fmla="*/ 0 h 6858000"/>
              <a:gd name="connsiteX2" fmla="*/ 3034146 w 6210300"/>
              <a:gd name="connsiteY2" fmla="*/ 0 h 6858000"/>
              <a:gd name="connsiteX3" fmla="*/ 6210300 w 6210300"/>
              <a:gd name="connsiteY3" fmla="*/ 6858000 h 6858000"/>
              <a:gd name="connsiteX4" fmla="*/ 2628900 w 6210300"/>
              <a:gd name="connsiteY4" fmla="*/ 6858000 h 6858000"/>
              <a:gd name="connsiteX5" fmla="*/ 0 w 62103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6858000">
                <a:moveTo>
                  <a:pt x="0" y="0"/>
                </a:moveTo>
                <a:lnTo>
                  <a:pt x="2628900" y="0"/>
                </a:lnTo>
                <a:lnTo>
                  <a:pt x="3034146" y="0"/>
                </a:lnTo>
                <a:lnTo>
                  <a:pt x="6210300" y="6858000"/>
                </a:lnTo>
                <a:lnTo>
                  <a:pt x="26289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2054166-4D13-49F1-B0DF-D388F14F2F66}"/>
              </a:ext>
            </a:extLst>
          </p:cNvPr>
          <p:cNvSpPr>
            <a:spLocks noGrp="1"/>
          </p:cNvSpPr>
          <p:nvPr>
            <p:ph type="title"/>
          </p:nvPr>
        </p:nvSpPr>
        <p:spPr>
          <a:xfrm>
            <a:off x="833002" y="365125"/>
            <a:ext cx="3973667" cy="5811837"/>
          </a:xfrm>
        </p:spPr>
        <p:txBody>
          <a:bodyPr>
            <a:normAutofit/>
          </a:bodyPr>
          <a:lstStyle/>
          <a:p>
            <a:r>
              <a:rPr lang="en-US">
                <a:solidFill>
                  <a:srgbClr val="FFFFFF"/>
                </a:solidFill>
              </a:rPr>
              <a:t>Estructura de datos</a:t>
            </a:r>
          </a:p>
        </p:txBody>
      </p:sp>
      <p:sp>
        <p:nvSpPr>
          <p:cNvPr id="9" name="Marcador de contenido 8">
            <a:extLst>
              <a:ext uri="{FF2B5EF4-FFF2-40B4-BE49-F238E27FC236}">
                <a16:creationId xmlns:a16="http://schemas.microsoft.com/office/drawing/2014/main" id="{FA562A62-F7C4-4450-A8B7-633E04BE9E14}"/>
              </a:ext>
            </a:extLst>
          </p:cNvPr>
          <p:cNvSpPr>
            <a:spLocks noGrp="1"/>
          </p:cNvSpPr>
          <p:nvPr>
            <p:ph idx="1"/>
          </p:nvPr>
        </p:nvSpPr>
        <p:spPr>
          <a:xfrm>
            <a:off x="5356927" y="365125"/>
            <a:ext cx="5996871" cy="5811837"/>
          </a:xfrm>
        </p:spPr>
        <p:txBody>
          <a:bodyPr anchor="ctr">
            <a:normAutofit/>
          </a:bodyPr>
          <a:lstStyle/>
          <a:p>
            <a:r>
              <a:rPr lang="en-GB" altLang="es-MX" sz="2000">
                <a:solidFill>
                  <a:srgbClr val="FFFFFF"/>
                </a:solidFill>
              </a:rPr>
              <a:t>Estructuras estáticas:</a:t>
            </a:r>
          </a:p>
          <a:p>
            <a:pPr lvl="1"/>
            <a:r>
              <a:rPr lang="en-GB" altLang="es-MX" sz="2000">
                <a:solidFill>
                  <a:srgbClr val="FFFFFF"/>
                </a:solidFill>
              </a:rPr>
              <a:t>Son aquellas en las que el tamaño ocupado en memoria se define en tiempo de diseño y no puede ser modificado durante la ejecución. </a:t>
            </a:r>
          </a:p>
          <a:p>
            <a:r>
              <a:rPr lang="en-GB" altLang="es-MX" sz="2000">
                <a:solidFill>
                  <a:srgbClr val="FFFFFF"/>
                </a:solidFill>
              </a:rPr>
              <a:t>Estructuras dinámicas:</a:t>
            </a:r>
          </a:p>
          <a:p>
            <a:pPr lvl="1"/>
            <a:r>
              <a:rPr lang="en-GB" altLang="es-MX" sz="2000">
                <a:solidFill>
                  <a:srgbClr val="FFFFFF"/>
                </a:solidFill>
              </a:rPr>
              <a:t>No tienen limitaciones en cuanto al tamaño de memoria ocupada.</a:t>
            </a:r>
          </a:p>
          <a:p>
            <a:r>
              <a:rPr lang="en-GB" altLang="es-MX" sz="2000">
                <a:solidFill>
                  <a:srgbClr val="FFFFFF"/>
                </a:solidFill>
              </a:rPr>
              <a:t>Estructuras dinámicas lineales:</a:t>
            </a:r>
          </a:p>
          <a:p>
            <a:pPr lvl="1"/>
            <a:r>
              <a:rPr lang="en-GB" altLang="es-MX" sz="2000">
                <a:solidFill>
                  <a:srgbClr val="FFFFFF"/>
                </a:solidFill>
              </a:rPr>
              <a:t>Son aquellas donde dado un elemento siempre va a tener un sucesor y un predecesor.</a:t>
            </a:r>
          </a:p>
          <a:p>
            <a:r>
              <a:rPr lang="en-GB" altLang="es-MX" sz="2000">
                <a:solidFill>
                  <a:srgbClr val="FFFFFF"/>
                </a:solidFill>
              </a:rPr>
              <a:t>Estructura dinámicas no lineales:</a:t>
            </a:r>
          </a:p>
          <a:p>
            <a:pPr lvl="1"/>
            <a:r>
              <a:rPr lang="en-GB" altLang="es-MX" sz="2000">
                <a:solidFill>
                  <a:srgbClr val="FFFFFF"/>
                </a:solidFill>
              </a:rPr>
              <a:t>Son aquellas donde un elemento puede tener más de un sucesor y más de un predecesor.</a:t>
            </a:r>
          </a:p>
        </p:txBody>
      </p:sp>
    </p:spTree>
    <p:extLst>
      <p:ext uri="{BB962C8B-B14F-4D97-AF65-F5344CB8AC3E}">
        <p14:creationId xmlns:p14="http://schemas.microsoft.com/office/powerpoint/2010/main" val="3654792055"/>
      </p:ext>
    </p:extLst>
  </p:cSld>
  <p:clrMapOvr>
    <a:overrideClrMapping bg1="dk1" tx1="lt1" bg2="dk2" tx2="lt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F744086-C617-4D75-A48B-BE21C7C1A35B}"/>
              </a:ext>
            </a:extLst>
          </p:cNvPr>
          <p:cNvSpPr>
            <a:spLocks noGrp="1"/>
          </p:cNvSpPr>
          <p:nvPr>
            <p:ph type="title"/>
          </p:nvPr>
        </p:nvSpPr>
        <p:spPr>
          <a:xfrm>
            <a:off x="804672" y="640263"/>
            <a:ext cx="5157216" cy="1344975"/>
          </a:xfrm>
        </p:spPr>
        <p:txBody>
          <a:bodyPr>
            <a:normAutofit/>
          </a:bodyPr>
          <a:lstStyle/>
          <a:p>
            <a:r>
              <a:rPr lang="en-US" sz="4000"/>
              <a:t>Arreglos lineales</a:t>
            </a:r>
          </a:p>
        </p:txBody>
      </p:sp>
      <p:sp>
        <p:nvSpPr>
          <p:cNvPr id="3" name="Marcador de contenido 2">
            <a:extLst>
              <a:ext uri="{FF2B5EF4-FFF2-40B4-BE49-F238E27FC236}">
                <a16:creationId xmlns:a16="http://schemas.microsoft.com/office/drawing/2014/main" id="{A6AEDB35-D422-41A4-BAAB-0060ED603546}"/>
              </a:ext>
            </a:extLst>
          </p:cNvPr>
          <p:cNvSpPr>
            <a:spLocks noGrp="1"/>
          </p:cNvSpPr>
          <p:nvPr>
            <p:ph idx="1"/>
          </p:nvPr>
        </p:nvSpPr>
        <p:spPr>
          <a:xfrm>
            <a:off x="804672" y="2121763"/>
            <a:ext cx="5157216" cy="3773010"/>
          </a:xfrm>
        </p:spPr>
        <p:txBody>
          <a:bodyPr>
            <a:normAutofit/>
          </a:bodyPr>
          <a:lstStyle/>
          <a:p>
            <a:r>
              <a:rPr lang="en-GB" altLang="es-MX" sz="1800" dirty="0"/>
              <a:t>Se </a:t>
            </a:r>
            <a:r>
              <a:rPr lang="en-GB" altLang="es-MX" sz="1800" dirty="0" err="1"/>
              <a:t>definen</a:t>
            </a:r>
            <a:r>
              <a:rPr lang="en-GB" altLang="es-MX" sz="1800" dirty="0"/>
              <a:t> </a:t>
            </a:r>
            <a:r>
              <a:rPr lang="en-GB" altLang="es-MX" sz="1800" dirty="0" err="1"/>
              <a:t>como</a:t>
            </a:r>
            <a:r>
              <a:rPr lang="en-GB" altLang="es-MX" sz="1800" dirty="0"/>
              <a:t> una </a:t>
            </a:r>
            <a:r>
              <a:rPr lang="en-GB" altLang="es-MX" sz="1800" dirty="0" err="1"/>
              <a:t>colección</a:t>
            </a:r>
            <a:r>
              <a:rPr lang="en-GB" altLang="es-MX" sz="1800" dirty="0"/>
              <a:t> </a:t>
            </a:r>
            <a:r>
              <a:rPr lang="en-GB" altLang="es-MX" sz="1800" dirty="0" err="1"/>
              <a:t>finita</a:t>
            </a:r>
            <a:r>
              <a:rPr lang="en-GB" altLang="es-MX" sz="1800" dirty="0"/>
              <a:t>, </a:t>
            </a:r>
            <a:r>
              <a:rPr lang="en-GB" altLang="es-MX" sz="1800" dirty="0" err="1"/>
              <a:t>homogénea</a:t>
            </a:r>
            <a:r>
              <a:rPr lang="en-GB" altLang="es-MX" sz="1800" dirty="0"/>
              <a:t> y </a:t>
            </a:r>
            <a:r>
              <a:rPr lang="en-GB" altLang="es-MX" sz="1800" dirty="0" err="1"/>
              <a:t>ordenada</a:t>
            </a:r>
            <a:r>
              <a:rPr lang="en-GB" altLang="es-MX" sz="1800" dirty="0"/>
              <a:t> de </a:t>
            </a:r>
            <a:r>
              <a:rPr lang="en-GB" altLang="es-MX" sz="1800" dirty="0" err="1"/>
              <a:t>elementos</a:t>
            </a:r>
            <a:r>
              <a:rPr lang="en-GB" altLang="es-MX" sz="1800" dirty="0"/>
              <a:t>.</a:t>
            </a:r>
          </a:p>
          <a:p>
            <a:pPr lvl="1"/>
            <a:r>
              <a:rPr lang="en-GB" altLang="es-MX" sz="1800" dirty="0" err="1"/>
              <a:t>Finita</a:t>
            </a:r>
            <a:r>
              <a:rPr lang="en-GB" altLang="es-MX" sz="1800" dirty="0"/>
              <a:t>: </a:t>
            </a:r>
            <a:r>
              <a:rPr lang="en-GB" altLang="es-MX" sz="1800" dirty="0" err="1"/>
              <a:t>Todo</a:t>
            </a:r>
            <a:r>
              <a:rPr lang="en-GB" altLang="es-MX" sz="1800" dirty="0"/>
              <a:t> </a:t>
            </a:r>
            <a:r>
              <a:rPr lang="en-GB" altLang="es-MX" sz="1800" dirty="0" err="1"/>
              <a:t>arreglo</a:t>
            </a:r>
            <a:r>
              <a:rPr lang="en-GB" altLang="es-MX" sz="1800" dirty="0"/>
              <a:t> </a:t>
            </a:r>
            <a:r>
              <a:rPr lang="en-GB" altLang="es-MX" sz="1800" dirty="0" err="1"/>
              <a:t>tiene</a:t>
            </a:r>
            <a:r>
              <a:rPr lang="en-GB" altLang="es-MX" sz="1800" dirty="0"/>
              <a:t> un </a:t>
            </a:r>
            <a:r>
              <a:rPr lang="en-GB" altLang="es-MX" sz="1800" dirty="0" err="1"/>
              <a:t>límite</a:t>
            </a:r>
            <a:r>
              <a:rPr lang="en-GB" altLang="es-MX" sz="1800" dirty="0"/>
              <a:t>; es </a:t>
            </a:r>
            <a:r>
              <a:rPr lang="en-GB" altLang="es-MX" sz="1800" dirty="0" err="1"/>
              <a:t>decir</a:t>
            </a:r>
            <a:r>
              <a:rPr lang="en-GB" altLang="es-MX" sz="1800" dirty="0"/>
              <a:t>, debe </a:t>
            </a:r>
            <a:r>
              <a:rPr lang="en-GB" altLang="es-MX" sz="1800" dirty="0" err="1"/>
              <a:t>determinarse</a:t>
            </a:r>
            <a:r>
              <a:rPr lang="en-GB" altLang="es-MX" sz="1800" dirty="0"/>
              <a:t> </a:t>
            </a:r>
            <a:r>
              <a:rPr lang="en-GB" altLang="es-MX" sz="1800" dirty="0" err="1"/>
              <a:t>cual</a:t>
            </a:r>
            <a:r>
              <a:rPr lang="en-GB" altLang="es-MX" sz="1800" dirty="0"/>
              <a:t> </a:t>
            </a:r>
            <a:r>
              <a:rPr lang="en-GB" altLang="es-MX" sz="1800" dirty="0" err="1"/>
              <a:t>será</a:t>
            </a:r>
            <a:r>
              <a:rPr lang="en-GB" altLang="es-MX" sz="1800" dirty="0"/>
              <a:t> el </a:t>
            </a:r>
            <a:r>
              <a:rPr lang="en-GB" altLang="es-MX" sz="1800" dirty="0" err="1"/>
              <a:t>número</a:t>
            </a:r>
            <a:r>
              <a:rPr lang="en-GB" altLang="es-MX" sz="1800" dirty="0"/>
              <a:t> </a:t>
            </a:r>
            <a:r>
              <a:rPr lang="en-GB" altLang="es-MX" sz="1800" dirty="0" err="1"/>
              <a:t>máximo</a:t>
            </a:r>
            <a:r>
              <a:rPr lang="en-GB" altLang="es-MX" sz="1800" dirty="0"/>
              <a:t> de </a:t>
            </a:r>
            <a:r>
              <a:rPr lang="en-GB" altLang="es-MX" sz="1800" dirty="0" err="1"/>
              <a:t>elementos</a:t>
            </a:r>
            <a:r>
              <a:rPr lang="en-GB" altLang="es-MX" sz="1800" dirty="0"/>
              <a:t> que </a:t>
            </a:r>
            <a:r>
              <a:rPr lang="en-GB" altLang="es-MX" sz="1800" dirty="0" err="1"/>
              <a:t>podrán</a:t>
            </a:r>
            <a:r>
              <a:rPr lang="en-GB" altLang="es-MX" sz="1800" dirty="0"/>
              <a:t> </a:t>
            </a:r>
            <a:r>
              <a:rPr lang="en-GB" altLang="es-MX" sz="1800" dirty="0" err="1"/>
              <a:t>formar</a:t>
            </a:r>
            <a:r>
              <a:rPr lang="en-GB" altLang="es-MX" sz="1800" dirty="0"/>
              <a:t> </a:t>
            </a:r>
            <a:r>
              <a:rPr lang="en-GB" altLang="es-MX" sz="1800" dirty="0" err="1"/>
              <a:t>parte</a:t>
            </a:r>
            <a:r>
              <a:rPr lang="en-GB" altLang="es-MX" sz="1800" dirty="0"/>
              <a:t> del </a:t>
            </a:r>
            <a:r>
              <a:rPr lang="en-GB" altLang="es-MX" sz="1800" dirty="0" err="1"/>
              <a:t>arreglo</a:t>
            </a:r>
            <a:r>
              <a:rPr lang="en-GB" altLang="es-MX" sz="1800" dirty="0"/>
              <a:t>.</a:t>
            </a:r>
          </a:p>
          <a:p>
            <a:pPr lvl="1"/>
            <a:r>
              <a:rPr lang="en-GB" altLang="es-MX" sz="1800" dirty="0" err="1"/>
              <a:t>Homogénea</a:t>
            </a:r>
            <a:r>
              <a:rPr lang="en-GB" altLang="es-MX" sz="1800" dirty="0"/>
              <a:t>: </a:t>
            </a:r>
            <a:r>
              <a:rPr lang="en-GB" altLang="es-MX" sz="1800" dirty="0" err="1"/>
              <a:t>Todos</a:t>
            </a:r>
            <a:r>
              <a:rPr lang="en-GB" altLang="es-MX" sz="1800" dirty="0"/>
              <a:t> los </a:t>
            </a:r>
            <a:r>
              <a:rPr lang="en-GB" altLang="es-MX" sz="1800" dirty="0" err="1"/>
              <a:t>elementos</a:t>
            </a:r>
            <a:r>
              <a:rPr lang="en-GB" altLang="es-MX" sz="1800" dirty="0"/>
              <a:t> de un </a:t>
            </a:r>
            <a:r>
              <a:rPr lang="en-GB" altLang="es-MX" sz="1800" dirty="0" err="1"/>
              <a:t>arreglo</a:t>
            </a:r>
            <a:r>
              <a:rPr lang="en-GB" altLang="es-MX" sz="1800" dirty="0"/>
              <a:t> son del </a:t>
            </a:r>
            <a:r>
              <a:rPr lang="en-GB" altLang="es-MX" sz="1800" dirty="0" err="1"/>
              <a:t>mismo</a:t>
            </a:r>
            <a:r>
              <a:rPr lang="en-GB" altLang="es-MX" sz="1800" dirty="0"/>
              <a:t> tipo o </a:t>
            </a:r>
            <a:r>
              <a:rPr lang="en-GB" altLang="es-MX" sz="1800" dirty="0" err="1"/>
              <a:t>naturaleza</a:t>
            </a:r>
            <a:r>
              <a:rPr lang="en-GB" altLang="es-MX" sz="1800" dirty="0"/>
              <a:t> (</a:t>
            </a:r>
            <a:r>
              <a:rPr lang="en-GB" altLang="es-MX" sz="1800" dirty="0" err="1"/>
              <a:t>todos</a:t>
            </a:r>
            <a:r>
              <a:rPr lang="en-GB" altLang="es-MX" sz="1800" dirty="0"/>
              <a:t> </a:t>
            </a:r>
            <a:r>
              <a:rPr lang="en-GB" altLang="es-MX" sz="1800" dirty="0" err="1"/>
              <a:t>enteros</a:t>
            </a:r>
            <a:r>
              <a:rPr lang="en-GB" altLang="es-MX" sz="1800" dirty="0"/>
              <a:t>, </a:t>
            </a:r>
            <a:r>
              <a:rPr lang="en-GB" altLang="es-MX" sz="1800" dirty="0" err="1"/>
              <a:t>todos</a:t>
            </a:r>
            <a:r>
              <a:rPr lang="en-GB" altLang="es-MX" sz="1800" dirty="0"/>
              <a:t> </a:t>
            </a:r>
            <a:r>
              <a:rPr lang="en-GB" altLang="es-MX" sz="1800" dirty="0" err="1"/>
              <a:t>booleanos</a:t>
            </a:r>
            <a:r>
              <a:rPr lang="en-GB" altLang="es-MX" sz="1800" dirty="0"/>
              <a:t>, etc. ), </a:t>
            </a:r>
            <a:r>
              <a:rPr lang="en-GB" altLang="es-MX" sz="1800" dirty="0" err="1"/>
              <a:t>pero</a:t>
            </a:r>
            <a:r>
              <a:rPr lang="en-GB" altLang="es-MX" sz="1800" dirty="0"/>
              <a:t> </a:t>
            </a:r>
            <a:r>
              <a:rPr lang="en-GB" altLang="es-MX" sz="1800" dirty="0" err="1"/>
              <a:t>nunca</a:t>
            </a:r>
            <a:r>
              <a:rPr lang="en-GB" altLang="es-MX" sz="1800" dirty="0"/>
              <a:t> una </a:t>
            </a:r>
            <a:r>
              <a:rPr lang="en-GB" altLang="es-MX" sz="1800" dirty="0" err="1"/>
              <a:t>combinación</a:t>
            </a:r>
            <a:r>
              <a:rPr lang="en-GB" altLang="es-MX" sz="1800" dirty="0"/>
              <a:t> de </a:t>
            </a:r>
            <a:r>
              <a:rPr lang="en-GB" altLang="es-MX" sz="1800" dirty="0" err="1"/>
              <a:t>distintos</a:t>
            </a:r>
            <a:r>
              <a:rPr lang="en-GB" altLang="es-MX" sz="1800" dirty="0"/>
              <a:t> </a:t>
            </a:r>
            <a:r>
              <a:rPr lang="en-GB" altLang="es-MX" sz="1800" dirty="0" err="1"/>
              <a:t>tipos</a:t>
            </a:r>
            <a:r>
              <a:rPr lang="en-GB" altLang="es-MX" sz="1800" dirty="0"/>
              <a:t>.</a:t>
            </a:r>
          </a:p>
          <a:p>
            <a:pPr lvl="1"/>
            <a:r>
              <a:rPr lang="en-GB" altLang="es-MX" sz="1800" dirty="0" err="1"/>
              <a:t>Ordenada</a:t>
            </a:r>
            <a:r>
              <a:rPr lang="en-GB" altLang="es-MX" sz="1800" dirty="0"/>
              <a:t>: Se debe </a:t>
            </a:r>
            <a:r>
              <a:rPr lang="en-GB" altLang="es-MX" sz="1800" dirty="0" err="1"/>
              <a:t>determinar</a:t>
            </a:r>
            <a:r>
              <a:rPr lang="en-GB" altLang="es-MX" sz="1800" dirty="0"/>
              <a:t> </a:t>
            </a:r>
            <a:r>
              <a:rPr lang="en-GB" altLang="es-MX" sz="1800" dirty="0" err="1"/>
              <a:t>cual</a:t>
            </a:r>
            <a:r>
              <a:rPr lang="en-GB" altLang="es-MX" sz="1800" dirty="0"/>
              <a:t> es el primer </a:t>
            </a:r>
            <a:r>
              <a:rPr lang="en-GB" altLang="es-MX" sz="1800" dirty="0" err="1"/>
              <a:t>elemento</a:t>
            </a:r>
            <a:r>
              <a:rPr lang="en-GB" altLang="es-MX" sz="1800" dirty="0"/>
              <a:t>, el </a:t>
            </a:r>
            <a:r>
              <a:rPr lang="en-GB" altLang="es-MX" sz="1800" dirty="0" err="1"/>
              <a:t>segundo</a:t>
            </a:r>
            <a:r>
              <a:rPr lang="en-GB" altLang="es-MX" sz="1800" dirty="0"/>
              <a:t>, el </a:t>
            </a:r>
            <a:r>
              <a:rPr lang="en-GB" altLang="es-MX" sz="1800" dirty="0" err="1"/>
              <a:t>tercero</a:t>
            </a:r>
            <a:r>
              <a:rPr lang="en-GB" altLang="es-MX" sz="1800" dirty="0"/>
              <a:t>..... y el </a:t>
            </a:r>
            <a:r>
              <a:rPr lang="en-GB" altLang="es-MX" sz="1800" dirty="0" err="1"/>
              <a:t>enésimo</a:t>
            </a:r>
            <a:r>
              <a:rPr lang="en-GB" altLang="es-MX" sz="1800" dirty="0"/>
              <a:t> </a:t>
            </a:r>
            <a:r>
              <a:rPr lang="en-GB" altLang="es-MX" sz="1800" dirty="0" err="1"/>
              <a:t>elemento</a:t>
            </a:r>
            <a:r>
              <a:rPr lang="en-GB" altLang="es-MX" sz="1800" dirty="0"/>
              <a:t>.</a:t>
            </a:r>
            <a:endParaRPr lang="en-US" sz="1800" dirty="0"/>
          </a:p>
        </p:txBody>
      </p:sp>
      <p:pic>
        <p:nvPicPr>
          <p:cNvPr id="1026" name="Picture 2" descr="Arreglos de Programación : Arreglos de Programación (Lógica de ...">
            <a:extLst>
              <a:ext uri="{FF2B5EF4-FFF2-40B4-BE49-F238E27FC236}">
                <a16:creationId xmlns:a16="http://schemas.microsoft.com/office/drawing/2014/main" id="{31ED4FE3-DEF7-48D5-95B2-A477E6EBC3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69642" y="1983478"/>
            <a:ext cx="4736963" cy="2735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305350"/>
      </p:ext>
    </p:extLst>
  </p:cSld>
  <p:clrMapOvr>
    <a:overrideClrMapping bg1="dk1" tx1="lt1" bg2="dk2" tx2="lt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1E55D9B-5B31-42D5-9D8C-8E2D71121269}"/>
              </a:ext>
            </a:extLst>
          </p:cNvPr>
          <p:cNvSpPr>
            <a:spLocks noGrp="1"/>
          </p:cNvSpPr>
          <p:nvPr>
            <p:ph type="title"/>
          </p:nvPr>
        </p:nvSpPr>
        <p:spPr>
          <a:xfrm>
            <a:off x="804671" y="640263"/>
            <a:ext cx="3284331" cy="5254510"/>
          </a:xfrm>
        </p:spPr>
        <p:txBody>
          <a:bodyPr>
            <a:normAutofit/>
          </a:bodyPr>
          <a:lstStyle/>
          <a:p>
            <a:r>
              <a:rPr lang="en-US"/>
              <a:t>Arreglos lineales</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32FDB39-BB75-4A0A-B6B0-643BCB821824}"/>
                  </a:ext>
                </a:extLst>
              </p:cNvPr>
              <p:cNvSpPr>
                <a:spLocks noGrp="1"/>
              </p:cNvSpPr>
              <p:nvPr>
                <p:ph idx="1"/>
              </p:nvPr>
            </p:nvSpPr>
            <p:spPr>
              <a:xfrm>
                <a:off x="5358384" y="640263"/>
                <a:ext cx="6028944" cy="5254510"/>
              </a:xfrm>
            </p:spPr>
            <p:txBody>
              <a:bodyPr anchor="ctr">
                <a:normAutofit fontScale="92500" lnSpcReduction="10000"/>
              </a:bodyPr>
              <a:lstStyle/>
              <a:p>
                <a:r>
                  <a:rPr lang="en-GB" altLang="es-MX" sz="1800" dirty="0" err="1">
                    <a:solidFill>
                      <a:schemeClr val="bg1"/>
                    </a:solidFill>
                  </a:rPr>
                  <a:t>Pueden</a:t>
                </a:r>
                <a:r>
                  <a:rPr lang="en-GB" altLang="es-MX" sz="1800" dirty="0">
                    <a:solidFill>
                      <a:schemeClr val="bg1"/>
                    </a:solidFill>
                  </a:rPr>
                  <a:t> </a:t>
                </a:r>
                <a:r>
                  <a:rPr lang="en-GB" altLang="es-MX" sz="1800" dirty="0" err="1">
                    <a:solidFill>
                      <a:schemeClr val="bg1"/>
                    </a:solidFill>
                  </a:rPr>
                  <a:t>almacenar</a:t>
                </a:r>
                <a:r>
                  <a:rPr lang="en-GB" altLang="es-MX" sz="1800" dirty="0">
                    <a:solidFill>
                      <a:schemeClr val="bg1"/>
                    </a:solidFill>
                  </a:rPr>
                  <a:t> a </a:t>
                </a:r>
                <a:r>
                  <a:rPr lang="en-GB" altLang="es-MX" sz="1800" i="1" dirty="0">
                    <a:solidFill>
                      <a:schemeClr val="bg1"/>
                    </a:solidFill>
                  </a:rPr>
                  <a:t>N</a:t>
                </a:r>
                <a:r>
                  <a:rPr lang="en-GB" altLang="es-MX" sz="1800" dirty="0">
                    <a:solidFill>
                      <a:schemeClr val="bg1"/>
                    </a:solidFill>
                  </a:rPr>
                  <a:t> </a:t>
                </a:r>
                <a:r>
                  <a:rPr lang="en-GB" altLang="es-MX" sz="1800" dirty="0" err="1">
                    <a:solidFill>
                      <a:schemeClr val="bg1"/>
                    </a:solidFill>
                  </a:rPr>
                  <a:t>elementos</a:t>
                </a:r>
                <a:r>
                  <a:rPr lang="en-GB" altLang="es-MX" sz="1800" dirty="0">
                    <a:solidFill>
                      <a:schemeClr val="bg1"/>
                    </a:solidFill>
                  </a:rPr>
                  <a:t> del </a:t>
                </a:r>
                <a:r>
                  <a:rPr lang="en-GB" altLang="es-MX" sz="1800" dirty="0" err="1">
                    <a:solidFill>
                      <a:schemeClr val="bg1"/>
                    </a:solidFill>
                  </a:rPr>
                  <a:t>mismo</a:t>
                </a:r>
                <a:r>
                  <a:rPr lang="en-GB" altLang="es-MX" sz="1800" dirty="0">
                    <a:solidFill>
                      <a:schemeClr val="bg1"/>
                    </a:solidFill>
                  </a:rPr>
                  <a:t> tipo.</a:t>
                </a:r>
              </a:p>
              <a:p>
                <a:pPr lvl="1"/>
                <a:r>
                  <a:rPr lang="en-GB" altLang="es-MX" sz="1800" dirty="0" err="1">
                    <a:solidFill>
                      <a:schemeClr val="bg1"/>
                    </a:solidFill>
                  </a:rPr>
                  <a:t>Permiten</a:t>
                </a:r>
                <a:r>
                  <a:rPr lang="en-GB" altLang="es-MX" sz="1800" dirty="0">
                    <a:solidFill>
                      <a:schemeClr val="bg1"/>
                    </a:solidFill>
                  </a:rPr>
                  <a:t> </a:t>
                </a:r>
                <a:r>
                  <a:rPr lang="en-GB" altLang="es-MX" sz="1800" dirty="0" err="1">
                    <a:solidFill>
                      <a:schemeClr val="bg1"/>
                    </a:solidFill>
                  </a:rPr>
                  <a:t>seleccionar</a:t>
                </a:r>
                <a:r>
                  <a:rPr lang="en-GB" altLang="es-MX" sz="1800" dirty="0">
                    <a:solidFill>
                      <a:schemeClr val="bg1"/>
                    </a:solidFill>
                  </a:rPr>
                  <a:t> a </a:t>
                </a:r>
                <a:r>
                  <a:rPr lang="en-GB" altLang="es-MX" sz="1800" dirty="0" err="1">
                    <a:solidFill>
                      <a:schemeClr val="bg1"/>
                    </a:solidFill>
                  </a:rPr>
                  <a:t>cada</a:t>
                </a:r>
                <a:r>
                  <a:rPr lang="en-GB" altLang="es-MX" sz="1800" dirty="0">
                    <a:solidFill>
                      <a:schemeClr val="bg1"/>
                    </a:solidFill>
                  </a:rPr>
                  <a:t> uno de </a:t>
                </a:r>
                <a:r>
                  <a:rPr lang="en-GB" altLang="es-MX" sz="1800" dirty="0" err="1">
                    <a:solidFill>
                      <a:schemeClr val="bg1"/>
                    </a:solidFill>
                  </a:rPr>
                  <a:t>ellos</a:t>
                </a:r>
                <a:r>
                  <a:rPr lang="en-GB" altLang="es-MX" sz="1800" dirty="0">
                    <a:solidFill>
                      <a:schemeClr val="bg1"/>
                    </a:solidFill>
                  </a:rPr>
                  <a:t>.</a:t>
                </a:r>
              </a:p>
              <a:p>
                <a:r>
                  <a:rPr lang="en-GB" altLang="es-MX" sz="1800" dirty="0">
                    <a:solidFill>
                      <a:schemeClr val="bg1"/>
                    </a:solidFill>
                  </a:rPr>
                  <a:t>Los </a:t>
                </a:r>
                <a:r>
                  <a:rPr lang="en-GB" altLang="es-MX" sz="1800" dirty="0" err="1">
                    <a:solidFill>
                      <a:schemeClr val="bg1"/>
                    </a:solidFill>
                  </a:rPr>
                  <a:t>arreglos</a:t>
                </a:r>
                <a:r>
                  <a:rPr lang="en-GB" altLang="es-MX" sz="1800" dirty="0">
                    <a:solidFill>
                      <a:schemeClr val="bg1"/>
                    </a:solidFill>
                  </a:rPr>
                  <a:t> </a:t>
                </a:r>
                <a:r>
                  <a:rPr lang="en-GB" altLang="es-MX" sz="1800" dirty="0" err="1">
                    <a:solidFill>
                      <a:schemeClr val="bg1"/>
                    </a:solidFill>
                  </a:rPr>
                  <a:t>tienen</a:t>
                </a:r>
                <a:r>
                  <a:rPr lang="en-GB" altLang="es-MX" sz="1800" dirty="0">
                    <a:solidFill>
                      <a:schemeClr val="bg1"/>
                    </a:solidFill>
                  </a:rPr>
                  <a:t> dos </a:t>
                </a:r>
                <a:r>
                  <a:rPr lang="en-GB" altLang="es-MX" sz="1800" dirty="0" err="1">
                    <a:solidFill>
                      <a:schemeClr val="bg1"/>
                    </a:solidFill>
                  </a:rPr>
                  <a:t>parámetros</a:t>
                </a:r>
                <a:r>
                  <a:rPr lang="en-GB" altLang="es-MX" sz="1800" dirty="0">
                    <a:solidFill>
                      <a:schemeClr val="bg1"/>
                    </a:solidFill>
                  </a:rPr>
                  <a:t>:</a:t>
                </a:r>
              </a:p>
              <a:p>
                <a:pPr lvl="1"/>
                <a:r>
                  <a:rPr lang="en-GB" altLang="es-MX" sz="1800" dirty="0">
                    <a:solidFill>
                      <a:schemeClr val="bg1"/>
                    </a:solidFill>
                  </a:rPr>
                  <a:t>Los </a:t>
                </a:r>
                <a:r>
                  <a:rPr lang="en-GB" altLang="es-MX" sz="1800" dirty="0" err="1">
                    <a:solidFill>
                      <a:schemeClr val="bg1"/>
                    </a:solidFill>
                  </a:rPr>
                  <a:t>componentes</a:t>
                </a:r>
                <a:r>
                  <a:rPr lang="en-GB" altLang="es-MX" sz="1800" dirty="0">
                    <a:solidFill>
                      <a:schemeClr val="bg1"/>
                    </a:solidFill>
                  </a:rPr>
                  <a:t> o </a:t>
                </a:r>
                <a:r>
                  <a:rPr lang="en-GB" altLang="es-MX" sz="1800" dirty="0" err="1">
                    <a:solidFill>
                      <a:schemeClr val="bg1"/>
                    </a:solidFill>
                  </a:rPr>
                  <a:t>elementos</a:t>
                </a:r>
                <a:r>
                  <a:rPr lang="en-GB" altLang="es-MX" sz="1800" dirty="0">
                    <a:solidFill>
                      <a:schemeClr val="bg1"/>
                    </a:solidFill>
                  </a:rPr>
                  <a:t> (</a:t>
                </a:r>
                <a:r>
                  <a:rPr lang="en-GB" altLang="es-MX" sz="1800" dirty="0" err="1">
                    <a:solidFill>
                      <a:schemeClr val="bg1"/>
                    </a:solidFill>
                  </a:rPr>
                  <a:t>valores</a:t>
                </a:r>
                <a:r>
                  <a:rPr lang="en-GB" altLang="es-MX" sz="1800" dirty="0">
                    <a:solidFill>
                      <a:schemeClr val="bg1"/>
                    </a:solidFill>
                  </a:rPr>
                  <a:t> que se </a:t>
                </a:r>
                <a:r>
                  <a:rPr lang="en-GB" altLang="es-MX" sz="1800" dirty="0" err="1">
                    <a:solidFill>
                      <a:schemeClr val="bg1"/>
                    </a:solidFill>
                  </a:rPr>
                  <a:t>almacenan</a:t>
                </a:r>
                <a:r>
                  <a:rPr lang="en-GB" altLang="es-MX" sz="1800" dirty="0">
                    <a:solidFill>
                      <a:schemeClr val="bg1"/>
                    </a:solidFill>
                  </a:rPr>
                  <a:t> en </a:t>
                </a:r>
                <a:r>
                  <a:rPr lang="en-GB" altLang="es-MX" sz="1800" dirty="0" err="1">
                    <a:solidFill>
                      <a:schemeClr val="bg1"/>
                    </a:solidFill>
                  </a:rPr>
                  <a:t>cada</a:t>
                </a:r>
                <a:r>
                  <a:rPr lang="en-GB" altLang="es-MX" sz="1800" dirty="0">
                    <a:solidFill>
                      <a:schemeClr val="bg1"/>
                    </a:solidFill>
                  </a:rPr>
                  <a:t> una de las </a:t>
                </a:r>
                <a:r>
                  <a:rPr lang="en-GB" altLang="es-MX" sz="1800" dirty="0" err="1">
                    <a:solidFill>
                      <a:schemeClr val="bg1"/>
                    </a:solidFill>
                  </a:rPr>
                  <a:t>posiciones</a:t>
                </a:r>
                <a:r>
                  <a:rPr lang="en-GB" altLang="es-MX" sz="1800" dirty="0">
                    <a:solidFill>
                      <a:schemeClr val="bg1"/>
                    </a:solidFill>
                  </a:rPr>
                  <a:t>)</a:t>
                </a:r>
              </a:p>
              <a:p>
                <a:pPr lvl="1"/>
                <a:r>
                  <a:rPr lang="en-GB" altLang="es-MX" sz="1800" dirty="0">
                    <a:solidFill>
                      <a:schemeClr val="bg1"/>
                    </a:solidFill>
                  </a:rPr>
                  <a:t>Los </a:t>
                </a:r>
                <a:r>
                  <a:rPr lang="en-GB" altLang="es-MX" sz="1800" dirty="0" err="1">
                    <a:solidFill>
                      <a:schemeClr val="bg1"/>
                    </a:solidFill>
                  </a:rPr>
                  <a:t>índices</a:t>
                </a:r>
                <a:r>
                  <a:rPr lang="en-GB" altLang="es-MX" sz="1800" dirty="0">
                    <a:solidFill>
                      <a:schemeClr val="bg1"/>
                    </a:solidFill>
                  </a:rPr>
                  <a:t> (</a:t>
                </a:r>
                <a:r>
                  <a:rPr lang="en-GB" altLang="es-MX" sz="1800" dirty="0" err="1">
                    <a:solidFill>
                      <a:schemeClr val="bg1"/>
                    </a:solidFill>
                  </a:rPr>
                  <a:t>permiten</a:t>
                </a:r>
                <a:r>
                  <a:rPr lang="en-GB" altLang="es-MX" sz="1800" dirty="0">
                    <a:solidFill>
                      <a:schemeClr val="bg1"/>
                    </a:solidFill>
                  </a:rPr>
                  <a:t> </a:t>
                </a:r>
                <a:r>
                  <a:rPr lang="en-GB" altLang="es-MX" sz="1800" dirty="0" err="1">
                    <a:solidFill>
                      <a:schemeClr val="bg1"/>
                    </a:solidFill>
                  </a:rPr>
                  <a:t>hacer</a:t>
                </a:r>
                <a:r>
                  <a:rPr lang="en-GB" altLang="es-MX" sz="1800" dirty="0">
                    <a:solidFill>
                      <a:schemeClr val="bg1"/>
                    </a:solidFill>
                  </a:rPr>
                  <a:t> </a:t>
                </a:r>
                <a:r>
                  <a:rPr lang="en-GB" altLang="es-MX" sz="1800" dirty="0" err="1">
                    <a:solidFill>
                      <a:schemeClr val="bg1"/>
                    </a:solidFill>
                  </a:rPr>
                  <a:t>referencia</a:t>
                </a:r>
                <a:r>
                  <a:rPr lang="en-GB" altLang="es-MX" sz="1800" dirty="0">
                    <a:solidFill>
                      <a:schemeClr val="bg1"/>
                    </a:solidFill>
                  </a:rPr>
                  <a:t> a los </a:t>
                </a:r>
                <a:r>
                  <a:rPr lang="en-GB" altLang="es-MX" sz="1800" dirty="0" err="1">
                    <a:solidFill>
                      <a:schemeClr val="bg1"/>
                    </a:solidFill>
                  </a:rPr>
                  <a:t>componentes</a:t>
                </a:r>
                <a:r>
                  <a:rPr lang="en-GB" altLang="es-MX" sz="1800" dirty="0">
                    <a:solidFill>
                      <a:schemeClr val="bg1"/>
                    </a:solidFill>
                  </a:rPr>
                  <a:t>)</a:t>
                </a:r>
              </a:p>
              <a:p>
                <a:r>
                  <a:rPr lang="en-GB" altLang="es-MX" sz="1800" dirty="0">
                    <a:solidFill>
                      <a:schemeClr val="bg1"/>
                    </a:solidFill>
                  </a:rPr>
                  <a:t>El </a:t>
                </a:r>
                <a:r>
                  <a:rPr lang="en-GB" altLang="es-MX" sz="1800" dirty="0" err="1">
                    <a:solidFill>
                      <a:schemeClr val="bg1"/>
                    </a:solidFill>
                  </a:rPr>
                  <a:t>número</a:t>
                </a:r>
                <a:r>
                  <a:rPr lang="en-GB" altLang="es-MX" sz="1800" dirty="0">
                    <a:solidFill>
                      <a:schemeClr val="bg1"/>
                    </a:solidFill>
                  </a:rPr>
                  <a:t> total de </a:t>
                </a:r>
                <a:r>
                  <a:rPr lang="en-GB" altLang="es-MX" sz="1800" dirty="0" err="1">
                    <a:solidFill>
                      <a:schemeClr val="bg1"/>
                    </a:solidFill>
                  </a:rPr>
                  <a:t>componentes</a:t>
                </a:r>
                <a:r>
                  <a:rPr lang="en-GB" altLang="es-MX" sz="1800" dirty="0">
                    <a:solidFill>
                      <a:schemeClr val="bg1"/>
                    </a:solidFill>
                  </a:rPr>
                  <a:t> (NTC) es </a:t>
                </a:r>
                <a:r>
                  <a:rPr lang="en-GB" altLang="es-MX" sz="1800" dirty="0" err="1">
                    <a:solidFill>
                      <a:schemeClr val="bg1"/>
                    </a:solidFill>
                  </a:rPr>
                  <a:t>igual</a:t>
                </a:r>
                <a:r>
                  <a:rPr lang="en-GB" altLang="es-MX" sz="1800" dirty="0">
                    <a:solidFill>
                      <a:schemeClr val="bg1"/>
                    </a:solidFill>
                  </a:rPr>
                  <a:t> al </a:t>
                </a:r>
                <a:r>
                  <a:rPr lang="en-GB" altLang="es-MX" sz="1800" dirty="0" err="1">
                    <a:solidFill>
                      <a:schemeClr val="bg1"/>
                    </a:solidFill>
                  </a:rPr>
                  <a:t>límite</a:t>
                </a:r>
                <a:r>
                  <a:rPr lang="en-GB" altLang="es-MX" sz="1800" dirty="0">
                    <a:solidFill>
                      <a:schemeClr val="bg1"/>
                    </a:solidFill>
                  </a:rPr>
                  <a:t> superior (LS) </a:t>
                </a:r>
                <a:r>
                  <a:rPr lang="en-GB" altLang="es-MX" sz="1800" dirty="0" err="1">
                    <a:solidFill>
                      <a:schemeClr val="bg1"/>
                    </a:solidFill>
                  </a:rPr>
                  <a:t>menos</a:t>
                </a:r>
                <a:r>
                  <a:rPr lang="en-GB" altLang="es-MX" sz="1800" dirty="0">
                    <a:solidFill>
                      <a:schemeClr val="bg1"/>
                    </a:solidFill>
                  </a:rPr>
                  <a:t> </a:t>
                </a:r>
                <a:r>
                  <a:rPr lang="en-GB" altLang="es-MX" sz="1800" dirty="0" err="1">
                    <a:solidFill>
                      <a:schemeClr val="bg1"/>
                    </a:solidFill>
                  </a:rPr>
                  <a:t>límite</a:t>
                </a:r>
                <a:r>
                  <a:rPr lang="en-GB" altLang="es-MX" sz="1800" dirty="0">
                    <a:solidFill>
                      <a:schemeClr val="bg1"/>
                    </a:solidFill>
                  </a:rPr>
                  <a:t> inferior (LI) </a:t>
                </a:r>
                <a:r>
                  <a:rPr lang="en-GB" altLang="es-MX" sz="1800" dirty="0" err="1">
                    <a:solidFill>
                      <a:schemeClr val="bg1"/>
                    </a:solidFill>
                  </a:rPr>
                  <a:t>más</a:t>
                </a:r>
                <a:r>
                  <a:rPr lang="en-GB" altLang="es-MX" sz="1800" dirty="0">
                    <a:solidFill>
                      <a:schemeClr val="bg1"/>
                    </a:solidFill>
                  </a:rPr>
                  <a:t> 1</a:t>
                </a:r>
              </a:p>
              <a:p>
                <a:endParaRPr lang="en-GB" altLang="es-MX" sz="1800" dirty="0">
                  <a:solidFill>
                    <a:schemeClr val="bg1"/>
                  </a:solidFill>
                </a:endParaRPr>
              </a:p>
              <a:p>
                <a:pPr marL="0" indent="0">
                  <a:buNone/>
                </a:pPr>
                <a14:m>
                  <m:oMathPara xmlns:m="http://schemas.openxmlformats.org/officeDocument/2006/math">
                    <m:oMathParaPr>
                      <m:jc m:val="centerGroup"/>
                    </m:oMathParaPr>
                    <m:oMath xmlns:m="http://schemas.openxmlformats.org/officeDocument/2006/math">
                      <m:r>
                        <a:rPr lang="es-MX" altLang="es-MX" sz="1800" b="0" i="1">
                          <a:solidFill>
                            <a:schemeClr val="bg1"/>
                          </a:solidFill>
                          <a:latin typeface="Cambria Math" panose="02040503050406030204" pitchFamily="18" charset="0"/>
                        </a:rPr>
                        <m:t>𝑁𝑇𝐶</m:t>
                      </m:r>
                      <m:r>
                        <a:rPr lang="es-MX" altLang="es-MX" sz="1800" b="0" i="1">
                          <a:solidFill>
                            <a:schemeClr val="bg1"/>
                          </a:solidFill>
                          <a:latin typeface="Cambria Math" panose="02040503050406030204" pitchFamily="18" charset="0"/>
                        </a:rPr>
                        <m:t>=</m:t>
                      </m:r>
                      <m:d>
                        <m:dPr>
                          <m:ctrlPr>
                            <a:rPr lang="es-MX" altLang="es-MX" sz="1800" b="0" i="1">
                              <a:solidFill>
                                <a:schemeClr val="bg1"/>
                              </a:solidFill>
                              <a:latin typeface="Cambria Math" panose="02040503050406030204" pitchFamily="18" charset="0"/>
                            </a:rPr>
                          </m:ctrlPr>
                        </m:dPr>
                        <m:e>
                          <m:r>
                            <a:rPr lang="es-MX" altLang="es-MX" sz="1800" b="0" i="1">
                              <a:solidFill>
                                <a:schemeClr val="bg1"/>
                              </a:solidFill>
                              <a:latin typeface="Cambria Math" panose="02040503050406030204" pitchFamily="18" charset="0"/>
                            </a:rPr>
                            <m:t>𝐿𝑆</m:t>
                          </m:r>
                          <m:r>
                            <a:rPr lang="es-MX" altLang="es-MX" sz="1800" b="0" i="1">
                              <a:solidFill>
                                <a:schemeClr val="bg1"/>
                              </a:solidFill>
                              <a:latin typeface="Cambria Math" panose="02040503050406030204" pitchFamily="18" charset="0"/>
                            </a:rPr>
                            <m:t>−</m:t>
                          </m:r>
                          <m:r>
                            <a:rPr lang="es-MX" altLang="es-MX" sz="1800" b="0" i="1">
                              <a:solidFill>
                                <a:schemeClr val="bg1"/>
                              </a:solidFill>
                              <a:latin typeface="Cambria Math" panose="02040503050406030204" pitchFamily="18" charset="0"/>
                            </a:rPr>
                            <m:t>𝐿𝐼</m:t>
                          </m:r>
                        </m:e>
                      </m:d>
                      <m:r>
                        <a:rPr lang="es-MX" altLang="es-MX" sz="1800" b="0" i="1">
                          <a:solidFill>
                            <a:schemeClr val="bg1"/>
                          </a:solidFill>
                          <a:latin typeface="Cambria Math" panose="02040503050406030204" pitchFamily="18" charset="0"/>
                        </a:rPr>
                        <m:t>+1</m:t>
                      </m:r>
                    </m:oMath>
                  </m:oMathPara>
                </a14:m>
                <a:endParaRPr lang="en-GB" altLang="es-MX" sz="1800" dirty="0">
                  <a:solidFill>
                    <a:schemeClr val="bg1"/>
                  </a:solidFill>
                </a:endParaRPr>
              </a:p>
              <a:p>
                <a:endParaRPr lang="en-GB" altLang="es-MX" sz="1800" dirty="0">
                  <a:solidFill>
                    <a:schemeClr val="bg1"/>
                  </a:solidFill>
                </a:endParaRPr>
              </a:p>
              <a:p>
                <a:r>
                  <a:rPr lang="en-GB" altLang="es-MX" sz="1800" dirty="0">
                    <a:solidFill>
                      <a:schemeClr val="bg1"/>
                    </a:solidFill>
                  </a:rPr>
                  <a:t>El tipo de </a:t>
                </a:r>
                <a:r>
                  <a:rPr lang="en-GB" altLang="es-MX" sz="1800" dirty="0" err="1">
                    <a:solidFill>
                      <a:schemeClr val="bg1"/>
                    </a:solidFill>
                  </a:rPr>
                  <a:t>índice</a:t>
                </a:r>
                <a:r>
                  <a:rPr lang="en-GB" altLang="es-MX" sz="1800" dirty="0">
                    <a:solidFill>
                      <a:schemeClr val="bg1"/>
                    </a:solidFill>
                  </a:rPr>
                  <a:t> puede ser cualquier tipo ordinal (</a:t>
                </a:r>
                <a:r>
                  <a:rPr lang="en-GB" altLang="es-MX" sz="1800" dirty="0" err="1">
                    <a:solidFill>
                      <a:schemeClr val="bg1"/>
                    </a:solidFill>
                  </a:rPr>
                  <a:t>carácter</a:t>
                </a:r>
                <a:r>
                  <a:rPr lang="en-GB" altLang="es-MX" sz="1800" dirty="0">
                    <a:solidFill>
                      <a:schemeClr val="bg1"/>
                    </a:solidFill>
                  </a:rPr>
                  <a:t>, </a:t>
                </a:r>
                <a:r>
                  <a:rPr lang="en-GB" altLang="es-MX" sz="1800" dirty="0" err="1">
                    <a:solidFill>
                      <a:schemeClr val="bg1"/>
                    </a:solidFill>
                  </a:rPr>
                  <a:t>entero</a:t>
                </a:r>
                <a:r>
                  <a:rPr lang="en-GB" altLang="es-MX" sz="1800" dirty="0">
                    <a:solidFill>
                      <a:schemeClr val="bg1"/>
                    </a:solidFill>
                  </a:rPr>
                  <a:t>, </a:t>
                </a:r>
                <a:r>
                  <a:rPr lang="en-GB" altLang="es-MX" sz="1800" dirty="0" err="1">
                    <a:solidFill>
                      <a:schemeClr val="bg1"/>
                    </a:solidFill>
                  </a:rPr>
                  <a:t>enumerado</a:t>
                </a:r>
                <a:r>
                  <a:rPr lang="en-GB" altLang="es-MX" sz="1800" dirty="0">
                    <a:solidFill>
                      <a:schemeClr val="bg1"/>
                    </a:solidFill>
                  </a:rPr>
                  <a:t>)</a:t>
                </a:r>
              </a:p>
              <a:p>
                <a:r>
                  <a:rPr lang="en-GB" altLang="es-MX" sz="1800" dirty="0">
                    <a:solidFill>
                      <a:schemeClr val="bg1"/>
                    </a:solidFill>
                  </a:rPr>
                  <a:t>El tipo de los </a:t>
                </a:r>
                <a:r>
                  <a:rPr lang="en-GB" altLang="es-MX" sz="1800" dirty="0" err="1">
                    <a:solidFill>
                      <a:schemeClr val="bg1"/>
                    </a:solidFill>
                  </a:rPr>
                  <a:t>componentes</a:t>
                </a:r>
                <a:r>
                  <a:rPr lang="en-GB" altLang="es-MX" sz="1800" dirty="0">
                    <a:solidFill>
                      <a:schemeClr val="bg1"/>
                    </a:solidFill>
                  </a:rPr>
                  <a:t> puede ser </a:t>
                </a:r>
                <a:r>
                  <a:rPr lang="en-GB" altLang="es-MX" sz="1800" dirty="0" err="1">
                    <a:solidFill>
                      <a:schemeClr val="bg1"/>
                    </a:solidFill>
                  </a:rPr>
                  <a:t>cualquiera</a:t>
                </a:r>
                <a:r>
                  <a:rPr lang="en-GB" altLang="es-MX" sz="1800" dirty="0">
                    <a:solidFill>
                      <a:schemeClr val="bg1"/>
                    </a:solidFill>
                  </a:rPr>
                  <a:t> (</a:t>
                </a:r>
                <a:r>
                  <a:rPr lang="en-GB" altLang="es-MX" sz="1800" dirty="0" err="1">
                    <a:solidFill>
                      <a:schemeClr val="bg1"/>
                    </a:solidFill>
                  </a:rPr>
                  <a:t>entero</a:t>
                </a:r>
                <a:r>
                  <a:rPr lang="en-GB" altLang="es-MX" sz="1800" dirty="0">
                    <a:solidFill>
                      <a:schemeClr val="bg1"/>
                    </a:solidFill>
                  </a:rPr>
                  <a:t>, real, </a:t>
                </a:r>
                <a:r>
                  <a:rPr lang="en-GB" altLang="es-MX" sz="1800" dirty="0" err="1">
                    <a:solidFill>
                      <a:schemeClr val="bg1"/>
                    </a:solidFill>
                  </a:rPr>
                  <a:t>cadena</a:t>
                </a:r>
                <a:r>
                  <a:rPr lang="en-GB" altLang="es-MX" sz="1800" dirty="0">
                    <a:solidFill>
                      <a:schemeClr val="bg1"/>
                    </a:solidFill>
                  </a:rPr>
                  <a:t> de </a:t>
                </a:r>
                <a:r>
                  <a:rPr lang="en-GB" altLang="es-MX" sz="1800" dirty="0" err="1">
                    <a:solidFill>
                      <a:schemeClr val="bg1"/>
                    </a:solidFill>
                  </a:rPr>
                  <a:t>caracteres</a:t>
                </a:r>
                <a:r>
                  <a:rPr lang="en-GB" altLang="es-MX" sz="1800" dirty="0">
                    <a:solidFill>
                      <a:schemeClr val="bg1"/>
                    </a:solidFill>
                  </a:rPr>
                  <a:t>, </a:t>
                </a:r>
                <a:r>
                  <a:rPr lang="en-GB" altLang="es-MX" sz="1800" dirty="0" err="1">
                    <a:solidFill>
                      <a:schemeClr val="bg1"/>
                    </a:solidFill>
                  </a:rPr>
                  <a:t>registro</a:t>
                </a:r>
                <a:r>
                  <a:rPr lang="en-GB" altLang="es-MX" sz="1800" dirty="0">
                    <a:solidFill>
                      <a:schemeClr val="bg1"/>
                    </a:solidFill>
                  </a:rPr>
                  <a:t>, etc.)</a:t>
                </a:r>
              </a:p>
              <a:p>
                <a:r>
                  <a:rPr lang="en-GB" altLang="es-MX" sz="1800" dirty="0">
                    <a:solidFill>
                      <a:schemeClr val="bg1"/>
                    </a:solidFill>
                  </a:rPr>
                  <a:t>Se </a:t>
                </a:r>
                <a:r>
                  <a:rPr lang="en-GB" altLang="es-MX" sz="1800" dirty="0" err="1">
                    <a:solidFill>
                      <a:schemeClr val="bg1"/>
                    </a:solidFill>
                  </a:rPr>
                  <a:t>utilizan</a:t>
                </a:r>
                <a:r>
                  <a:rPr lang="en-GB" altLang="es-MX" sz="1800" dirty="0">
                    <a:solidFill>
                      <a:schemeClr val="bg1"/>
                    </a:solidFill>
                  </a:rPr>
                  <a:t> [ ] para </a:t>
                </a:r>
                <a:r>
                  <a:rPr lang="en-GB" altLang="es-MX" sz="1800" dirty="0" err="1">
                    <a:solidFill>
                      <a:schemeClr val="bg1"/>
                    </a:solidFill>
                  </a:rPr>
                  <a:t>indicar</a:t>
                </a:r>
                <a:r>
                  <a:rPr lang="en-GB" altLang="es-MX" sz="1800" dirty="0">
                    <a:solidFill>
                      <a:schemeClr val="bg1"/>
                    </a:solidFill>
                  </a:rPr>
                  <a:t> el </a:t>
                </a:r>
                <a:r>
                  <a:rPr lang="en-GB" altLang="es-MX" sz="1800" dirty="0" err="1">
                    <a:solidFill>
                      <a:schemeClr val="bg1"/>
                    </a:solidFill>
                  </a:rPr>
                  <a:t>índice</a:t>
                </a:r>
                <a:r>
                  <a:rPr lang="en-GB" altLang="es-MX" sz="1800" dirty="0">
                    <a:solidFill>
                      <a:schemeClr val="bg1"/>
                    </a:solidFill>
                  </a:rPr>
                  <a:t> de un </a:t>
                </a:r>
                <a:r>
                  <a:rPr lang="en-GB" altLang="es-MX" sz="1800" dirty="0" err="1">
                    <a:solidFill>
                      <a:schemeClr val="bg1"/>
                    </a:solidFill>
                  </a:rPr>
                  <a:t>arreglo</a:t>
                </a:r>
                <a:r>
                  <a:rPr lang="en-GB" altLang="es-MX" sz="1800" dirty="0">
                    <a:solidFill>
                      <a:schemeClr val="bg1"/>
                    </a:solidFill>
                  </a:rPr>
                  <a:t>. Entre los  [ ] se debe </a:t>
                </a:r>
                <a:r>
                  <a:rPr lang="en-GB" altLang="es-MX" sz="1800" dirty="0" err="1">
                    <a:solidFill>
                      <a:schemeClr val="bg1"/>
                    </a:solidFill>
                  </a:rPr>
                  <a:t>escribir</a:t>
                </a:r>
                <a:r>
                  <a:rPr lang="en-GB" altLang="es-MX" sz="1800" dirty="0">
                    <a:solidFill>
                      <a:schemeClr val="bg1"/>
                    </a:solidFill>
                  </a:rPr>
                  <a:t> un </a:t>
                </a:r>
                <a:r>
                  <a:rPr lang="en-GB" altLang="es-MX" sz="1800" dirty="0" err="1">
                    <a:solidFill>
                      <a:schemeClr val="bg1"/>
                    </a:solidFill>
                  </a:rPr>
                  <a:t>valor</a:t>
                </a:r>
                <a:r>
                  <a:rPr lang="en-GB" altLang="es-MX" sz="1800" dirty="0">
                    <a:solidFill>
                      <a:schemeClr val="bg1"/>
                    </a:solidFill>
                  </a:rPr>
                  <a:t> ordinal (puede ser una variable, una </a:t>
                </a:r>
                <a:r>
                  <a:rPr lang="en-GB" altLang="es-MX" sz="1800" dirty="0" err="1">
                    <a:solidFill>
                      <a:schemeClr val="bg1"/>
                    </a:solidFill>
                  </a:rPr>
                  <a:t>constante</a:t>
                </a:r>
                <a:r>
                  <a:rPr lang="en-GB" altLang="es-MX" sz="1800" dirty="0">
                    <a:solidFill>
                      <a:schemeClr val="bg1"/>
                    </a:solidFill>
                  </a:rPr>
                  <a:t> o una </a:t>
                </a:r>
                <a:r>
                  <a:rPr lang="en-GB" altLang="es-MX" sz="1800" dirty="0" err="1">
                    <a:solidFill>
                      <a:schemeClr val="bg1"/>
                    </a:solidFill>
                  </a:rPr>
                  <a:t>expresión</a:t>
                </a:r>
                <a:r>
                  <a:rPr lang="en-GB" altLang="es-MX" sz="1800" dirty="0">
                    <a:solidFill>
                      <a:schemeClr val="bg1"/>
                    </a:solidFill>
                  </a:rPr>
                  <a:t> que </a:t>
                </a:r>
                <a:r>
                  <a:rPr lang="en-GB" altLang="es-MX" sz="1800" dirty="0" err="1">
                    <a:solidFill>
                      <a:schemeClr val="bg1"/>
                    </a:solidFill>
                  </a:rPr>
                  <a:t>dé</a:t>
                </a:r>
                <a:r>
                  <a:rPr lang="en-GB" altLang="es-MX" sz="1800" dirty="0">
                    <a:solidFill>
                      <a:schemeClr val="bg1"/>
                    </a:solidFill>
                  </a:rPr>
                  <a:t> </a:t>
                </a:r>
                <a:r>
                  <a:rPr lang="en-GB" altLang="es-MX" sz="1800" dirty="0" err="1">
                    <a:solidFill>
                      <a:schemeClr val="bg1"/>
                    </a:solidFill>
                  </a:rPr>
                  <a:t>como</a:t>
                </a:r>
                <a:r>
                  <a:rPr lang="en-GB" altLang="es-MX" sz="1800" dirty="0">
                    <a:solidFill>
                      <a:schemeClr val="bg1"/>
                    </a:solidFill>
                  </a:rPr>
                  <a:t> </a:t>
                </a:r>
                <a:r>
                  <a:rPr lang="en-GB" altLang="es-MX" sz="1800" dirty="0" err="1">
                    <a:solidFill>
                      <a:schemeClr val="bg1"/>
                    </a:solidFill>
                  </a:rPr>
                  <a:t>resultado</a:t>
                </a:r>
                <a:r>
                  <a:rPr lang="en-GB" altLang="es-MX" sz="1800" dirty="0">
                    <a:solidFill>
                      <a:schemeClr val="bg1"/>
                    </a:solidFill>
                  </a:rPr>
                  <a:t> un </a:t>
                </a:r>
                <a:r>
                  <a:rPr lang="en-GB" altLang="es-MX" sz="1800" dirty="0" err="1">
                    <a:solidFill>
                      <a:schemeClr val="bg1"/>
                    </a:solidFill>
                  </a:rPr>
                  <a:t>valor</a:t>
                </a:r>
                <a:r>
                  <a:rPr lang="en-GB" altLang="es-MX" sz="1800" dirty="0">
                    <a:solidFill>
                      <a:schemeClr val="bg1"/>
                    </a:solidFill>
                  </a:rPr>
                  <a:t> ordinal)</a:t>
                </a:r>
                <a:endParaRPr lang="en-US" sz="1800" dirty="0">
                  <a:solidFill>
                    <a:schemeClr val="bg1"/>
                  </a:solidFill>
                </a:endParaRPr>
              </a:p>
            </p:txBody>
          </p:sp>
        </mc:Choice>
        <mc:Fallback xmlns="">
          <p:sp>
            <p:nvSpPr>
              <p:cNvPr id="3" name="Marcador de contenido 2">
                <a:extLst>
                  <a:ext uri="{FF2B5EF4-FFF2-40B4-BE49-F238E27FC236}">
                    <a16:creationId xmlns:a16="http://schemas.microsoft.com/office/drawing/2014/main" id="{032FDB39-BB75-4A0A-B6B0-643BCB821824}"/>
                  </a:ext>
                </a:extLst>
              </p:cNvPr>
              <p:cNvSpPr>
                <a:spLocks noGrp="1" noRot="1" noChangeAspect="1" noMove="1" noResize="1" noEditPoints="1" noAdjustHandles="1" noChangeArrowheads="1" noChangeShapeType="1" noTextEdit="1"/>
              </p:cNvSpPr>
              <p:nvPr>
                <p:ph idx="1"/>
              </p:nvPr>
            </p:nvSpPr>
            <p:spPr>
              <a:xfrm>
                <a:off x="5358384" y="640263"/>
                <a:ext cx="6028944" cy="5254510"/>
              </a:xfrm>
              <a:blipFill>
                <a:blip r:embed="rId2"/>
                <a:stretch>
                  <a:fillRect l="-506" t="-116" r="-910" b="-464"/>
                </a:stretch>
              </a:blipFill>
            </p:spPr>
            <p:txBody>
              <a:bodyPr/>
              <a:lstStyle/>
              <a:p>
                <a:r>
                  <a:rPr lang="es-MX">
                    <a:noFill/>
                  </a:rPr>
                  <a:t> </a:t>
                </a:r>
              </a:p>
            </p:txBody>
          </p:sp>
        </mc:Fallback>
      </mc:AlternateContent>
    </p:spTree>
    <p:extLst>
      <p:ext uri="{BB962C8B-B14F-4D97-AF65-F5344CB8AC3E}">
        <p14:creationId xmlns:p14="http://schemas.microsoft.com/office/powerpoint/2010/main" val="1594456943"/>
      </p:ext>
    </p:extLst>
  </p:cSld>
  <p:clrMapOvr>
    <a:overrideClrMapping bg1="dk1" tx1="lt1" bg2="dk2" tx2="lt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E1FC7B4-E4A7-4452-B413-1A623E3A7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E0709AF0-24F0-4486-B189-BE6386BD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1">
            <a:extLst>
              <a:ext uri="{FF2B5EF4-FFF2-40B4-BE49-F238E27FC236}">
                <a16:creationId xmlns:a16="http://schemas.microsoft.com/office/drawing/2014/main" id="{FBE3B62F-5853-4A3C-B050-6186351A7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05371D0-AC6B-4CF4-91FC-587DF1BB23CB}"/>
              </a:ext>
            </a:extLst>
          </p:cNvPr>
          <p:cNvSpPr>
            <a:spLocks noGrp="1"/>
          </p:cNvSpPr>
          <p:nvPr>
            <p:ph type="title"/>
          </p:nvPr>
        </p:nvSpPr>
        <p:spPr>
          <a:xfrm>
            <a:off x="833002" y="448253"/>
            <a:ext cx="10520702" cy="1325563"/>
          </a:xfrm>
        </p:spPr>
        <p:txBody>
          <a:bodyPr>
            <a:normAutofit/>
          </a:bodyPr>
          <a:lstStyle/>
          <a:p>
            <a:r>
              <a:rPr lang="en-US" dirty="0" err="1"/>
              <a:t>Arreglos</a:t>
            </a:r>
            <a:endParaRPr lang="en-US" dirty="0"/>
          </a:p>
        </p:txBody>
      </p:sp>
      <p:sp>
        <p:nvSpPr>
          <p:cNvPr id="3" name="Marcador de contenido 2">
            <a:extLst>
              <a:ext uri="{FF2B5EF4-FFF2-40B4-BE49-F238E27FC236}">
                <a16:creationId xmlns:a16="http://schemas.microsoft.com/office/drawing/2014/main" id="{3EB3BD57-4A07-4972-84A2-C8948D0EF452}"/>
              </a:ext>
            </a:extLst>
          </p:cNvPr>
          <p:cNvSpPr>
            <a:spLocks noGrp="1"/>
          </p:cNvSpPr>
          <p:nvPr>
            <p:ph idx="1"/>
          </p:nvPr>
        </p:nvSpPr>
        <p:spPr>
          <a:xfrm>
            <a:off x="838200" y="2191807"/>
            <a:ext cx="4936067" cy="3985155"/>
          </a:xfrm>
        </p:spPr>
        <p:txBody>
          <a:bodyPr>
            <a:normAutofit/>
          </a:bodyPr>
          <a:lstStyle/>
          <a:p>
            <a:r>
              <a:rPr lang="en-GB" altLang="es-MX" sz="2000"/>
              <a:t>En cuanto a las dimensiones los arreglos pueden ser:</a:t>
            </a:r>
          </a:p>
          <a:p>
            <a:pPr lvl="1"/>
            <a:r>
              <a:rPr lang="en-GB" altLang="es-MX" sz="2000"/>
              <a:t>Unidimensional o vector: un solo índice</a:t>
            </a:r>
          </a:p>
          <a:p>
            <a:pPr lvl="1"/>
            <a:r>
              <a:rPr lang="en-GB" altLang="es-MX" sz="2000"/>
              <a:t>Bidimensional o matriz: dos índices</a:t>
            </a:r>
          </a:p>
          <a:p>
            <a:pPr lvl="1"/>
            <a:r>
              <a:rPr lang="en-GB" altLang="es-MX" sz="2000"/>
              <a:t>Multidimensional: más de dos índices</a:t>
            </a:r>
          </a:p>
          <a:p>
            <a:endParaRPr lang="en-US" sz="2000"/>
          </a:p>
        </p:txBody>
      </p:sp>
      <p:pic>
        <p:nvPicPr>
          <p:cNvPr id="7" name="Picture 4">
            <a:extLst>
              <a:ext uri="{FF2B5EF4-FFF2-40B4-BE49-F238E27FC236}">
                <a16:creationId xmlns:a16="http://schemas.microsoft.com/office/drawing/2014/main" id="{178C5FEF-D382-4982-96C9-0508BA9277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17734" y="2327838"/>
            <a:ext cx="4935970" cy="3713094"/>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70431399"/>
      </p:ext>
    </p:extLst>
  </p:cSld>
  <p:clrMapOvr>
    <a:overrideClrMapping bg1="dk1" tx1="lt1" bg2="dk2" tx2="lt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09B78D0-356A-48DD-9338-F36B5A888E3D}"/>
              </a:ext>
            </a:extLst>
          </p:cNvPr>
          <p:cNvSpPr>
            <a:spLocks noGrp="1"/>
          </p:cNvSpPr>
          <p:nvPr>
            <p:ph type="title"/>
          </p:nvPr>
        </p:nvSpPr>
        <p:spPr>
          <a:xfrm>
            <a:off x="804671" y="640263"/>
            <a:ext cx="3284331" cy="5254510"/>
          </a:xfrm>
        </p:spPr>
        <p:txBody>
          <a:bodyPr>
            <a:normAutofit/>
          </a:bodyPr>
          <a:lstStyle/>
          <a:p>
            <a:r>
              <a:rPr lang="en-US" dirty="0" err="1"/>
              <a:t>Operaciones</a:t>
            </a:r>
            <a:r>
              <a:rPr lang="en-US" dirty="0"/>
              <a:t> </a:t>
            </a:r>
            <a:r>
              <a:rPr lang="en-US" dirty="0" err="1"/>
              <a:t>sobre</a:t>
            </a:r>
            <a:r>
              <a:rPr lang="en-US" dirty="0"/>
              <a:t> </a:t>
            </a:r>
            <a:r>
              <a:rPr lang="en-US" dirty="0" err="1"/>
              <a:t>arreglos</a:t>
            </a:r>
            <a:endParaRPr lang="en-US" dirty="0"/>
          </a:p>
        </p:txBody>
      </p:sp>
      <p:sp>
        <p:nvSpPr>
          <p:cNvPr id="3" name="Marcador de contenido 2">
            <a:extLst>
              <a:ext uri="{FF2B5EF4-FFF2-40B4-BE49-F238E27FC236}">
                <a16:creationId xmlns:a16="http://schemas.microsoft.com/office/drawing/2014/main" id="{27B030B4-EB3B-479F-9AE7-A2A1D73A8DAD}"/>
              </a:ext>
            </a:extLst>
          </p:cNvPr>
          <p:cNvSpPr>
            <a:spLocks noGrp="1"/>
          </p:cNvSpPr>
          <p:nvPr>
            <p:ph idx="1"/>
          </p:nvPr>
        </p:nvSpPr>
        <p:spPr>
          <a:xfrm>
            <a:off x="5358384" y="640263"/>
            <a:ext cx="6028944" cy="5254510"/>
          </a:xfrm>
        </p:spPr>
        <p:txBody>
          <a:bodyPr anchor="ctr">
            <a:normAutofit/>
          </a:bodyPr>
          <a:lstStyle/>
          <a:p>
            <a:r>
              <a:rPr lang="en-GB" altLang="es-MX" sz="2200">
                <a:solidFill>
                  <a:schemeClr val="bg1"/>
                </a:solidFill>
              </a:rPr>
              <a:t>Se pueden clasificar a las operaciones en las que intervienen arreglos de la siguiente manera:</a:t>
            </a:r>
          </a:p>
          <a:p>
            <a:pPr lvl="1"/>
            <a:r>
              <a:rPr lang="en-GB" altLang="es-MX" sz="2200">
                <a:solidFill>
                  <a:schemeClr val="bg1"/>
                </a:solidFill>
              </a:rPr>
              <a:t>Lectura / escritura</a:t>
            </a:r>
          </a:p>
          <a:p>
            <a:pPr lvl="1"/>
            <a:r>
              <a:rPr lang="en-GB" altLang="es-MX" sz="2200">
                <a:solidFill>
                  <a:schemeClr val="bg1"/>
                </a:solidFill>
              </a:rPr>
              <a:t>Recorrido</a:t>
            </a:r>
          </a:p>
          <a:p>
            <a:pPr lvl="1"/>
            <a:r>
              <a:rPr lang="en-GB" altLang="es-MX" sz="2200">
                <a:solidFill>
                  <a:schemeClr val="bg1"/>
                </a:solidFill>
              </a:rPr>
              <a:t>Asignación</a:t>
            </a:r>
          </a:p>
          <a:p>
            <a:pPr lvl="1"/>
            <a:r>
              <a:rPr lang="en-GB" altLang="es-MX" sz="2200">
                <a:solidFill>
                  <a:schemeClr val="bg1"/>
                </a:solidFill>
              </a:rPr>
              <a:t>Actualización (Añadir, eliminar, insertar)</a:t>
            </a:r>
          </a:p>
          <a:p>
            <a:pPr lvl="1"/>
            <a:r>
              <a:rPr lang="en-GB" altLang="es-MX" sz="2200">
                <a:solidFill>
                  <a:schemeClr val="bg1"/>
                </a:solidFill>
              </a:rPr>
              <a:t>Ordenación</a:t>
            </a:r>
          </a:p>
          <a:p>
            <a:pPr lvl="1"/>
            <a:r>
              <a:rPr lang="en-GB" altLang="es-MX" sz="2200">
                <a:solidFill>
                  <a:schemeClr val="bg1"/>
                </a:solidFill>
              </a:rPr>
              <a:t>Búsqueda</a:t>
            </a:r>
            <a:endParaRPr lang="en-US" sz="2200">
              <a:solidFill>
                <a:schemeClr val="bg1"/>
              </a:solidFill>
            </a:endParaRPr>
          </a:p>
        </p:txBody>
      </p:sp>
    </p:spTree>
    <p:extLst>
      <p:ext uri="{BB962C8B-B14F-4D97-AF65-F5344CB8AC3E}">
        <p14:creationId xmlns:p14="http://schemas.microsoft.com/office/powerpoint/2010/main" val="2117487064"/>
      </p:ext>
    </p:extLst>
  </p:cSld>
  <p:clrMapOvr>
    <a:overrideClrMapping bg1="dk1" tx1="lt1" bg2="dk2" tx2="lt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31EB25E-4CED-40B0-A72F-6552D3C4BAF3}"/>
              </a:ext>
            </a:extLst>
          </p:cNvPr>
          <p:cNvSpPr>
            <a:spLocks noGrp="1"/>
          </p:cNvSpPr>
          <p:nvPr>
            <p:ph type="title"/>
          </p:nvPr>
        </p:nvSpPr>
        <p:spPr>
          <a:xfrm>
            <a:off x="804671" y="640263"/>
            <a:ext cx="3284331" cy="5254510"/>
          </a:xfrm>
        </p:spPr>
        <p:txBody>
          <a:bodyPr>
            <a:normAutofit/>
          </a:bodyPr>
          <a:lstStyle/>
          <a:p>
            <a:r>
              <a:rPr lang="en-US" sz="3400" err="1"/>
              <a:t>Lectura</a:t>
            </a:r>
            <a:r>
              <a:rPr lang="en-US" sz="3400"/>
              <a:t>/</a:t>
            </a:r>
            <a:r>
              <a:rPr lang="en-US" sz="3400" err="1"/>
              <a:t>Escritura</a:t>
            </a:r>
            <a:endParaRPr lang="en-US" sz="3400"/>
          </a:p>
        </p:txBody>
      </p:sp>
      <p:sp>
        <p:nvSpPr>
          <p:cNvPr id="3" name="Marcador de contenido 2">
            <a:extLst>
              <a:ext uri="{FF2B5EF4-FFF2-40B4-BE49-F238E27FC236}">
                <a16:creationId xmlns:a16="http://schemas.microsoft.com/office/drawing/2014/main" id="{F95EB99F-E57C-4BE5-825E-3F651635E414}"/>
              </a:ext>
            </a:extLst>
          </p:cNvPr>
          <p:cNvSpPr>
            <a:spLocks noGrp="1"/>
          </p:cNvSpPr>
          <p:nvPr>
            <p:ph idx="1"/>
          </p:nvPr>
        </p:nvSpPr>
        <p:spPr>
          <a:xfrm>
            <a:off x="5358384" y="640263"/>
            <a:ext cx="6028944" cy="5254510"/>
          </a:xfrm>
        </p:spPr>
        <p:txBody>
          <a:bodyPr anchor="ctr">
            <a:normAutofit/>
          </a:bodyPr>
          <a:lstStyle/>
          <a:p>
            <a:r>
              <a:rPr lang="en-GB" altLang="es-MX" sz="2000" dirty="0">
                <a:solidFill>
                  <a:schemeClr val="bg1"/>
                </a:solidFill>
              </a:rPr>
              <a:t>El </a:t>
            </a:r>
            <a:r>
              <a:rPr lang="en-GB" altLang="es-MX" sz="2000" dirty="0" err="1">
                <a:solidFill>
                  <a:schemeClr val="bg1"/>
                </a:solidFill>
              </a:rPr>
              <a:t>proceso</a:t>
            </a:r>
            <a:r>
              <a:rPr lang="en-GB" altLang="es-MX" sz="2000" dirty="0">
                <a:solidFill>
                  <a:schemeClr val="bg1"/>
                </a:solidFill>
              </a:rPr>
              <a:t> de </a:t>
            </a:r>
            <a:r>
              <a:rPr lang="en-GB" altLang="es-MX" sz="2000" dirty="0" err="1">
                <a:solidFill>
                  <a:schemeClr val="bg1"/>
                </a:solidFill>
              </a:rPr>
              <a:t>lectura</a:t>
            </a:r>
            <a:r>
              <a:rPr lang="en-GB" altLang="es-MX" sz="2000" dirty="0">
                <a:solidFill>
                  <a:schemeClr val="bg1"/>
                </a:solidFill>
              </a:rPr>
              <a:t> /</a:t>
            </a:r>
            <a:r>
              <a:rPr lang="en-GB" altLang="es-MX" sz="2000" dirty="0" err="1">
                <a:solidFill>
                  <a:schemeClr val="bg1"/>
                </a:solidFill>
              </a:rPr>
              <a:t>escritura</a:t>
            </a:r>
            <a:r>
              <a:rPr lang="en-GB" altLang="es-MX" sz="2000" dirty="0">
                <a:solidFill>
                  <a:schemeClr val="bg1"/>
                </a:solidFill>
              </a:rPr>
              <a:t> de un </a:t>
            </a:r>
            <a:r>
              <a:rPr lang="en-GB" altLang="es-MX" sz="2000" dirty="0" err="1">
                <a:solidFill>
                  <a:schemeClr val="bg1"/>
                </a:solidFill>
              </a:rPr>
              <a:t>arreglo</a:t>
            </a:r>
            <a:r>
              <a:rPr lang="en-GB" altLang="es-MX" sz="2000" dirty="0">
                <a:solidFill>
                  <a:schemeClr val="bg1"/>
                </a:solidFill>
              </a:rPr>
              <a:t> se </a:t>
            </a:r>
            <a:r>
              <a:rPr lang="en-GB" altLang="es-MX" sz="2000" dirty="0" err="1">
                <a:solidFill>
                  <a:schemeClr val="bg1"/>
                </a:solidFill>
              </a:rPr>
              <a:t>realiza</a:t>
            </a:r>
            <a:r>
              <a:rPr lang="en-GB" altLang="es-MX" sz="2000" dirty="0">
                <a:solidFill>
                  <a:schemeClr val="bg1"/>
                </a:solidFill>
              </a:rPr>
              <a:t> de la </a:t>
            </a:r>
            <a:r>
              <a:rPr lang="en-GB" altLang="es-MX" sz="2000" dirty="0" err="1">
                <a:solidFill>
                  <a:schemeClr val="bg1"/>
                </a:solidFill>
              </a:rPr>
              <a:t>siguiente</a:t>
            </a:r>
            <a:r>
              <a:rPr lang="en-GB" altLang="es-MX" sz="2000" dirty="0">
                <a:solidFill>
                  <a:schemeClr val="bg1"/>
                </a:solidFill>
              </a:rPr>
              <a:t> </a:t>
            </a:r>
            <a:r>
              <a:rPr lang="en-GB" altLang="es-MX" sz="2000" dirty="0" err="1">
                <a:solidFill>
                  <a:schemeClr val="bg1"/>
                </a:solidFill>
              </a:rPr>
              <a:t>manera</a:t>
            </a:r>
            <a:r>
              <a:rPr lang="en-GB" altLang="es-MX" sz="2000" dirty="0">
                <a:solidFill>
                  <a:schemeClr val="bg1"/>
                </a:solidFill>
              </a:rPr>
              <a:t>:</a:t>
            </a:r>
          </a:p>
          <a:p>
            <a:pPr lvl="1"/>
            <a:r>
              <a:rPr lang="en-GB" altLang="es-MX" sz="2000" dirty="0">
                <a:solidFill>
                  <a:schemeClr val="bg1"/>
                </a:solidFill>
              </a:rPr>
              <a:t>Leer V[</a:t>
            </a:r>
            <a:r>
              <a:rPr lang="en-GB" altLang="es-MX" sz="2000" dirty="0" err="1">
                <a:solidFill>
                  <a:schemeClr val="bg1"/>
                </a:solidFill>
              </a:rPr>
              <a:t>i</a:t>
            </a:r>
            <a:r>
              <a:rPr lang="en-GB" altLang="es-MX" sz="2000" dirty="0">
                <a:solidFill>
                  <a:schemeClr val="bg1"/>
                </a:solidFill>
              </a:rPr>
              <a:t>]: Lee </a:t>
            </a:r>
            <a:r>
              <a:rPr lang="en-GB" altLang="es-MX" sz="2000" dirty="0" err="1">
                <a:solidFill>
                  <a:schemeClr val="bg1"/>
                </a:solidFill>
              </a:rPr>
              <a:t>todo</a:t>
            </a:r>
            <a:r>
              <a:rPr lang="en-GB" altLang="es-MX" sz="2000" dirty="0">
                <a:solidFill>
                  <a:schemeClr val="bg1"/>
                </a:solidFill>
              </a:rPr>
              <a:t> el </a:t>
            </a:r>
            <a:r>
              <a:rPr lang="en-GB" altLang="es-MX" sz="2000" dirty="0" err="1">
                <a:solidFill>
                  <a:schemeClr val="bg1"/>
                </a:solidFill>
              </a:rPr>
              <a:t>arreglo</a:t>
            </a:r>
            <a:endParaRPr lang="en-GB" altLang="es-MX" sz="2000" dirty="0">
              <a:solidFill>
                <a:schemeClr val="bg1"/>
              </a:solidFill>
            </a:endParaRPr>
          </a:p>
          <a:p>
            <a:pPr lvl="1"/>
            <a:r>
              <a:rPr lang="en-GB" altLang="es-MX" sz="2000" dirty="0" err="1">
                <a:solidFill>
                  <a:schemeClr val="bg1"/>
                </a:solidFill>
              </a:rPr>
              <a:t>Escribir</a:t>
            </a:r>
            <a:r>
              <a:rPr lang="en-GB" altLang="es-MX" sz="2000" dirty="0">
                <a:solidFill>
                  <a:schemeClr val="bg1"/>
                </a:solidFill>
              </a:rPr>
              <a:t> V[</a:t>
            </a:r>
            <a:r>
              <a:rPr lang="en-GB" altLang="es-MX" sz="2000" dirty="0" err="1">
                <a:solidFill>
                  <a:schemeClr val="bg1"/>
                </a:solidFill>
              </a:rPr>
              <a:t>i</a:t>
            </a:r>
            <a:r>
              <a:rPr lang="en-GB" altLang="es-MX" sz="2000" dirty="0">
                <a:solidFill>
                  <a:schemeClr val="bg1"/>
                </a:solidFill>
              </a:rPr>
              <a:t>]: Escribe </a:t>
            </a:r>
            <a:r>
              <a:rPr lang="en-GB" altLang="es-MX" sz="2000" dirty="0" err="1">
                <a:solidFill>
                  <a:schemeClr val="bg1"/>
                </a:solidFill>
              </a:rPr>
              <a:t>todo</a:t>
            </a:r>
            <a:r>
              <a:rPr lang="en-GB" altLang="es-MX" sz="2000" dirty="0">
                <a:solidFill>
                  <a:schemeClr val="bg1"/>
                </a:solidFill>
              </a:rPr>
              <a:t> el </a:t>
            </a:r>
            <a:r>
              <a:rPr lang="en-GB" altLang="es-MX" sz="2000" dirty="0" err="1">
                <a:solidFill>
                  <a:schemeClr val="bg1"/>
                </a:solidFill>
              </a:rPr>
              <a:t>arreglo</a:t>
            </a:r>
            <a:endParaRPr lang="en-GB" altLang="es-MX" sz="2000" dirty="0">
              <a:solidFill>
                <a:schemeClr val="bg1"/>
              </a:solidFill>
            </a:endParaRPr>
          </a:p>
          <a:p>
            <a:pPr lvl="1"/>
            <a:r>
              <a:rPr lang="en-GB" altLang="es-MX" sz="2000" dirty="0">
                <a:solidFill>
                  <a:schemeClr val="bg1"/>
                </a:solidFill>
              </a:rPr>
              <a:t>Leer V[3]: Lee el </a:t>
            </a:r>
            <a:r>
              <a:rPr lang="en-GB" altLang="es-MX" sz="2000" dirty="0" err="1">
                <a:solidFill>
                  <a:schemeClr val="bg1"/>
                </a:solidFill>
              </a:rPr>
              <a:t>elemento</a:t>
            </a:r>
            <a:r>
              <a:rPr lang="en-GB" altLang="es-MX" sz="2000" dirty="0">
                <a:solidFill>
                  <a:schemeClr val="bg1"/>
                </a:solidFill>
              </a:rPr>
              <a:t> de la </a:t>
            </a:r>
            <a:r>
              <a:rPr lang="en-GB" altLang="es-MX" sz="2000" dirty="0" err="1">
                <a:solidFill>
                  <a:schemeClr val="bg1"/>
                </a:solidFill>
              </a:rPr>
              <a:t>posición</a:t>
            </a:r>
            <a:r>
              <a:rPr lang="en-GB" altLang="es-MX" sz="2000" dirty="0">
                <a:solidFill>
                  <a:schemeClr val="bg1"/>
                </a:solidFill>
              </a:rPr>
              <a:t> 3 del </a:t>
            </a:r>
            <a:r>
              <a:rPr lang="en-GB" altLang="es-MX" sz="2000" dirty="0" err="1">
                <a:solidFill>
                  <a:schemeClr val="bg1"/>
                </a:solidFill>
              </a:rPr>
              <a:t>arreglo</a:t>
            </a:r>
            <a:r>
              <a:rPr lang="en-GB" altLang="es-MX" sz="2000" dirty="0">
                <a:solidFill>
                  <a:schemeClr val="bg1"/>
                </a:solidFill>
              </a:rPr>
              <a:t> (</a:t>
            </a:r>
            <a:r>
              <a:rPr lang="en-GB" altLang="es-MX" sz="2000" dirty="0" err="1">
                <a:solidFill>
                  <a:schemeClr val="bg1"/>
                </a:solidFill>
              </a:rPr>
              <a:t>teniendo</a:t>
            </a:r>
            <a:r>
              <a:rPr lang="en-GB" altLang="es-MX" sz="2000" dirty="0">
                <a:solidFill>
                  <a:schemeClr val="bg1"/>
                </a:solidFill>
              </a:rPr>
              <a:t> en </a:t>
            </a:r>
            <a:r>
              <a:rPr lang="en-GB" altLang="es-MX" sz="2000" dirty="0" err="1">
                <a:solidFill>
                  <a:schemeClr val="bg1"/>
                </a:solidFill>
              </a:rPr>
              <a:t>cuenta</a:t>
            </a:r>
            <a:r>
              <a:rPr lang="en-GB" altLang="es-MX" sz="2000" dirty="0">
                <a:solidFill>
                  <a:schemeClr val="bg1"/>
                </a:solidFill>
              </a:rPr>
              <a:t> que las </a:t>
            </a:r>
            <a:r>
              <a:rPr lang="en-GB" altLang="es-MX" sz="2000" dirty="0" err="1">
                <a:solidFill>
                  <a:schemeClr val="bg1"/>
                </a:solidFill>
              </a:rPr>
              <a:t>posiciones</a:t>
            </a:r>
            <a:r>
              <a:rPr lang="en-GB" altLang="es-MX" sz="2000" dirty="0">
                <a:solidFill>
                  <a:schemeClr val="bg1"/>
                </a:solidFill>
              </a:rPr>
              <a:t> </a:t>
            </a:r>
            <a:r>
              <a:rPr lang="en-GB" altLang="es-MX" sz="2000" dirty="0" err="1">
                <a:solidFill>
                  <a:schemeClr val="bg1"/>
                </a:solidFill>
              </a:rPr>
              <a:t>comienzan</a:t>
            </a:r>
            <a:r>
              <a:rPr lang="en-GB" altLang="es-MX" sz="2000" dirty="0">
                <a:solidFill>
                  <a:schemeClr val="bg1"/>
                </a:solidFill>
              </a:rPr>
              <a:t> en 0)</a:t>
            </a:r>
          </a:p>
          <a:p>
            <a:r>
              <a:rPr lang="en-GB" altLang="es-MX" sz="2000" dirty="0">
                <a:solidFill>
                  <a:schemeClr val="bg1"/>
                </a:solidFill>
              </a:rPr>
              <a:t>Si se </a:t>
            </a:r>
            <a:r>
              <a:rPr lang="en-GB" altLang="es-MX" sz="2000" dirty="0" err="1">
                <a:solidFill>
                  <a:schemeClr val="bg1"/>
                </a:solidFill>
              </a:rPr>
              <a:t>desea</a:t>
            </a:r>
            <a:r>
              <a:rPr lang="en-GB" altLang="es-MX" sz="2000" dirty="0">
                <a:solidFill>
                  <a:schemeClr val="bg1"/>
                </a:solidFill>
              </a:rPr>
              <a:t> leer </a:t>
            </a:r>
            <a:r>
              <a:rPr lang="en-GB" altLang="es-MX" sz="2000" dirty="0" err="1">
                <a:solidFill>
                  <a:schemeClr val="bg1"/>
                </a:solidFill>
              </a:rPr>
              <a:t>todos</a:t>
            </a:r>
            <a:r>
              <a:rPr lang="en-GB" altLang="es-MX" sz="2000" dirty="0">
                <a:solidFill>
                  <a:schemeClr val="bg1"/>
                </a:solidFill>
              </a:rPr>
              <a:t> los </a:t>
            </a:r>
            <a:r>
              <a:rPr lang="en-GB" altLang="es-MX" sz="2000" dirty="0" err="1">
                <a:solidFill>
                  <a:schemeClr val="bg1"/>
                </a:solidFill>
              </a:rPr>
              <a:t>elementos</a:t>
            </a:r>
            <a:r>
              <a:rPr lang="en-GB" altLang="es-MX" sz="2000" dirty="0">
                <a:solidFill>
                  <a:schemeClr val="bg1"/>
                </a:solidFill>
              </a:rPr>
              <a:t> de un vector V en forma </a:t>
            </a:r>
            <a:r>
              <a:rPr lang="en-GB" altLang="es-MX" sz="2000" dirty="0" err="1">
                <a:solidFill>
                  <a:schemeClr val="bg1"/>
                </a:solidFill>
              </a:rPr>
              <a:t>consecutiva</a:t>
            </a:r>
            <a:r>
              <a:rPr lang="en-GB" altLang="es-MX" sz="2000" dirty="0">
                <a:solidFill>
                  <a:schemeClr val="bg1"/>
                </a:solidFill>
              </a:rPr>
              <a:t> (</a:t>
            </a:r>
            <a:r>
              <a:rPr lang="en-GB" altLang="es-MX" sz="2000" dirty="0" err="1">
                <a:solidFill>
                  <a:schemeClr val="bg1"/>
                </a:solidFill>
              </a:rPr>
              <a:t>considerando</a:t>
            </a:r>
            <a:r>
              <a:rPr lang="en-GB" altLang="es-MX" sz="2000" dirty="0">
                <a:solidFill>
                  <a:schemeClr val="bg1"/>
                </a:solidFill>
              </a:rPr>
              <a:t> un </a:t>
            </a:r>
            <a:r>
              <a:rPr lang="en-GB" altLang="es-MX" sz="2000" dirty="0" err="1">
                <a:solidFill>
                  <a:schemeClr val="bg1"/>
                </a:solidFill>
              </a:rPr>
              <a:t>ejemplo</a:t>
            </a:r>
            <a:r>
              <a:rPr lang="en-GB" altLang="es-MX" sz="2000" dirty="0">
                <a:solidFill>
                  <a:schemeClr val="bg1"/>
                </a:solidFill>
              </a:rPr>
              <a:t> de un vector </a:t>
            </a:r>
            <a:r>
              <a:rPr lang="en-GB" altLang="es-MX" sz="2000" dirty="0" err="1">
                <a:solidFill>
                  <a:schemeClr val="bg1"/>
                </a:solidFill>
              </a:rPr>
              <a:t>compuesto</a:t>
            </a:r>
            <a:r>
              <a:rPr lang="en-GB" altLang="es-MX" sz="2000" dirty="0">
                <a:solidFill>
                  <a:schemeClr val="bg1"/>
                </a:solidFill>
              </a:rPr>
              <a:t> por 30 </a:t>
            </a:r>
            <a:r>
              <a:rPr lang="en-GB" altLang="es-MX" sz="2000" dirty="0" err="1">
                <a:solidFill>
                  <a:schemeClr val="bg1"/>
                </a:solidFill>
              </a:rPr>
              <a:t>elementos</a:t>
            </a:r>
            <a:r>
              <a:rPr lang="en-GB" altLang="es-MX" sz="2000" dirty="0">
                <a:solidFill>
                  <a:schemeClr val="bg1"/>
                </a:solidFill>
              </a:rPr>
              <a:t>):</a:t>
            </a:r>
          </a:p>
          <a:p>
            <a:pPr lvl="1"/>
            <a:r>
              <a:rPr lang="en-GB" altLang="es-MX" sz="2000" dirty="0">
                <a:solidFill>
                  <a:schemeClr val="bg1"/>
                </a:solidFill>
              </a:rPr>
              <a:t>Leer V[0]</a:t>
            </a:r>
          </a:p>
          <a:p>
            <a:pPr lvl="1"/>
            <a:r>
              <a:rPr lang="en-GB" altLang="es-MX" sz="2000" dirty="0">
                <a:solidFill>
                  <a:schemeClr val="bg1"/>
                </a:solidFill>
              </a:rPr>
              <a:t>Leer V[1]</a:t>
            </a:r>
          </a:p>
          <a:p>
            <a:pPr lvl="1"/>
            <a:r>
              <a:rPr lang="en-GB" altLang="es-MX" sz="2000" dirty="0">
                <a:solidFill>
                  <a:schemeClr val="bg1"/>
                </a:solidFill>
              </a:rPr>
              <a:t>Leer V[2]</a:t>
            </a:r>
          </a:p>
          <a:p>
            <a:pPr lvl="1"/>
            <a:r>
              <a:rPr lang="en-GB" altLang="es-MX" sz="2000" dirty="0">
                <a:solidFill>
                  <a:schemeClr val="bg1"/>
                </a:solidFill>
              </a:rPr>
              <a:t>Leer V[…]</a:t>
            </a:r>
          </a:p>
          <a:p>
            <a:pPr lvl="1"/>
            <a:r>
              <a:rPr lang="en-GB" altLang="es-MX" sz="2000" dirty="0">
                <a:solidFill>
                  <a:schemeClr val="bg1"/>
                </a:solidFill>
              </a:rPr>
              <a:t>Leer V[29]</a:t>
            </a:r>
          </a:p>
          <a:p>
            <a:r>
              <a:rPr lang="en-GB" sz="2000" dirty="0">
                <a:solidFill>
                  <a:schemeClr val="bg1"/>
                </a:solidFill>
              </a:rPr>
              <a:t>Este </a:t>
            </a:r>
            <a:r>
              <a:rPr lang="en-GB" sz="2000" dirty="0" err="1">
                <a:solidFill>
                  <a:schemeClr val="bg1"/>
                </a:solidFill>
              </a:rPr>
              <a:t>proceso</a:t>
            </a:r>
            <a:r>
              <a:rPr lang="en-GB" sz="2000" dirty="0">
                <a:solidFill>
                  <a:schemeClr val="bg1"/>
                </a:solidFill>
              </a:rPr>
              <a:t> es </a:t>
            </a:r>
            <a:r>
              <a:rPr lang="en-GB" sz="2000" dirty="0" err="1">
                <a:solidFill>
                  <a:schemeClr val="bg1"/>
                </a:solidFill>
              </a:rPr>
              <a:t>válido</a:t>
            </a:r>
            <a:r>
              <a:rPr lang="en-GB" sz="2000" dirty="0">
                <a:solidFill>
                  <a:schemeClr val="bg1"/>
                </a:solidFill>
              </a:rPr>
              <a:t> </a:t>
            </a:r>
            <a:r>
              <a:rPr lang="en-GB" sz="2000" dirty="0" err="1">
                <a:solidFill>
                  <a:schemeClr val="bg1"/>
                </a:solidFill>
              </a:rPr>
              <a:t>también</a:t>
            </a:r>
            <a:r>
              <a:rPr lang="en-GB" sz="2000" dirty="0">
                <a:solidFill>
                  <a:schemeClr val="bg1"/>
                </a:solidFill>
              </a:rPr>
              <a:t> para la </a:t>
            </a:r>
            <a:r>
              <a:rPr lang="en-GB" sz="2000" dirty="0" err="1">
                <a:solidFill>
                  <a:schemeClr val="bg1"/>
                </a:solidFill>
              </a:rPr>
              <a:t>escritura</a:t>
            </a:r>
            <a:endParaRPr lang="en-US" sz="2000" dirty="0">
              <a:solidFill>
                <a:schemeClr val="bg1"/>
              </a:solidFill>
            </a:endParaRPr>
          </a:p>
        </p:txBody>
      </p:sp>
    </p:spTree>
    <p:extLst>
      <p:ext uri="{BB962C8B-B14F-4D97-AF65-F5344CB8AC3E}">
        <p14:creationId xmlns:p14="http://schemas.microsoft.com/office/powerpoint/2010/main" val="3635840554"/>
      </p:ext>
    </p:extLst>
  </p:cSld>
  <p:clrMapOvr>
    <a:overrideClrMapping bg1="dk1" tx1="lt1" bg2="dk2" tx2="lt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62F2520-49A4-4C18-A58A-A1278C4593E1}"/>
              </a:ext>
            </a:extLst>
          </p:cNvPr>
          <p:cNvSpPr>
            <a:spLocks noGrp="1"/>
          </p:cNvSpPr>
          <p:nvPr>
            <p:ph type="title"/>
          </p:nvPr>
        </p:nvSpPr>
        <p:spPr>
          <a:xfrm>
            <a:off x="804671" y="640263"/>
            <a:ext cx="3284331" cy="5254510"/>
          </a:xfrm>
        </p:spPr>
        <p:txBody>
          <a:bodyPr>
            <a:normAutofit/>
          </a:bodyPr>
          <a:lstStyle/>
          <a:p>
            <a:r>
              <a:rPr lang="en-US" dirty="0" err="1"/>
              <a:t>Recorrido</a:t>
            </a:r>
            <a:endParaRPr lang="en-US" dirty="0"/>
          </a:p>
        </p:txBody>
      </p:sp>
      <p:sp>
        <p:nvSpPr>
          <p:cNvPr id="3" name="Marcador de contenido 2">
            <a:extLst>
              <a:ext uri="{FF2B5EF4-FFF2-40B4-BE49-F238E27FC236}">
                <a16:creationId xmlns:a16="http://schemas.microsoft.com/office/drawing/2014/main" id="{DF20D4BD-0C0C-4106-8611-F0C26CC48049}"/>
              </a:ext>
            </a:extLst>
          </p:cNvPr>
          <p:cNvSpPr>
            <a:spLocks noGrp="1"/>
          </p:cNvSpPr>
          <p:nvPr>
            <p:ph idx="1"/>
          </p:nvPr>
        </p:nvSpPr>
        <p:spPr>
          <a:xfrm>
            <a:off x="5358384" y="640263"/>
            <a:ext cx="6028944" cy="5254510"/>
          </a:xfrm>
        </p:spPr>
        <p:txBody>
          <a:bodyPr anchor="ctr">
            <a:normAutofit/>
          </a:bodyPr>
          <a:lstStyle/>
          <a:p>
            <a:r>
              <a:rPr lang="en-GB" altLang="es-MX" sz="2200">
                <a:solidFill>
                  <a:schemeClr val="bg1"/>
                </a:solidFill>
              </a:rPr>
              <a:t>Recorrer un vector significa acceder a todos y a cada uno de sus elementos desde el principio hasta el final o viceversa.</a:t>
            </a:r>
          </a:p>
          <a:p>
            <a:pPr lvl="1"/>
            <a:r>
              <a:rPr lang="en-GB" altLang="es-MX" sz="2200">
                <a:solidFill>
                  <a:schemeClr val="bg1"/>
                </a:solidFill>
              </a:rPr>
              <a:t>Se puede acceder a los elementos de un vector para leer datos o bien para escribir. </a:t>
            </a:r>
          </a:p>
          <a:p>
            <a:pPr lvl="1"/>
            <a:r>
              <a:rPr lang="en-GB" altLang="es-MX" sz="2200">
                <a:solidFill>
                  <a:schemeClr val="bg1"/>
                </a:solidFill>
              </a:rPr>
              <a:t>A la operación de acceder a todos los elementos para efectuar una acción determinada se denomina </a:t>
            </a:r>
            <a:r>
              <a:rPr lang="en-GB" altLang="es-MX" sz="2200" i="1">
                <a:solidFill>
                  <a:schemeClr val="bg1"/>
                </a:solidFill>
              </a:rPr>
              <a:t>recorrido</a:t>
            </a:r>
            <a:r>
              <a:rPr lang="en-GB" altLang="es-MX" sz="2200">
                <a:solidFill>
                  <a:schemeClr val="bg1"/>
                </a:solidFill>
              </a:rPr>
              <a:t> del vector.</a:t>
            </a:r>
          </a:p>
          <a:p>
            <a:pPr lvl="1"/>
            <a:r>
              <a:rPr lang="en-GB" altLang="es-MX" sz="2200">
                <a:solidFill>
                  <a:schemeClr val="bg1"/>
                </a:solidFill>
              </a:rPr>
              <a:t>Esta operación se realiza usando estructuras repetitivas, cuya variable de control se utiliza como subíndice del vector.</a:t>
            </a:r>
          </a:p>
        </p:txBody>
      </p:sp>
    </p:spTree>
    <p:extLst>
      <p:ext uri="{BB962C8B-B14F-4D97-AF65-F5344CB8AC3E}">
        <p14:creationId xmlns:p14="http://schemas.microsoft.com/office/powerpoint/2010/main" val="1003121085"/>
      </p:ext>
    </p:extLst>
  </p:cSld>
  <p:clrMapOvr>
    <a:overrideClrMapping bg1="dk1" tx1="lt1" bg2="dk2" tx2="lt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D7802097-581E-4672-B392-3A4B90CC8981}"/>
              </a:ext>
            </a:extLst>
          </p:cNvPr>
          <p:cNvSpPr>
            <a:spLocks noGrp="1"/>
          </p:cNvSpPr>
          <p:nvPr>
            <p:ph type="title"/>
          </p:nvPr>
        </p:nvSpPr>
        <p:spPr>
          <a:xfrm>
            <a:off x="804671" y="640263"/>
            <a:ext cx="3284331" cy="5254510"/>
          </a:xfrm>
        </p:spPr>
        <p:txBody>
          <a:bodyPr>
            <a:normAutofit/>
          </a:bodyPr>
          <a:lstStyle/>
          <a:p>
            <a:r>
              <a:rPr lang="en-US"/>
              <a:t>Recorrido</a:t>
            </a:r>
            <a:endParaRPr lang="en-US" dirty="0"/>
          </a:p>
        </p:txBody>
      </p:sp>
      <p:sp>
        <p:nvSpPr>
          <p:cNvPr id="3" name="Marcador de contenido 2">
            <a:extLst>
              <a:ext uri="{FF2B5EF4-FFF2-40B4-BE49-F238E27FC236}">
                <a16:creationId xmlns:a16="http://schemas.microsoft.com/office/drawing/2014/main" id="{B3C4283D-C739-4DD0-BE21-05E7643795F5}"/>
              </a:ext>
            </a:extLst>
          </p:cNvPr>
          <p:cNvSpPr>
            <a:spLocks noGrp="1"/>
          </p:cNvSpPr>
          <p:nvPr>
            <p:ph idx="1"/>
          </p:nvPr>
        </p:nvSpPr>
        <p:spPr>
          <a:xfrm>
            <a:off x="5358384" y="640263"/>
            <a:ext cx="2573886" cy="5254510"/>
          </a:xfrm>
        </p:spPr>
        <p:txBody>
          <a:bodyPr anchor="ctr">
            <a:normAutofit/>
          </a:bodyPr>
          <a:lstStyle/>
          <a:p>
            <a:r>
              <a:rPr lang="en-GB" altLang="es-MX" sz="2200" dirty="0" err="1">
                <a:solidFill>
                  <a:schemeClr val="bg1"/>
                </a:solidFill>
              </a:rPr>
              <a:t>Ejemplo</a:t>
            </a:r>
            <a:r>
              <a:rPr lang="en-GB" altLang="es-MX" sz="2200" dirty="0">
                <a:solidFill>
                  <a:schemeClr val="bg1"/>
                </a:solidFill>
              </a:rPr>
              <a:t> </a:t>
            </a:r>
          </a:p>
          <a:p>
            <a:pPr lvl="1"/>
            <a:r>
              <a:rPr lang="en-GB" altLang="es-MX" sz="1800" dirty="0" err="1">
                <a:solidFill>
                  <a:schemeClr val="bg1"/>
                </a:solidFill>
              </a:rPr>
              <a:t>Sumar</a:t>
            </a:r>
            <a:r>
              <a:rPr lang="en-GB" altLang="es-MX" sz="1800" dirty="0">
                <a:solidFill>
                  <a:schemeClr val="bg1"/>
                </a:solidFill>
              </a:rPr>
              <a:t> los 30 </a:t>
            </a:r>
            <a:r>
              <a:rPr lang="en-GB" altLang="es-MX" sz="1800" dirty="0" err="1">
                <a:solidFill>
                  <a:schemeClr val="bg1"/>
                </a:solidFill>
              </a:rPr>
              <a:t>elementos</a:t>
            </a:r>
            <a:r>
              <a:rPr lang="en-GB" altLang="es-MX" sz="1800" dirty="0">
                <a:solidFill>
                  <a:schemeClr val="bg1"/>
                </a:solidFill>
              </a:rPr>
              <a:t> de un vector V.</a:t>
            </a:r>
          </a:p>
          <a:p>
            <a:pPr marL="0" indent="0">
              <a:buNone/>
            </a:pPr>
            <a:endParaRPr lang="en-GB" altLang="es-MX" sz="2200" dirty="0">
              <a:solidFill>
                <a:schemeClr val="bg1"/>
              </a:solidFill>
            </a:endParaRPr>
          </a:p>
        </p:txBody>
      </p:sp>
      <p:pic>
        <p:nvPicPr>
          <p:cNvPr id="5" name="Picture 4">
            <a:extLst>
              <a:ext uri="{FF2B5EF4-FFF2-40B4-BE49-F238E27FC236}">
                <a16:creationId xmlns:a16="http://schemas.microsoft.com/office/drawing/2014/main" id="{59279E78-EAAE-4A7D-83E4-01F676454F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270" y="1136650"/>
            <a:ext cx="3889375" cy="50403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74701438"/>
      </p:ext>
    </p:extLst>
  </p:cSld>
  <p:clrMapOvr>
    <a:overrideClrMapping bg1="dk1" tx1="lt1" bg2="dk2" tx2="lt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1B28BC1-0144-4DD7-A635-68DB4A4A52A2}"/>
              </a:ext>
            </a:extLst>
          </p:cNvPr>
          <p:cNvSpPr>
            <a:spLocks noGrp="1"/>
          </p:cNvSpPr>
          <p:nvPr>
            <p:ph type="title"/>
          </p:nvPr>
        </p:nvSpPr>
        <p:spPr>
          <a:xfrm>
            <a:off x="804671" y="640263"/>
            <a:ext cx="3284331" cy="5254510"/>
          </a:xfrm>
        </p:spPr>
        <p:txBody>
          <a:bodyPr>
            <a:normAutofit/>
          </a:bodyPr>
          <a:lstStyle/>
          <a:p>
            <a:r>
              <a:rPr lang="en-US" dirty="0" err="1"/>
              <a:t>Asignación</a:t>
            </a:r>
            <a:endParaRPr lang="en-US" dirty="0"/>
          </a:p>
        </p:txBody>
      </p:sp>
      <p:sp>
        <p:nvSpPr>
          <p:cNvPr id="3" name="Marcador de contenido 2">
            <a:extLst>
              <a:ext uri="{FF2B5EF4-FFF2-40B4-BE49-F238E27FC236}">
                <a16:creationId xmlns:a16="http://schemas.microsoft.com/office/drawing/2014/main" id="{AD239423-8C7E-45FA-9CCB-C799DDB770EB}"/>
              </a:ext>
            </a:extLst>
          </p:cNvPr>
          <p:cNvSpPr>
            <a:spLocks noGrp="1"/>
          </p:cNvSpPr>
          <p:nvPr>
            <p:ph idx="1"/>
          </p:nvPr>
        </p:nvSpPr>
        <p:spPr>
          <a:xfrm>
            <a:off x="5358384" y="640263"/>
            <a:ext cx="6028944" cy="5254510"/>
          </a:xfrm>
        </p:spPr>
        <p:txBody>
          <a:bodyPr anchor="ctr">
            <a:normAutofit/>
          </a:bodyPr>
          <a:lstStyle/>
          <a:p>
            <a:r>
              <a:rPr lang="en-GB" altLang="es-MX" sz="2200">
                <a:solidFill>
                  <a:schemeClr val="bg1"/>
                </a:solidFill>
              </a:rPr>
              <a:t>En general no es posible asignar directamente un valor a todo el arreglo; se debe asignar el valor deseado a cada componente usando la instrucción de asignación, recordando que la asignación coloca el nuevo contenido en la variable destruyendo el valor anterior. </a:t>
            </a:r>
          </a:p>
          <a:p>
            <a:pPr lvl="1"/>
            <a:r>
              <a:rPr lang="en-GB" altLang="es-MX" sz="2200">
                <a:solidFill>
                  <a:schemeClr val="bg1"/>
                </a:solidFill>
              </a:rPr>
              <a:t>V[20] = 15  asigna el valor 15 al elemento de la posición 20 del vector V (teniendo en cuenta que las posiciones comienzan en 0).</a:t>
            </a:r>
          </a:p>
          <a:p>
            <a:r>
              <a:rPr lang="en-GB" altLang="es-MX" sz="2200">
                <a:solidFill>
                  <a:schemeClr val="bg1"/>
                </a:solidFill>
              </a:rPr>
              <a:t>Si se quiere asignar valores a todos los componentes del vector, se debe recurrir a las estructuras repetitivas.</a:t>
            </a:r>
          </a:p>
        </p:txBody>
      </p:sp>
    </p:spTree>
    <p:extLst>
      <p:ext uri="{BB962C8B-B14F-4D97-AF65-F5344CB8AC3E}">
        <p14:creationId xmlns:p14="http://schemas.microsoft.com/office/powerpoint/2010/main" val="4060109165"/>
      </p:ext>
    </p:extLst>
  </p:cSld>
  <p:clrMapOvr>
    <a:overrideClrMapping bg1="dk1" tx1="lt1" bg2="dk2" tx2="lt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52D19AE-7232-46B9-9D80-4F84CEBE1A42}"/>
              </a:ext>
            </a:extLst>
          </p:cNvPr>
          <p:cNvSpPr>
            <a:spLocks noGrp="1"/>
          </p:cNvSpPr>
          <p:nvPr>
            <p:ph type="title"/>
          </p:nvPr>
        </p:nvSpPr>
        <p:spPr>
          <a:xfrm>
            <a:off x="804671" y="640263"/>
            <a:ext cx="3284331" cy="5254510"/>
          </a:xfrm>
        </p:spPr>
        <p:txBody>
          <a:bodyPr>
            <a:normAutofit/>
          </a:bodyPr>
          <a:lstStyle/>
          <a:p>
            <a:r>
              <a:rPr lang="en-US"/>
              <a:t>Asignación</a:t>
            </a:r>
            <a:endParaRPr lang="en-US" dirty="0"/>
          </a:p>
        </p:txBody>
      </p:sp>
      <p:sp>
        <p:nvSpPr>
          <p:cNvPr id="3" name="Marcador de contenido 2">
            <a:extLst>
              <a:ext uri="{FF2B5EF4-FFF2-40B4-BE49-F238E27FC236}">
                <a16:creationId xmlns:a16="http://schemas.microsoft.com/office/drawing/2014/main" id="{B68B6999-1E3D-4856-B340-23209AFB8E68}"/>
              </a:ext>
            </a:extLst>
          </p:cNvPr>
          <p:cNvSpPr>
            <a:spLocks noGrp="1"/>
          </p:cNvSpPr>
          <p:nvPr>
            <p:ph idx="1"/>
          </p:nvPr>
        </p:nvSpPr>
        <p:spPr>
          <a:xfrm>
            <a:off x="5358384" y="640263"/>
            <a:ext cx="2010604" cy="5254510"/>
          </a:xfrm>
        </p:spPr>
        <p:txBody>
          <a:bodyPr anchor="ctr">
            <a:normAutofit/>
          </a:bodyPr>
          <a:lstStyle/>
          <a:p>
            <a:r>
              <a:rPr lang="en-US" sz="2200" dirty="0" err="1">
                <a:solidFill>
                  <a:schemeClr val="bg1"/>
                </a:solidFill>
              </a:rPr>
              <a:t>Inicializar</a:t>
            </a:r>
            <a:r>
              <a:rPr lang="en-US" sz="2200" dirty="0">
                <a:solidFill>
                  <a:schemeClr val="bg1"/>
                </a:solidFill>
              </a:rPr>
              <a:t> un vector V de 30 </a:t>
            </a:r>
            <a:r>
              <a:rPr lang="en-US" sz="2200" dirty="0" err="1">
                <a:solidFill>
                  <a:schemeClr val="bg1"/>
                </a:solidFill>
              </a:rPr>
              <a:t>elementos</a:t>
            </a:r>
            <a:r>
              <a:rPr lang="en-US" sz="2200" dirty="0">
                <a:solidFill>
                  <a:schemeClr val="bg1"/>
                </a:solidFill>
              </a:rPr>
              <a:t> en 0.</a:t>
            </a:r>
          </a:p>
        </p:txBody>
      </p:sp>
      <p:pic>
        <p:nvPicPr>
          <p:cNvPr id="4" name="Picture 4">
            <a:extLst>
              <a:ext uri="{FF2B5EF4-FFF2-40B4-BE49-F238E27FC236}">
                <a16:creationId xmlns:a16="http://schemas.microsoft.com/office/drawing/2014/main" id="{FD78C414-0B7A-4A45-BB33-87820DFACC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389" y="609249"/>
            <a:ext cx="4510087" cy="53165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55622193"/>
      </p:ext>
    </p:extLst>
  </p:cSld>
  <p:clrMapOvr>
    <a:overrideClrMapping bg1="dk1" tx1="lt1" bg2="dk2" tx2="lt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7B97D490-7127-408B-874C-DAD83F7773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71185" cy="6858000"/>
            <a:chOff x="0" y="0"/>
            <a:chExt cx="4709160" cy="6858000"/>
          </a:xfrm>
        </p:grpSpPr>
        <p:sp>
          <p:nvSpPr>
            <p:cNvPr id="11" name="Rectangle 10">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ítulo 1">
            <a:extLst>
              <a:ext uri="{FF2B5EF4-FFF2-40B4-BE49-F238E27FC236}">
                <a16:creationId xmlns:a16="http://schemas.microsoft.com/office/drawing/2014/main" id="{275226A0-010E-4D5A-A31E-061EC434AC3E}"/>
              </a:ext>
            </a:extLst>
          </p:cNvPr>
          <p:cNvSpPr>
            <a:spLocks noGrp="1"/>
          </p:cNvSpPr>
          <p:nvPr>
            <p:ph type="title"/>
          </p:nvPr>
        </p:nvSpPr>
        <p:spPr>
          <a:xfrm>
            <a:off x="804671" y="640263"/>
            <a:ext cx="4129279" cy="5254510"/>
          </a:xfrm>
        </p:spPr>
        <p:txBody>
          <a:bodyPr>
            <a:normAutofit/>
          </a:bodyPr>
          <a:lstStyle/>
          <a:p>
            <a:r>
              <a:rPr lang="en-US" sz="5200"/>
              <a:t>Actualización</a:t>
            </a:r>
          </a:p>
        </p:txBody>
      </p:sp>
      <p:sp>
        <p:nvSpPr>
          <p:cNvPr id="3" name="Marcador de contenido 2">
            <a:extLst>
              <a:ext uri="{FF2B5EF4-FFF2-40B4-BE49-F238E27FC236}">
                <a16:creationId xmlns:a16="http://schemas.microsoft.com/office/drawing/2014/main" id="{A15524B9-C134-4607-B439-F9E5545DEBBD}"/>
              </a:ext>
            </a:extLst>
          </p:cNvPr>
          <p:cNvSpPr>
            <a:spLocks noGrp="1"/>
          </p:cNvSpPr>
          <p:nvPr>
            <p:ph idx="1"/>
          </p:nvPr>
        </p:nvSpPr>
        <p:spPr>
          <a:xfrm>
            <a:off x="6320409" y="640263"/>
            <a:ext cx="5166741" cy="5254510"/>
          </a:xfrm>
        </p:spPr>
        <p:txBody>
          <a:bodyPr anchor="ctr">
            <a:normAutofit/>
          </a:bodyPr>
          <a:lstStyle/>
          <a:p>
            <a:r>
              <a:rPr lang="en-GB" altLang="es-MX" sz="2200">
                <a:solidFill>
                  <a:schemeClr val="bg1"/>
                </a:solidFill>
              </a:rPr>
              <a:t>Muchas veces resulta necesario que dado un arreglo, puedan añadirse nuevos elementos o eliminar o insertar components (siempre y cuando exista espacio para esta operación).</a:t>
            </a:r>
          </a:p>
          <a:p>
            <a:pPr lvl="1"/>
            <a:r>
              <a:rPr lang="en-GB" altLang="es-MX" sz="2200">
                <a:solidFill>
                  <a:schemeClr val="bg1"/>
                </a:solidFill>
              </a:rPr>
              <a:t>Estas resultan las tres operaciones elementales que se pueden realizar en un arreglo: añadir, eliminar e insertar elementos.</a:t>
            </a:r>
          </a:p>
          <a:p>
            <a:r>
              <a:rPr lang="en-GB" altLang="es-MX" sz="2200">
                <a:solidFill>
                  <a:schemeClr val="bg1"/>
                </a:solidFill>
              </a:rPr>
              <a:t>Cuando se realiza una operación de añadir un nuevo elemento a continuación del último valor no nulo, la única condición necesaria para esta operación es comprobar que haya espacio para el nuevo elemento.</a:t>
            </a:r>
          </a:p>
          <a:p>
            <a:endParaRPr lang="en-GB" altLang="es-MX" sz="2200">
              <a:solidFill>
                <a:schemeClr val="bg1"/>
              </a:solidFill>
            </a:endParaRPr>
          </a:p>
          <a:p>
            <a:endParaRPr lang="en-US" sz="2200">
              <a:solidFill>
                <a:schemeClr val="bg1"/>
              </a:solidFill>
            </a:endParaRPr>
          </a:p>
        </p:txBody>
      </p:sp>
    </p:spTree>
    <p:extLst>
      <p:ext uri="{BB962C8B-B14F-4D97-AF65-F5344CB8AC3E}">
        <p14:creationId xmlns:p14="http://schemas.microsoft.com/office/powerpoint/2010/main" val="3087460091"/>
      </p:ext>
    </p:extLst>
  </p:cSld>
  <p:clrMapOvr>
    <a:overrideClrMapping bg1="dk1" tx1="lt1" bg2="dk2" tx2="lt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0383" y="0"/>
            <a:ext cx="8451607"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374517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2DFFD62-0C9B-480E-8FF5-943B72D286DB}"/>
              </a:ext>
            </a:extLst>
          </p:cNvPr>
          <p:cNvSpPr>
            <a:spLocks noGrp="1"/>
          </p:cNvSpPr>
          <p:nvPr>
            <p:ph type="title"/>
          </p:nvPr>
        </p:nvSpPr>
        <p:spPr>
          <a:xfrm>
            <a:off x="1156852" y="637762"/>
            <a:ext cx="2190782" cy="5576770"/>
          </a:xfrm>
        </p:spPr>
        <p:txBody>
          <a:bodyPr anchor="t">
            <a:normAutofit/>
          </a:bodyPr>
          <a:lstStyle/>
          <a:p>
            <a:r>
              <a:rPr lang="en-US" sz="2800">
                <a:solidFill>
                  <a:schemeClr val="bg1"/>
                </a:solidFill>
              </a:rPr>
              <a:t>Actualización</a:t>
            </a:r>
          </a:p>
        </p:txBody>
      </p:sp>
      <p:sp>
        <p:nvSpPr>
          <p:cNvPr id="12" name="Rectangle 11">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33"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DBDCF221-4542-4B30-8B0B-993C13110B25}"/>
              </a:ext>
            </a:extLst>
          </p:cNvPr>
          <p:cNvSpPr>
            <a:spLocks noGrp="1"/>
          </p:cNvSpPr>
          <p:nvPr>
            <p:ph idx="1"/>
          </p:nvPr>
        </p:nvSpPr>
        <p:spPr>
          <a:xfrm>
            <a:off x="4654732" y="850052"/>
            <a:ext cx="6390623" cy="5326911"/>
          </a:xfrm>
        </p:spPr>
        <p:txBody>
          <a:bodyPr>
            <a:normAutofit/>
          </a:bodyPr>
          <a:lstStyle/>
          <a:p>
            <a:r>
              <a:rPr lang="en-GB" altLang="es-MX" sz="2400"/>
              <a:t>Ejemplo</a:t>
            </a:r>
          </a:p>
          <a:p>
            <a:pPr lvl="1"/>
            <a:r>
              <a:rPr lang="en-GB" altLang="es-MX" dirty="0"/>
              <a:t>Dado un vector C de 8 </a:t>
            </a:r>
            <a:r>
              <a:rPr lang="en-GB" altLang="es-MX"/>
              <a:t>elementos</a:t>
            </a:r>
            <a:r>
              <a:rPr lang="en-GB" altLang="es-MX" dirty="0"/>
              <a:t> que </a:t>
            </a:r>
            <a:r>
              <a:rPr lang="en-GB" altLang="es-MX"/>
              <a:t>contiene</a:t>
            </a:r>
            <a:r>
              <a:rPr lang="en-GB" altLang="es-MX" dirty="0"/>
              <a:t> una </a:t>
            </a:r>
            <a:r>
              <a:rPr lang="en-GB" altLang="es-MX"/>
              <a:t>nómina</a:t>
            </a:r>
            <a:r>
              <a:rPr lang="en-GB" altLang="es-MX" dirty="0"/>
              <a:t> de 5 </a:t>
            </a:r>
            <a:r>
              <a:rPr lang="en-GB" altLang="es-MX"/>
              <a:t>direcciones</a:t>
            </a:r>
            <a:r>
              <a:rPr lang="en-GB" altLang="es-MX" dirty="0"/>
              <a:t> de </a:t>
            </a:r>
            <a:r>
              <a:rPr lang="en-GB" altLang="es-MX"/>
              <a:t>correo</a:t>
            </a:r>
            <a:r>
              <a:rPr lang="en-GB" altLang="es-MX" dirty="0"/>
              <a:t> </a:t>
            </a:r>
            <a:r>
              <a:rPr lang="en-GB" altLang="es-MX"/>
              <a:t>ordenadas</a:t>
            </a:r>
            <a:r>
              <a:rPr lang="en-GB" altLang="es-MX" dirty="0"/>
              <a:t> </a:t>
            </a:r>
            <a:r>
              <a:rPr lang="en-GB" altLang="es-MX"/>
              <a:t>alfabéticamente</a:t>
            </a:r>
            <a:r>
              <a:rPr lang="en-GB" altLang="es-MX" dirty="0"/>
              <a:t>, </a:t>
            </a:r>
            <a:r>
              <a:rPr lang="en-GB" altLang="es-MX"/>
              <a:t>añadir</a:t>
            </a:r>
            <a:r>
              <a:rPr lang="en-GB" altLang="es-MX" dirty="0"/>
              <a:t> la </a:t>
            </a:r>
            <a:r>
              <a:rPr lang="en-GB" altLang="es-MX"/>
              <a:t>dirección</a:t>
            </a:r>
            <a:r>
              <a:rPr lang="en-GB" altLang="es-MX" dirty="0"/>
              <a:t> </a:t>
            </a:r>
            <a:r>
              <a:rPr lang="en-GB" altLang="es-MX" dirty="0">
                <a:hlinkClick r:id="rId2"/>
              </a:rPr>
              <a:t>valeria@server.com</a:t>
            </a:r>
            <a:endParaRPr lang="en-GB" altLang="es-MX" dirty="0"/>
          </a:p>
          <a:p>
            <a:endParaRPr lang="en-US" sz="2400"/>
          </a:p>
        </p:txBody>
      </p:sp>
      <p:pic>
        <p:nvPicPr>
          <p:cNvPr id="4" name="Picture 4">
            <a:extLst>
              <a:ext uri="{FF2B5EF4-FFF2-40B4-BE49-F238E27FC236}">
                <a16:creationId xmlns:a16="http://schemas.microsoft.com/office/drawing/2014/main" id="{7C237058-CF59-40E4-9DCC-A84E1D6BD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7936" y="2895132"/>
            <a:ext cx="7810500" cy="38687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443311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CC9AD58-11E0-408D-816E-3AE386ECAD2C}"/>
              </a:ext>
            </a:extLst>
          </p:cNvPr>
          <p:cNvSpPr>
            <a:spLocks noGrp="1"/>
          </p:cNvSpPr>
          <p:nvPr>
            <p:ph type="title"/>
          </p:nvPr>
        </p:nvSpPr>
        <p:spPr>
          <a:xfrm>
            <a:off x="1156851" y="637762"/>
            <a:ext cx="2898276" cy="5576770"/>
          </a:xfrm>
        </p:spPr>
        <p:txBody>
          <a:bodyPr anchor="t">
            <a:normAutofit/>
          </a:bodyPr>
          <a:lstStyle/>
          <a:p>
            <a:r>
              <a:rPr lang="en-US" sz="3700">
                <a:solidFill>
                  <a:schemeClr val="bg1"/>
                </a:solidFill>
              </a:rPr>
              <a:t>Actualización</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7"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E52067D7-9DDD-410C-8B62-551051B02DA3}"/>
              </a:ext>
            </a:extLst>
          </p:cNvPr>
          <p:cNvSpPr>
            <a:spLocks noGrp="1"/>
          </p:cNvSpPr>
          <p:nvPr>
            <p:ph idx="1"/>
          </p:nvPr>
        </p:nvSpPr>
        <p:spPr>
          <a:xfrm>
            <a:off x="5439976" y="850052"/>
            <a:ext cx="5605373" cy="5326911"/>
          </a:xfrm>
        </p:spPr>
        <p:txBody>
          <a:bodyPr>
            <a:normAutofit/>
          </a:bodyPr>
          <a:lstStyle/>
          <a:p>
            <a:r>
              <a:rPr lang="en-GB" altLang="es-MX" sz="2200"/>
              <a:t>Con la simple instrucción de asignación se añaden los elementos.</a:t>
            </a:r>
          </a:p>
          <a:p>
            <a:r>
              <a:rPr lang="en-GB" altLang="es-MX" sz="2200" i="1"/>
              <a:t>Insertar</a:t>
            </a:r>
            <a:r>
              <a:rPr lang="en-GB" altLang="es-MX" sz="2200"/>
              <a:t> un elemento es una operación que consiste en introducir dicho elemento en el interior del vector, en una posición </a:t>
            </a:r>
            <a:r>
              <a:rPr lang="en-GB" altLang="es-MX" sz="2200" i="1"/>
              <a:t>I</a:t>
            </a:r>
            <a:r>
              <a:rPr lang="en-GB" altLang="es-MX" sz="2200"/>
              <a:t> dada, de forma tal que los elementos ubicados en las siguientes posiciones sean desplazados a las posiciones </a:t>
            </a:r>
            <a:r>
              <a:rPr lang="en-GB" altLang="es-MX" sz="2200" i="1"/>
              <a:t>I + 1</a:t>
            </a:r>
            <a:r>
              <a:rPr lang="en-GB" altLang="es-MX" sz="2200"/>
              <a:t> respectivas.</a:t>
            </a:r>
          </a:p>
          <a:p>
            <a:r>
              <a:rPr lang="en-GB" altLang="es-MX" sz="2200"/>
              <a:t>La operación de </a:t>
            </a:r>
            <a:r>
              <a:rPr lang="en-GB" altLang="es-MX" sz="2200" i="1"/>
              <a:t>eliminar</a:t>
            </a:r>
            <a:r>
              <a:rPr lang="en-GB" altLang="es-MX" sz="2200"/>
              <a:t> un elemento al final del arreglo no presenta ningún problema; en cambio, si el borrado se realiza en el interior del mismo esto provoca el efecto contrario al de insertar, el movimiento deberá ser hacia arriba (</a:t>
            </a:r>
            <a:r>
              <a:rPr lang="en-GB" altLang="es-MX" sz="2200" i="1"/>
              <a:t>I-1</a:t>
            </a:r>
            <a:r>
              <a:rPr lang="en-GB" altLang="es-MX" sz="2200"/>
              <a:t>) de los elementos inferiores a él para reorganizar el vector.</a:t>
            </a:r>
          </a:p>
          <a:p>
            <a:endParaRPr lang="en-US" sz="2200"/>
          </a:p>
        </p:txBody>
      </p:sp>
    </p:spTree>
    <p:extLst>
      <p:ext uri="{BB962C8B-B14F-4D97-AF65-F5344CB8AC3E}">
        <p14:creationId xmlns:p14="http://schemas.microsoft.com/office/powerpoint/2010/main" val="25482856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E6F2B38-BA9A-42B3-81C0-D2A3EBB44F9D}"/>
              </a:ext>
            </a:extLst>
          </p:cNvPr>
          <p:cNvSpPr>
            <a:spLocks noGrp="1"/>
          </p:cNvSpPr>
          <p:nvPr>
            <p:ph type="title"/>
          </p:nvPr>
        </p:nvSpPr>
        <p:spPr>
          <a:xfrm>
            <a:off x="804671" y="640263"/>
            <a:ext cx="3284331" cy="5254510"/>
          </a:xfrm>
        </p:spPr>
        <p:txBody>
          <a:bodyPr>
            <a:normAutofit/>
          </a:bodyPr>
          <a:lstStyle/>
          <a:p>
            <a:r>
              <a:rPr lang="en-US" dirty="0" err="1"/>
              <a:t>Actualización</a:t>
            </a:r>
            <a:endParaRPr lang="en-US" dirty="0"/>
          </a:p>
        </p:txBody>
      </p:sp>
      <p:sp>
        <p:nvSpPr>
          <p:cNvPr id="3" name="Marcador de contenido 2">
            <a:extLst>
              <a:ext uri="{FF2B5EF4-FFF2-40B4-BE49-F238E27FC236}">
                <a16:creationId xmlns:a16="http://schemas.microsoft.com/office/drawing/2014/main" id="{2EE13965-4788-46FE-B208-CE9F3ECA9B34}"/>
              </a:ext>
            </a:extLst>
          </p:cNvPr>
          <p:cNvSpPr>
            <a:spLocks noGrp="1"/>
          </p:cNvSpPr>
          <p:nvPr>
            <p:ph idx="1"/>
          </p:nvPr>
        </p:nvSpPr>
        <p:spPr>
          <a:xfrm>
            <a:off x="5358384" y="640263"/>
            <a:ext cx="6028944" cy="1645737"/>
          </a:xfrm>
        </p:spPr>
        <p:txBody>
          <a:bodyPr anchor="ctr">
            <a:normAutofit/>
          </a:bodyPr>
          <a:lstStyle/>
          <a:p>
            <a:r>
              <a:rPr lang="en-GB" altLang="es-MX" sz="2200" dirty="0" err="1">
                <a:solidFill>
                  <a:schemeClr val="bg1"/>
                </a:solidFill>
              </a:rPr>
              <a:t>Ejemplo</a:t>
            </a:r>
            <a:r>
              <a:rPr lang="en-GB" altLang="es-MX" sz="2200" dirty="0">
                <a:solidFill>
                  <a:schemeClr val="bg1"/>
                </a:solidFill>
              </a:rPr>
              <a:t> </a:t>
            </a:r>
          </a:p>
          <a:p>
            <a:pPr lvl="1"/>
            <a:r>
              <a:rPr lang="en-GB" altLang="es-MX" sz="2200" dirty="0" err="1">
                <a:solidFill>
                  <a:schemeClr val="bg1"/>
                </a:solidFill>
              </a:rPr>
              <a:t>Tomar</a:t>
            </a:r>
            <a:r>
              <a:rPr lang="en-GB" altLang="es-MX" sz="2200" dirty="0">
                <a:solidFill>
                  <a:schemeClr val="bg1"/>
                </a:solidFill>
              </a:rPr>
              <a:t> el vector  C del </a:t>
            </a:r>
            <a:r>
              <a:rPr lang="en-GB" altLang="es-MX" sz="2200" dirty="0" err="1">
                <a:solidFill>
                  <a:schemeClr val="bg1"/>
                </a:solidFill>
              </a:rPr>
              <a:t>ejemplo</a:t>
            </a:r>
            <a:r>
              <a:rPr lang="en-GB" altLang="es-MX" sz="2200" dirty="0">
                <a:solidFill>
                  <a:schemeClr val="bg1"/>
                </a:solidFill>
              </a:rPr>
              <a:t> anterior,  </a:t>
            </a:r>
            <a:r>
              <a:rPr lang="en-GB" altLang="es-MX" sz="2200" dirty="0" err="1">
                <a:solidFill>
                  <a:schemeClr val="bg1"/>
                </a:solidFill>
              </a:rPr>
              <a:t>pero</a:t>
            </a:r>
            <a:r>
              <a:rPr lang="en-GB" altLang="es-MX" sz="2200" dirty="0">
                <a:solidFill>
                  <a:schemeClr val="bg1"/>
                </a:solidFill>
              </a:rPr>
              <a:t> en </a:t>
            </a:r>
            <a:r>
              <a:rPr lang="en-GB" altLang="es-MX" sz="2200" dirty="0" err="1">
                <a:solidFill>
                  <a:schemeClr val="bg1"/>
                </a:solidFill>
              </a:rPr>
              <a:t>este</a:t>
            </a:r>
            <a:r>
              <a:rPr lang="en-GB" altLang="es-MX" sz="2200" dirty="0">
                <a:solidFill>
                  <a:schemeClr val="bg1"/>
                </a:solidFill>
              </a:rPr>
              <a:t> </a:t>
            </a:r>
            <a:r>
              <a:rPr lang="en-GB" altLang="es-MX" sz="2200" dirty="0" err="1">
                <a:solidFill>
                  <a:schemeClr val="bg1"/>
                </a:solidFill>
              </a:rPr>
              <a:t>caso</a:t>
            </a:r>
            <a:r>
              <a:rPr lang="en-GB" altLang="es-MX" sz="2200" dirty="0">
                <a:solidFill>
                  <a:schemeClr val="bg1"/>
                </a:solidFill>
              </a:rPr>
              <a:t> se </a:t>
            </a:r>
            <a:r>
              <a:rPr lang="en-GB" altLang="es-MX" sz="2200" dirty="0" err="1">
                <a:solidFill>
                  <a:schemeClr val="bg1"/>
                </a:solidFill>
              </a:rPr>
              <a:t>desea</a:t>
            </a:r>
            <a:r>
              <a:rPr lang="en-GB" altLang="es-MX" sz="2200" dirty="0">
                <a:solidFill>
                  <a:schemeClr val="bg1"/>
                </a:solidFill>
              </a:rPr>
              <a:t> </a:t>
            </a:r>
            <a:r>
              <a:rPr lang="en-GB" altLang="es-MX" sz="2200" dirty="0" err="1">
                <a:solidFill>
                  <a:schemeClr val="bg1"/>
                </a:solidFill>
              </a:rPr>
              <a:t>eliminar</a:t>
            </a:r>
            <a:r>
              <a:rPr lang="en-GB" altLang="es-MX" sz="2200" dirty="0">
                <a:solidFill>
                  <a:schemeClr val="bg1"/>
                </a:solidFill>
              </a:rPr>
              <a:t> del </a:t>
            </a:r>
            <a:r>
              <a:rPr lang="en-GB" altLang="es-MX" sz="2200" dirty="0" err="1">
                <a:solidFill>
                  <a:schemeClr val="bg1"/>
                </a:solidFill>
              </a:rPr>
              <a:t>arreglo</a:t>
            </a:r>
            <a:r>
              <a:rPr lang="en-GB" altLang="es-MX" sz="2200" dirty="0">
                <a:solidFill>
                  <a:schemeClr val="bg1"/>
                </a:solidFill>
              </a:rPr>
              <a:t> el </a:t>
            </a:r>
            <a:r>
              <a:rPr lang="en-GB" altLang="es-MX" sz="2200" dirty="0" err="1">
                <a:solidFill>
                  <a:schemeClr val="bg1"/>
                </a:solidFill>
              </a:rPr>
              <a:t>elemento</a:t>
            </a:r>
            <a:r>
              <a:rPr lang="en-GB" altLang="es-MX" sz="2200" dirty="0">
                <a:solidFill>
                  <a:schemeClr val="bg1"/>
                </a:solidFill>
              </a:rPr>
              <a:t> 4.</a:t>
            </a:r>
            <a:endParaRPr lang="en-US" sz="2200" dirty="0">
              <a:solidFill>
                <a:schemeClr val="bg1"/>
              </a:solidFill>
            </a:endParaRPr>
          </a:p>
        </p:txBody>
      </p:sp>
      <p:pic>
        <p:nvPicPr>
          <p:cNvPr id="4" name="Picture 4">
            <a:extLst>
              <a:ext uri="{FF2B5EF4-FFF2-40B4-BE49-F238E27FC236}">
                <a16:creationId xmlns:a16="http://schemas.microsoft.com/office/drawing/2014/main" id="{D2636D7A-CF53-400F-AF8D-4E17C5A7E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2149" y="2899369"/>
            <a:ext cx="7189787" cy="3779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054150165"/>
      </p:ext>
    </p:extLst>
  </p:cSld>
  <p:clrMapOvr>
    <a:overrideClrMapping bg1="dk1" tx1="lt1" bg2="dk2" tx2="lt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9120A66-FCCF-4DC9-95DA-D175BD3EBE56}"/>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Búsqueda</a:t>
            </a: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5267EDDD-CD31-46BC-BE1E-93D6B8FA3EEF}"/>
              </a:ext>
            </a:extLst>
          </p:cNvPr>
          <p:cNvSpPr>
            <a:spLocks noGrp="1"/>
          </p:cNvSpPr>
          <p:nvPr>
            <p:ph idx="1"/>
          </p:nvPr>
        </p:nvSpPr>
        <p:spPr>
          <a:xfrm>
            <a:off x="897769" y="1909192"/>
            <a:ext cx="4586513" cy="3647710"/>
          </a:xfrm>
        </p:spPr>
        <p:txBody>
          <a:bodyPr>
            <a:normAutofit/>
          </a:bodyPr>
          <a:lstStyle/>
          <a:p>
            <a:r>
              <a:rPr lang="en-GB" altLang="es-MX" sz="2000">
                <a:solidFill>
                  <a:schemeClr val="bg1"/>
                </a:solidFill>
              </a:rPr>
              <a:t>Consiste en encontrar elemento/s dentro de un arreglo</a:t>
            </a:r>
          </a:p>
          <a:p>
            <a:r>
              <a:rPr lang="en-GB" altLang="es-MX" sz="2000">
                <a:solidFill>
                  <a:schemeClr val="bg1"/>
                </a:solidFill>
              </a:rPr>
              <a:t>Ejemplo </a:t>
            </a:r>
          </a:p>
          <a:p>
            <a:pPr lvl="1"/>
            <a:r>
              <a:rPr lang="en-GB" altLang="es-MX" sz="2000">
                <a:solidFill>
                  <a:schemeClr val="bg1"/>
                </a:solidFill>
              </a:rPr>
              <a:t>Dado un arreglo A de 100 elementos, averiguar e informar cuántos elementos nulos posee. Imprimir el arreglo.</a:t>
            </a:r>
          </a:p>
          <a:p>
            <a:endParaRPr lang="en-US" sz="2000">
              <a:solidFill>
                <a:schemeClr val="bg1"/>
              </a:solidFill>
            </a:endParaRP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04D26A1-6FC6-4219-950E-8440EDFB05DA}"/>
              </a:ext>
            </a:extLst>
          </p:cNvPr>
          <p:cNvPicPr>
            <a:picLocks noChangeAspect="1"/>
          </p:cNvPicPr>
          <p:nvPr/>
        </p:nvPicPr>
        <p:blipFill>
          <a:blip r:embed="rId2"/>
          <a:stretch>
            <a:fillRect/>
          </a:stretch>
        </p:blipFill>
        <p:spPr>
          <a:xfrm>
            <a:off x="6525453" y="1304045"/>
            <a:ext cx="5666547" cy="4249910"/>
          </a:xfrm>
          <a:prstGeom prst="rect">
            <a:avLst/>
          </a:prstGeom>
        </p:spPr>
      </p:pic>
    </p:spTree>
    <p:extLst>
      <p:ext uri="{BB962C8B-B14F-4D97-AF65-F5344CB8AC3E}">
        <p14:creationId xmlns:p14="http://schemas.microsoft.com/office/powerpoint/2010/main" val="26023989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9120A66-FCCF-4DC9-95DA-D175BD3EBE56}"/>
              </a:ext>
            </a:extLst>
          </p:cNvPr>
          <p:cNvSpPr>
            <a:spLocks noGrp="1"/>
          </p:cNvSpPr>
          <p:nvPr>
            <p:ph type="title"/>
          </p:nvPr>
        </p:nvSpPr>
        <p:spPr>
          <a:xfrm>
            <a:off x="1156851" y="637762"/>
            <a:ext cx="2898276" cy="5576770"/>
          </a:xfrm>
        </p:spPr>
        <p:txBody>
          <a:bodyPr anchor="t">
            <a:normAutofit/>
          </a:bodyPr>
          <a:lstStyle/>
          <a:p>
            <a:r>
              <a:rPr lang="en-US" dirty="0" err="1">
                <a:solidFill>
                  <a:schemeClr val="bg1"/>
                </a:solidFill>
              </a:rPr>
              <a:t>Búsqueda</a:t>
            </a:r>
            <a:endParaRPr lang="en-US" dirty="0">
              <a:solidFill>
                <a:schemeClr val="bg1"/>
              </a:solidFill>
            </a:endParaRPr>
          </a:p>
        </p:txBody>
      </p:sp>
      <p:sp>
        <p:nvSpPr>
          <p:cNvPr id="19" name="Rectangle 1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7"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Marcador de contenido 11">
            <a:extLst>
              <a:ext uri="{FF2B5EF4-FFF2-40B4-BE49-F238E27FC236}">
                <a16:creationId xmlns:a16="http://schemas.microsoft.com/office/drawing/2014/main" id="{5682CCDD-BBA1-46B3-94E3-29655D86E6FF}"/>
              </a:ext>
            </a:extLst>
          </p:cNvPr>
          <p:cNvSpPr>
            <a:spLocks noGrp="1"/>
          </p:cNvSpPr>
          <p:nvPr>
            <p:ph idx="1"/>
          </p:nvPr>
        </p:nvSpPr>
        <p:spPr>
          <a:xfrm>
            <a:off x="5439976" y="850052"/>
            <a:ext cx="5605373" cy="5326911"/>
          </a:xfrm>
        </p:spPr>
        <p:txBody>
          <a:bodyPr>
            <a:normAutofit/>
          </a:bodyPr>
          <a:lstStyle/>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Comenzar</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NULOS = 0</a:t>
            </a:r>
          </a:p>
          <a:p>
            <a:pPr marL="0" indent="0" hangingPunct="0">
              <a:spcBef>
                <a:spcPct val="0"/>
              </a:spcBef>
              <a:spcAft>
                <a:spcPts val="1063"/>
              </a:spcAft>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Leer A(I)</a:t>
            </a:r>
          </a:p>
          <a:p>
            <a:pPr marL="0" indent="0" hangingPunct="0">
              <a:spcBef>
                <a:spcPct val="0"/>
              </a:spcBef>
              <a:spcAft>
                <a:spcPts val="1063"/>
              </a:spcAft>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	Para I desde 1 hasta 100</a:t>
            </a:r>
          </a:p>
          <a:p>
            <a:pPr marL="0" indent="0" hangingPunct="0">
              <a:spcBef>
                <a:spcPct val="0"/>
              </a:spcBef>
              <a:spcAft>
                <a:spcPts val="1063"/>
              </a:spcAft>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		Si A(I) = 0 </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entonces NULOS = NULOS + 1</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		fin_si</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	fin_para</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Imprimir “Total nulos” NULOS</a:t>
            </a:r>
          </a:p>
          <a:p>
            <a:pPr marL="0" indent="0" hangingPunct="0">
              <a:spcBef>
                <a:spcPct val="0"/>
              </a:spcBef>
              <a:spcAft>
                <a:spcPts val="1063"/>
              </a:spcAft>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Imprimir “Vector “ A(I)</a:t>
            </a:r>
          </a:p>
          <a:p>
            <a:pPr marL="0" indent="0" hangingPunct="0">
              <a:spcBef>
                <a:spcPct val="0"/>
              </a:spcBef>
              <a:buSzPct val="45000"/>
              <a:buNone/>
              <a:tabLst>
                <a:tab pos="642938" algn="l"/>
                <a:tab pos="714375" algn="l"/>
                <a:tab pos="1438275" algn="l"/>
                <a:tab pos="2162175" algn="l"/>
                <a:tab pos="2886075" algn="l"/>
                <a:tab pos="3614738" algn="l"/>
                <a:tab pos="4333875" algn="l"/>
                <a:tab pos="5057775" algn="l"/>
                <a:tab pos="5781675" algn="l"/>
                <a:tab pos="6505575" algn="l"/>
                <a:tab pos="7229475" algn="l"/>
                <a:tab pos="7958138" algn="l"/>
                <a:tab pos="8677275" algn="l"/>
                <a:tab pos="8975725" algn="l"/>
                <a:tab pos="9424988" algn="l"/>
                <a:tab pos="9874250" algn="l"/>
                <a:tab pos="10323513" algn="l"/>
                <a:tab pos="10772775" algn="l"/>
                <a:tab pos="10775950" algn="l"/>
                <a:tab pos="10779125" algn="l"/>
              </a:tabLst>
            </a:pPr>
            <a:r>
              <a:rPr lang="en-GB" altLang="es-MX" sz="2400">
                <a:latin typeface="Verdana" panose="020B0604030504040204" pitchFamily="34" charset="0"/>
                <a:cs typeface="Times New Roman" panose="02020603050405020304" pitchFamily="18" charset="0"/>
              </a:rPr>
              <a:t>Parar</a:t>
            </a:r>
            <a:endParaRPr lang="en-GB" altLang="es-MX" sz="2400" b="1">
              <a:latin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0595106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9120A66-FCCF-4DC9-95DA-D175BD3EBE56}"/>
              </a:ext>
            </a:extLst>
          </p:cNvPr>
          <p:cNvSpPr>
            <a:spLocks noGrp="1"/>
          </p:cNvSpPr>
          <p:nvPr>
            <p:ph type="title"/>
          </p:nvPr>
        </p:nvSpPr>
        <p:spPr>
          <a:xfrm>
            <a:off x="1155559" y="637762"/>
            <a:ext cx="2899568" cy="5576770"/>
          </a:xfrm>
        </p:spPr>
        <p:txBody>
          <a:bodyPr vert="horz" lIns="91440" tIns="45720" rIns="91440" bIns="45720" rtlCol="0" anchor="ctr">
            <a:normAutofit/>
          </a:bodyPr>
          <a:lstStyle/>
          <a:p>
            <a:r>
              <a:rPr lang="en-US" sz="4800" kern="1200">
                <a:solidFill>
                  <a:schemeClr val="bg1"/>
                </a:solidFill>
                <a:latin typeface="+mj-lt"/>
                <a:ea typeface="+mj-ea"/>
                <a:cs typeface="+mj-cs"/>
              </a:rPr>
              <a:t>Búsqueda</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0B9F264-C064-4C6D-88D5-A13BD0EEF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9776" y="0"/>
            <a:ext cx="5887988" cy="685799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82406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p:nvSpPr>
          <p:cNvPr id="116" name="Rectangle 115">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Shape 174"/>
          <p:cNvSpPr txBox="1">
            <a:spLocks noGrp="1"/>
          </p:cNvSpPr>
          <p:nvPr>
            <p:ph type="title"/>
          </p:nvPr>
        </p:nvSpPr>
        <p:spPr>
          <a:xfrm>
            <a:off x="1156851" y="637762"/>
            <a:ext cx="9888496" cy="1520377"/>
          </a:xfrm>
        </p:spPr>
        <p:txBody>
          <a:bodyPr anchor="ctr">
            <a:normAutofit/>
          </a:bodyPr>
          <a:lstStyle/>
          <a:p>
            <a:r>
              <a:rPr lang="es-ES">
                <a:solidFill>
                  <a:schemeClr val="bg1"/>
                </a:solidFill>
                <a:sym typeface="Cabin"/>
              </a:rPr>
              <a:t>Una Lista Es un Tipo de Colección</a:t>
            </a:r>
            <a:endParaRPr lang="en-US">
              <a:solidFill>
                <a:schemeClr val="bg1"/>
              </a:solidFill>
              <a:sym typeface="Cabin"/>
            </a:endParaRPr>
          </a:p>
        </p:txBody>
      </p:sp>
      <p:sp>
        <p:nvSpPr>
          <p:cNvPr id="118" name="Rectangle 117">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11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Shape 175"/>
          <p:cNvSpPr txBox="1">
            <a:spLocks noGrp="1"/>
          </p:cNvSpPr>
          <p:nvPr>
            <p:ph idx="1"/>
          </p:nvPr>
        </p:nvSpPr>
        <p:spPr>
          <a:xfrm>
            <a:off x="1155559" y="3100283"/>
            <a:ext cx="9889788" cy="3076679"/>
          </a:xfrm>
        </p:spPr>
        <p:txBody>
          <a:bodyPr>
            <a:normAutofit/>
          </a:bodyPr>
          <a:lstStyle/>
          <a:p>
            <a:r>
              <a:rPr lang="es-419" sz="2400" dirty="0">
                <a:sym typeface="Cabin"/>
              </a:rPr>
              <a:t>Una colección permite poner muchos valores en una sola </a:t>
            </a:r>
            <a:r>
              <a:rPr lang="es-419" sz="2400" dirty="0">
                <a:sym typeface="Arial"/>
              </a:rPr>
              <a:t>“</a:t>
            </a:r>
            <a:r>
              <a:rPr lang="es-419" sz="2400" dirty="0">
                <a:sym typeface="Cabin"/>
              </a:rPr>
              <a:t>variable</a:t>
            </a:r>
            <a:r>
              <a:rPr lang="es-419" sz="2400" dirty="0">
                <a:sym typeface="Arial"/>
              </a:rPr>
              <a:t>”</a:t>
            </a:r>
          </a:p>
          <a:p>
            <a:r>
              <a:rPr lang="es-419" sz="2400" dirty="0">
                <a:sym typeface="Cabin"/>
              </a:rPr>
              <a:t>Una colección es buena porque permite mover muchos valores alrededor en un paquete conveniente</a:t>
            </a:r>
          </a:p>
          <a:p>
            <a:endParaRPr lang="es-419" sz="2400" dirty="0">
              <a:sym typeface="Cabin"/>
            </a:endParaRPr>
          </a:p>
          <a:p>
            <a:pPr marL="0" lvl="0" indent="0">
              <a:buClr>
                <a:srgbClr val="00FF00"/>
              </a:buClr>
              <a:buSzPct val="25000"/>
              <a:buNone/>
            </a:pPr>
            <a:r>
              <a:rPr lang="es-419" sz="2400" dirty="0">
                <a:latin typeface="Courier New"/>
                <a:ea typeface="Courier New"/>
                <a:cs typeface="Courier New"/>
                <a:sym typeface="Courier New"/>
              </a:rPr>
              <a:t>amigos = [ 'Joseph', 'Glenn', 'Sally' ]</a:t>
            </a:r>
          </a:p>
          <a:p>
            <a:pPr lvl="0"/>
            <a:endParaRPr lang="es-419" sz="2400" dirty="0">
              <a:latin typeface="Courier New"/>
              <a:ea typeface="Courier New"/>
              <a:cs typeface="Courier New"/>
              <a:sym typeface="Courier New"/>
            </a:endParaRPr>
          </a:p>
          <a:p>
            <a:pPr marL="0" lvl="0" indent="0">
              <a:buClr>
                <a:srgbClr val="00FF00"/>
              </a:buClr>
              <a:buSzPct val="25000"/>
              <a:buNone/>
            </a:pPr>
            <a:r>
              <a:rPr lang="es-419" sz="2400" dirty="0">
                <a:latin typeface="Courier New"/>
                <a:ea typeface="Courier New"/>
                <a:cs typeface="Courier New"/>
                <a:sym typeface="Courier New"/>
              </a:rPr>
              <a:t>equipaje = ['</a:t>
            </a:r>
            <a:r>
              <a:rPr lang="es-419" sz="2400" dirty="0" err="1">
                <a:latin typeface="Courier New"/>
                <a:ea typeface="Courier New"/>
                <a:cs typeface="Courier New"/>
                <a:sym typeface="Courier New"/>
              </a:rPr>
              <a:t>calcetin</a:t>
            </a:r>
            <a:r>
              <a:rPr lang="es-419" sz="2400" dirty="0">
                <a:latin typeface="Courier New"/>
                <a:ea typeface="Courier New"/>
                <a:cs typeface="Courier New"/>
                <a:sym typeface="Courier New"/>
              </a:rPr>
              <a:t>', 'camisa', 'perfume' ]</a:t>
            </a:r>
          </a:p>
          <a:p>
            <a:pPr marL="0" indent="0">
              <a:buNone/>
            </a:pPr>
            <a:endParaRPr lang="es-419" sz="2400" dirty="0">
              <a:sym typeface="Cabi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8"/>
        <p:cNvGrpSpPr/>
        <p:nvPr/>
      </p:nvGrpSpPr>
      <p:grpSpPr>
        <a:xfrm>
          <a:off x="0" y="0"/>
          <a:ext cx="0" cy="0"/>
          <a:chOff x="0" y="0"/>
          <a:chExt cx="0" cy="0"/>
        </a:xfrm>
      </p:grpSpPr>
      <p:sp>
        <p:nvSpPr>
          <p:cNvPr id="195" name="Rectangle 194">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Shape 189"/>
          <p:cNvSpPr txBox="1">
            <a:spLocks noGrp="1"/>
          </p:cNvSpPr>
          <p:nvPr>
            <p:ph type="title"/>
          </p:nvPr>
        </p:nvSpPr>
        <p:spPr>
          <a:xfrm>
            <a:off x="838200" y="1412488"/>
            <a:ext cx="2899189" cy="4363844"/>
          </a:xfrm>
        </p:spPr>
        <p:txBody>
          <a:bodyPr anchor="t">
            <a:normAutofit/>
          </a:bodyPr>
          <a:lstStyle/>
          <a:p>
            <a:r>
              <a:rPr lang="en-US" sz="4000">
                <a:solidFill>
                  <a:srgbClr val="FFFFFF"/>
                </a:solidFill>
                <a:sym typeface="Cabin"/>
              </a:rPr>
              <a:t>Constantes en Listas</a:t>
            </a:r>
          </a:p>
        </p:txBody>
      </p:sp>
      <p:sp>
        <p:nvSpPr>
          <p:cNvPr id="190" name="Shape 190"/>
          <p:cNvSpPr txBox="1">
            <a:spLocks noGrp="1"/>
          </p:cNvSpPr>
          <p:nvPr>
            <p:ph sz="half" idx="1"/>
          </p:nvPr>
        </p:nvSpPr>
        <p:spPr>
          <a:xfrm>
            <a:off x="4380855" y="1412489"/>
            <a:ext cx="3427283" cy="4363844"/>
          </a:xfrm>
        </p:spPr>
        <p:txBody>
          <a:bodyPr>
            <a:normAutofit/>
          </a:bodyPr>
          <a:lstStyle/>
          <a:p>
            <a:r>
              <a:rPr lang="es-419" sz="2000">
                <a:sym typeface="Cabin"/>
              </a:rPr>
              <a:t>Las constantes de una Lista están encerradas por corchetes y los elementos en la lista están separados por comas</a:t>
            </a:r>
          </a:p>
          <a:p>
            <a:r>
              <a:rPr lang="es-419" sz="2000">
                <a:sym typeface="Cabin"/>
              </a:rPr>
              <a:t>Un elemento de una lista puede ser cualquier objeto de Python – incluso otra lista</a:t>
            </a:r>
          </a:p>
          <a:p>
            <a:r>
              <a:rPr lang="es-419" sz="2000">
                <a:sym typeface="Cabin"/>
              </a:rPr>
              <a:t>Una lista puede estar vacía</a:t>
            </a:r>
          </a:p>
        </p:txBody>
      </p:sp>
      <p:cxnSp>
        <p:nvCxnSpPr>
          <p:cNvPr id="197" name="Straight Connector 196">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Marcador de contenido 5">
            <a:extLst>
              <a:ext uri="{FF2B5EF4-FFF2-40B4-BE49-F238E27FC236}">
                <a16:creationId xmlns:a16="http://schemas.microsoft.com/office/drawing/2014/main" id="{34381170-BF33-4D80-936F-B6369D6E18D0}"/>
              </a:ext>
            </a:extLst>
          </p:cNvPr>
          <p:cNvSpPr>
            <a:spLocks noGrp="1"/>
          </p:cNvSpPr>
          <p:nvPr>
            <p:ph sz="half" idx="2"/>
          </p:nvPr>
        </p:nvSpPr>
        <p:spPr>
          <a:xfrm>
            <a:off x="8451604" y="1412489"/>
            <a:ext cx="3197701" cy="4363844"/>
          </a:xfrm>
        </p:spPr>
        <p:txBody>
          <a:bodyPr>
            <a:normAutofit/>
          </a:bodyPr>
          <a:lstStyle/>
          <a:p>
            <a:pPr lvl="0">
              <a:buClr>
                <a:schemeClr val="lt1"/>
              </a:buClr>
              <a:buSzPct val="25000"/>
            </a:pPr>
            <a:r>
              <a:rPr lang="es-419" sz="1600" dirty="0">
                <a:latin typeface="Courier New"/>
                <a:ea typeface="Courier New"/>
                <a:cs typeface="Courier New"/>
                <a:sym typeface="Courier New"/>
              </a:rPr>
              <a:t>&gt;&gt;&gt; </a:t>
            </a:r>
            <a:r>
              <a:rPr lang="es-419" sz="1600" dirty="0" err="1">
                <a:latin typeface="Courier New"/>
                <a:ea typeface="Courier New"/>
                <a:cs typeface="Courier New"/>
                <a:sym typeface="Courier New"/>
              </a:rPr>
              <a:t>print</a:t>
            </a:r>
            <a:r>
              <a:rPr lang="es-419" sz="1600" dirty="0">
                <a:latin typeface="Courier New"/>
                <a:ea typeface="Courier New"/>
                <a:cs typeface="Courier New"/>
                <a:sym typeface="Courier New"/>
              </a:rPr>
              <a:t>([1, 24, 76])</a:t>
            </a:r>
          </a:p>
          <a:p>
            <a:pPr lvl="0">
              <a:buClr>
                <a:schemeClr val="lt1"/>
              </a:buClr>
              <a:buSzPct val="25000"/>
            </a:pPr>
            <a:r>
              <a:rPr lang="es-419" sz="1600" dirty="0">
                <a:latin typeface="Courier New"/>
                <a:ea typeface="Courier New"/>
                <a:cs typeface="Courier New"/>
                <a:sym typeface="Courier New"/>
              </a:rPr>
              <a:t>[1, 24, 76]</a:t>
            </a:r>
          </a:p>
          <a:p>
            <a:pPr>
              <a:buClr>
                <a:schemeClr val="lt1"/>
              </a:buClr>
              <a:buSzPct val="25000"/>
            </a:pPr>
            <a:r>
              <a:rPr lang="es-419" sz="1600" dirty="0">
                <a:latin typeface="Courier New"/>
                <a:ea typeface="Courier New"/>
                <a:cs typeface="Courier New"/>
                <a:sym typeface="Courier New"/>
              </a:rPr>
              <a:t>&gt;&gt;&gt; </a:t>
            </a:r>
            <a:r>
              <a:rPr lang="es-419" sz="1600" dirty="0" err="1">
                <a:latin typeface="Courier New"/>
                <a:ea typeface="Courier New"/>
                <a:cs typeface="Courier New"/>
                <a:sym typeface="Courier New"/>
              </a:rPr>
              <a:t>print</a:t>
            </a:r>
            <a:r>
              <a:rPr lang="es-419" sz="1600" dirty="0">
                <a:latin typeface="Courier New"/>
                <a:ea typeface="Courier New"/>
                <a:cs typeface="Courier New"/>
                <a:sym typeface="Courier New"/>
              </a:rPr>
              <a:t>(['rojo', 'amarillo', 'azul'])</a:t>
            </a:r>
          </a:p>
          <a:p>
            <a:pPr lvl="0">
              <a:buClr>
                <a:schemeClr val="lt1"/>
              </a:buClr>
              <a:buSzPct val="25000"/>
            </a:pPr>
            <a:r>
              <a:rPr lang="es-419" sz="1600" dirty="0">
                <a:latin typeface="Courier New"/>
                <a:ea typeface="Courier New"/>
                <a:cs typeface="Courier New"/>
                <a:sym typeface="Courier New"/>
              </a:rPr>
              <a:t>['rojo', 'amarillo', 'azul']</a:t>
            </a:r>
          </a:p>
          <a:p>
            <a:pPr>
              <a:buClr>
                <a:schemeClr val="lt1"/>
              </a:buClr>
              <a:buSzPct val="25000"/>
            </a:pPr>
            <a:r>
              <a:rPr lang="es-419" sz="1600" dirty="0">
                <a:latin typeface="Courier New"/>
                <a:ea typeface="Courier New"/>
                <a:cs typeface="Courier New"/>
                <a:sym typeface="Courier New"/>
              </a:rPr>
              <a:t>&gt;&gt;&gt; </a:t>
            </a:r>
            <a:r>
              <a:rPr lang="es-419" sz="1600" dirty="0" err="1">
                <a:latin typeface="Courier New"/>
                <a:ea typeface="Courier New"/>
                <a:cs typeface="Courier New"/>
                <a:sym typeface="Courier New"/>
              </a:rPr>
              <a:t>print</a:t>
            </a:r>
            <a:r>
              <a:rPr lang="es-419" sz="1600" dirty="0">
                <a:latin typeface="Courier New"/>
                <a:ea typeface="Courier New"/>
                <a:cs typeface="Courier New"/>
                <a:sym typeface="Courier New"/>
              </a:rPr>
              <a:t>(['rojo', 24, 98.6])</a:t>
            </a:r>
          </a:p>
          <a:p>
            <a:pPr lvl="0">
              <a:buClr>
                <a:schemeClr val="lt1"/>
              </a:buClr>
              <a:buSzPct val="25000"/>
            </a:pPr>
            <a:r>
              <a:rPr lang="es-419" sz="1600" dirty="0">
                <a:latin typeface="Courier New"/>
                <a:ea typeface="Courier New"/>
                <a:cs typeface="Courier New"/>
                <a:sym typeface="Courier New"/>
              </a:rPr>
              <a:t>['rojo', 24, 98.6]</a:t>
            </a:r>
          </a:p>
          <a:p>
            <a:pPr>
              <a:buClr>
                <a:schemeClr val="lt1"/>
              </a:buClr>
              <a:buSzPct val="25000"/>
            </a:pPr>
            <a:r>
              <a:rPr lang="es-419" sz="1600" dirty="0">
                <a:latin typeface="Courier New"/>
                <a:ea typeface="Courier New"/>
                <a:cs typeface="Courier New"/>
                <a:sym typeface="Courier New"/>
              </a:rPr>
              <a:t>&gt;&gt;&gt; </a:t>
            </a:r>
            <a:r>
              <a:rPr lang="es-419" sz="1600" dirty="0" err="1">
                <a:latin typeface="Courier New"/>
                <a:ea typeface="Courier New"/>
                <a:cs typeface="Courier New"/>
                <a:sym typeface="Courier New"/>
              </a:rPr>
              <a:t>print</a:t>
            </a:r>
            <a:r>
              <a:rPr lang="es-419" sz="1600" dirty="0">
                <a:latin typeface="Courier New"/>
                <a:ea typeface="Courier New"/>
                <a:cs typeface="Courier New"/>
                <a:sym typeface="Courier New"/>
              </a:rPr>
              <a:t>([ 1, [5, 6], 7])</a:t>
            </a:r>
          </a:p>
          <a:p>
            <a:pPr lvl="0">
              <a:buClr>
                <a:schemeClr val="lt1"/>
              </a:buClr>
              <a:buSzPct val="25000"/>
            </a:pPr>
            <a:r>
              <a:rPr lang="es-419" sz="1600" dirty="0">
                <a:latin typeface="Courier New"/>
                <a:ea typeface="Courier New"/>
                <a:cs typeface="Courier New"/>
                <a:sym typeface="Courier New"/>
              </a:rPr>
              <a:t>[1, [5, 6], 7]</a:t>
            </a:r>
          </a:p>
          <a:p>
            <a:pPr>
              <a:buClr>
                <a:schemeClr val="lt1"/>
              </a:buClr>
              <a:buSzPct val="25000"/>
            </a:pPr>
            <a:r>
              <a:rPr lang="es-419" sz="1600" dirty="0">
                <a:latin typeface="Courier New"/>
                <a:ea typeface="Courier New"/>
                <a:cs typeface="Courier New"/>
                <a:sym typeface="Courier New"/>
              </a:rPr>
              <a:t>&gt;&gt;&gt; </a:t>
            </a:r>
            <a:r>
              <a:rPr lang="es-419" sz="1600" dirty="0" err="1">
                <a:latin typeface="Courier New"/>
                <a:ea typeface="Courier New"/>
                <a:cs typeface="Courier New"/>
                <a:sym typeface="Courier New"/>
              </a:rPr>
              <a:t>print</a:t>
            </a:r>
            <a:r>
              <a:rPr lang="es-419" sz="1600" dirty="0">
                <a:latin typeface="Courier New"/>
                <a:ea typeface="Courier New"/>
                <a:cs typeface="Courier New"/>
                <a:sym typeface="Courier New"/>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5"/>
        <p:cNvGrpSpPr/>
        <p:nvPr/>
      </p:nvGrpSpPr>
      <p:grpSpPr>
        <a:xfrm>
          <a:off x="0" y="0"/>
          <a:ext cx="0" cy="0"/>
          <a:chOff x="0" y="0"/>
          <a:chExt cx="0" cy="0"/>
        </a:xfrm>
      </p:grpSpPr>
      <p:sp>
        <p:nvSpPr>
          <p:cNvPr id="73" name="Rectangle 7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 name="Shape 196"/>
          <p:cNvSpPr txBox="1">
            <a:spLocks noGrp="1"/>
          </p:cNvSpPr>
          <p:nvPr>
            <p:ph type="title"/>
          </p:nvPr>
        </p:nvSpPr>
        <p:spPr>
          <a:xfrm>
            <a:off x="838200" y="1412488"/>
            <a:ext cx="2899189" cy="4363844"/>
          </a:xfrm>
        </p:spPr>
        <p:txBody>
          <a:bodyPr anchor="t">
            <a:normAutofit/>
          </a:bodyPr>
          <a:lstStyle/>
          <a:p>
            <a:r>
              <a:rPr lang="en-US" sz="4000">
                <a:solidFill>
                  <a:srgbClr val="FFFFFF"/>
                </a:solidFill>
                <a:sym typeface="Cabin"/>
              </a:rPr>
              <a:t>¡Ya estamos usando Listas!</a:t>
            </a:r>
          </a:p>
        </p:txBody>
      </p:sp>
      <p:sp>
        <p:nvSpPr>
          <p:cNvPr id="3" name="Marcador de contenido 2">
            <a:extLst>
              <a:ext uri="{FF2B5EF4-FFF2-40B4-BE49-F238E27FC236}">
                <a16:creationId xmlns:a16="http://schemas.microsoft.com/office/drawing/2014/main" id="{3D2E87A2-551B-4874-A06E-7A24BA828555}"/>
              </a:ext>
            </a:extLst>
          </p:cNvPr>
          <p:cNvSpPr>
            <a:spLocks noGrp="1"/>
          </p:cNvSpPr>
          <p:nvPr>
            <p:ph sz="half" idx="1"/>
          </p:nvPr>
        </p:nvSpPr>
        <p:spPr>
          <a:xfrm>
            <a:off x="4380855" y="1412489"/>
            <a:ext cx="3427283" cy="4363844"/>
          </a:xfrm>
        </p:spPr>
        <p:txBody>
          <a:bodyPr>
            <a:normAutofit/>
          </a:bodyPr>
          <a:lstStyle/>
          <a:p>
            <a:pPr lvl="0">
              <a:buClr>
                <a:srgbClr val="FFFF00"/>
              </a:buClr>
              <a:buSzPct val="25000"/>
            </a:pPr>
            <a:r>
              <a:rPr lang="es-419" sz="2000">
                <a:latin typeface="Courier New"/>
                <a:ea typeface="Courier New"/>
                <a:cs typeface="Courier New"/>
                <a:sym typeface="Courier New"/>
              </a:rPr>
              <a:t>for i in [5, 4, 3, 2, 1] :</a:t>
            </a:r>
          </a:p>
          <a:p>
            <a:pPr lvl="0">
              <a:buClr>
                <a:schemeClr val="lt1"/>
              </a:buClr>
              <a:buSzPct val="25000"/>
            </a:pPr>
            <a:r>
              <a:rPr lang="es-419" sz="2000">
                <a:latin typeface="Courier New"/>
                <a:ea typeface="Courier New"/>
                <a:cs typeface="Courier New"/>
                <a:sym typeface="Courier New"/>
              </a:rPr>
              <a:t>    print(i)</a:t>
            </a:r>
          </a:p>
          <a:p>
            <a:pPr lvl="0">
              <a:buClr>
                <a:srgbClr val="FFFF00"/>
              </a:buClr>
              <a:buSzPct val="25000"/>
            </a:pPr>
            <a:r>
              <a:rPr lang="es-419" sz="2000">
                <a:latin typeface="Courier New"/>
                <a:ea typeface="Courier New"/>
                <a:cs typeface="Courier New"/>
                <a:sym typeface="Courier New"/>
              </a:rPr>
              <a:t>print('¡Despegue!')</a:t>
            </a:r>
          </a:p>
          <a:p>
            <a:endParaRPr lang="en-US" sz="2000"/>
          </a:p>
        </p:txBody>
      </p:sp>
      <p:cxnSp>
        <p:nvCxnSpPr>
          <p:cNvPr id="75" name="Straight Connector 7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17D1A9A0-7C11-4C48-99A7-A730C14AC62C}"/>
              </a:ext>
            </a:extLst>
          </p:cNvPr>
          <p:cNvSpPr>
            <a:spLocks noGrp="1"/>
          </p:cNvSpPr>
          <p:nvPr>
            <p:ph sz="half" idx="2"/>
          </p:nvPr>
        </p:nvSpPr>
        <p:spPr>
          <a:xfrm>
            <a:off x="8451604" y="1412489"/>
            <a:ext cx="3197701" cy="4363844"/>
          </a:xfrm>
        </p:spPr>
        <p:txBody>
          <a:bodyPr>
            <a:normAutofit/>
          </a:bodyPr>
          <a:lstStyle/>
          <a:p>
            <a:pPr marL="0" lvl="0" indent="0">
              <a:buClr>
                <a:srgbClr val="FF00FF"/>
              </a:buClr>
              <a:buSzPct val="25000"/>
              <a:buNone/>
            </a:pPr>
            <a:r>
              <a:rPr lang="es-419" sz="2000">
                <a:latin typeface="Arial" charset="0"/>
                <a:ea typeface="Arial" charset="0"/>
                <a:cs typeface="Arial" charset="0"/>
                <a:sym typeface="Cabin"/>
              </a:rPr>
              <a:t>5</a:t>
            </a:r>
          </a:p>
          <a:p>
            <a:pPr marL="0" lvl="0" indent="0">
              <a:buClr>
                <a:srgbClr val="FF00FF"/>
              </a:buClr>
              <a:buSzPct val="25000"/>
              <a:buNone/>
            </a:pPr>
            <a:r>
              <a:rPr lang="es-419" sz="2000">
                <a:latin typeface="Arial" charset="0"/>
                <a:ea typeface="Arial" charset="0"/>
                <a:cs typeface="Arial" charset="0"/>
                <a:sym typeface="Cabin"/>
              </a:rPr>
              <a:t>4</a:t>
            </a:r>
          </a:p>
          <a:p>
            <a:pPr marL="0" lvl="0" indent="0">
              <a:buClr>
                <a:srgbClr val="FF00FF"/>
              </a:buClr>
              <a:buSzPct val="25000"/>
              <a:buNone/>
            </a:pPr>
            <a:r>
              <a:rPr lang="es-419" sz="2000">
                <a:latin typeface="Arial" charset="0"/>
                <a:ea typeface="Arial" charset="0"/>
                <a:cs typeface="Arial" charset="0"/>
                <a:sym typeface="Cabin"/>
              </a:rPr>
              <a:t>3</a:t>
            </a:r>
          </a:p>
          <a:p>
            <a:pPr marL="0" lvl="0" indent="0">
              <a:buClr>
                <a:srgbClr val="FF00FF"/>
              </a:buClr>
              <a:buSzPct val="25000"/>
              <a:buNone/>
            </a:pPr>
            <a:r>
              <a:rPr lang="es-419" sz="2000">
                <a:latin typeface="Arial" charset="0"/>
                <a:ea typeface="Arial" charset="0"/>
                <a:cs typeface="Arial" charset="0"/>
                <a:sym typeface="Cabin"/>
              </a:rPr>
              <a:t>2</a:t>
            </a:r>
          </a:p>
          <a:p>
            <a:pPr marL="0" lvl="0" indent="0">
              <a:buClr>
                <a:srgbClr val="FF00FF"/>
              </a:buClr>
              <a:buSzPct val="25000"/>
              <a:buNone/>
            </a:pPr>
            <a:r>
              <a:rPr lang="es-419" sz="2000">
                <a:latin typeface="Arial" charset="0"/>
                <a:ea typeface="Arial" charset="0"/>
                <a:cs typeface="Arial" charset="0"/>
                <a:sym typeface="Cabin"/>
              </a:rPr>
              <a:t>1</a:t>
            </a:r>
          </a:p>
          <a:p>
            <a:pPr marL="0" lvl="0" indent="0">
              <a:buClr>
                <a:srgbClr val="FF00FF"/>
              </a:buClr>
              <a:buSzPct val="25000"/>
              <a:buNone/>
            </a:pPr>
            <a:r>
              <a:rPr lang="es-419" sz="2000">
                <a:latin typeface="Arial" charset="0"/>
                <a:ea typeface="Arial" charset="0"/>
                <a:cs typeface="Arial" charset="0"/>
                <a:sym typeface="Cabin"/>
              </a:rPr>
              <a:t>¡Despegue!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2"/>
        <p:cNvGrpSpPr/>
        <p:nvPr/>
      </p:nvGrpSpPr>
      <p:grpSpPr>
        <a:xfrm>
          <a:off x="0" y="0"/>
          <a:ext cx="0" cy="0"/>
          <a:chOff x="0" y="0"/>
          <a:chExt cx="0" cy="0"/>
        </a:xfrm>
      </p:grpSpPr>
      <p:sp>
        <p:nvSpPr>
          <p:cNvPr id="203" name="Shape 203"/>
          <p:cNvSpPr txBox="1">
            <a:spLocks noGrp="1"/>
          </p:cNvSpPr>
          <p:nvPr>
            <p:ph type="title"/>
          </p:nvPr>
        </p:nvSpPr>
        <p:spPr>
          <a:xfrm>
            <a:off x="0" y="957824"/>
            <a:ext cx="12192000" cy="919629"/>
          </a:xfrm>
          <a:prstGeom prst="rect">
            <a:avLst/>
          </a:prstGeom>
          <a:noFill/>
          <a:ln>
            <a:noFill/>
          </a:ln>
        </p:spPr>
        <p:txBody>
          <a:bodyPr vert="horz" lIns="28575" tIns="28575" rIns="28575" bIns="28575" rtlCol="0" anchor="ctr" anchorCtr="0">
            <a:noAutofit/>
          </a:bodyPr>
          <a:lstStyle/>
          <a:p>
            <a:pPr algn="ctr">
              <a:spcBef>
                <a:spcPts val="0"/>
              </a:spcBef>
              <a:buClr>
                <a:srgbClr val="FFFF00"/>
              </a:buClr>
              <a:buSzPct val="25000"/>
            </a:pPr>
            <a:r>
              <a:rPr lang="es-ES" sz="4950" dirty="0">
                <a:solidFill>
                  <a:srgbClr val="FFD966"/>
                </a:solidFill>
                <a:latin typeface="Arial" charset="0"/>
                <a:ea typeface="Arial" charset="0"/>
                <a:cs typeface="Arial" charset="0"/>
                <a:sym typeface="Cabin"/>
              </a:rPr>
              <a:t>Listas y Bucles Definidos – Mejores Amigos</a:t>
            </a:r>
            <a:endParaRPr lang="en-US" sz="4950" dirty="0">
              <a:solidFill>
                <a:srgbClr val="FFD966"/>
              </a:solidFill>
              <a:latin typeface="Arial" charset="0"/>
              <a:ea typeface="Arial" charset="0"/>
              <a:cs typeface="Arial" charset="0"/>
              <a:sym typeface="Cabin"/>
            </a:endParaRPr>
          </a:p>
        </p:txBody>
      </p:sp>
      <p:sp>
        <p:nvSpPr>
          <p:cNvPr id="204" name="Shape 204"/>
          <p:cNvSpPr txBox="1"/>
          <p:nvPr/>
        </p:nvSpPr>
        <p:spPr>
          <a:xfrm>
            <a:off x="959343" y="2567373"/>
            <a:ext cx="5460300" cy="1662074"/>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['Joseph', 'Glenn', 'Sally']</a:t>
            </a: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 </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'¡Feliz año nuevo!:'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'¡Hecho!'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p:txBody>
      </p:sp>
      <p:sp>
        <p:nvSpPr>
          <p:cNvPr id="205" name="Shape 205"/>
          <p:cNvSpPr txBox="1"/>
          <p:nvPr/>
        </p:nvSpPr>
        <p:spPr>
          <a:xfrm>
            <a:off x="7993857" y="3038325"/>
            <a:ext cx="3707606" cy="163822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¡Feliz Año Nuevo!: Joseph</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¡Feliz Año Nuevo!: Glenn</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¡Feliz Año Nuevo!: Sally</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¡Hecho!</a:t>
            </a:r>
          </a:p>
        </p:txBody>
      </p:sp>
      <p:cxnSp>
        <p:nvCxnSpPr>
          <p:cNvPr id="206" name="Shape 206"/>
          <p:cNvCxnSpPr/>
          <p:nvPr/>
        </p:nvCxnSpPr>
        <p:spPr>
          <a:xfrm flipH="1">
            <a:off x="6332934" y="3265106"/>
            <a:ext cx="1489884" cy="238904"/>
          </a:xfrm>
          <a:prstGeom prst="straightConnector1">
            <a:avLst/>
          </a:prstGeom>
          <a:noFill/>
          <a:ln w="50800" cap="rnd" cmpd="sng">
            <a:solidFill>
              <a:srgbClr val="FFFF00"/>
            </a:solidFill>
            <a:prstDash val="solid"/>
            <a:miter/>
            <a:headEnd type="stealth" w="med" len="med"/>
            <a:tailEnd type="none" w="med" len="med"/>
          </a:ln>
        </p:spPr>
      </p:cxnSp>
      <p:cxnSp>
        <p:nvCxnSpPr>
          <p:cNvPr id="207" name="Shape 207"/>
          <p:cNvCxnSpPr/>
          <p:nvPr/>
        </p:nvCxnSpPr>
        <p:spPr>
          <a:xfrm flipH="1" flipV="1">
            <a:off x="6348045" y="3504010"/>
            <a:ext cx="1470854" cy="629840"/>
          </a:xfrm>
          <a:prstGeom prst="straightConnector1">
            <a:avLst/>
          </a:prstGeom>
          <a:noFill/>
          <a:ln w="50800" cap="rnd" cmpd="sng">
            <a:solidFill>
              <a:srgbClr val="FFFF00"/>
            </a:solidFill>
            <a:prstDash val="solid"/>
            <a:miter/>
            <a:headEnd type="stealth" w="med" len="med"/>
            <a:tailEnd type="none" w="med" len="med"/>
          </a:ln>
        </p:spPr>
      </p:cxnSp>
      <p:cxnSp>
        <p:nvCxnSpPr>
          <p:cNvPr id="208" name="Shape 208"/>
          <p:cNvCxnSpPr/>
          <p:nvPr/>
        </p:nvCxnSpPr>
        <p:spPr>
          <a:xfrm rot="10800000">
            <a:off x="2928300" y="3870123"/>
            <a:ext cx="4947749" cy="599174"/>
          </a:xfrm>
          <a:prstGeom prst="straightConnector1">
            <a:avLst/>
          </a:prstGeom>
          <a:noFill/>
          <a:ln w="50800" cap="rnd" cmpd="sng">
            <a:solidFill>
              <a:srgbClr val="FFFF00"/>
            </a:solidFill>
            <a:prstDash val="solid"/>
            <a:miter/>
            <a:headEnd type="stealth" w="med" len="med"/>
            <a:tailEnd type="none" w="med" len="med"/>
          </a:ln>
        </p:spPr>
      </p:cxnSp>
      <p:sp>
        <p:nvSpPr>
          <p:cNvPr id="8" name="Shape 204"/>
          <p:cNvSpPr txBox="1"/>
          <p:nvPr/>
        </p:nvSpPr>
        <p:spPr>
          <a:xfrm>
            <a:off x="959343" y="4498194"/>
            <a:ext cx="5818913" cy="1662074"/>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z </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['Joseph', 'Glenn', 'Sally']</a:t>
            </a: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 </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z</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'¡Feliz año nuevo!:'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'¡Hecho!'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2"/>
        <p:cNvGrpSpPr/>
        <p:nvPr/>
      </p:nvGrpSpPr>
      <p:grpSpPr>
        <a:xfrm>
          <a:off x="0" y="0"/>
          <a:ext cx="0" cy="0"/>
          <a:chOff x="0" y="0"/>
          <a:chExt cx="0" cy="0"/>
        </a:xfrm>
      </p:grpSpPr>
      <p:sp>
        <p:nvSpPr>
          <p:cNvPr id="213" name="Shape 213"/>
          <p:cNvSpPr txBox="1">
            <a:spLocks noGrp="1"/>
          </p:cNvSpPr>
          <p:nvPr>
            <p:ph type="title"/>
          </p:nvPr>
        </p:nvSpPr>
        <p:spPr>
          <a:xfrm>
            <a:off x="2526772" y="678813"/>
            <a:ext cx="9396147" cy="935791"/>
          </a:xfrm>
          <a:prstGeom prst="rect">
            <a:avLst/>
          </a:prstGeom>
          <a:noFill/>
          <a:ln>
            <a:noFill/>
          </a:ln>
        </p:spPr>
        <p:txBody>
          <a:bodyPr vert="horz" lIns="28575" tIns="28575" rIns="28575" bIns="28575" rtlCol="0" anchor="ctr" anchorCtr="0">
            <a:noAutofit/>
          </a:bodyPr>
          <a:lstStyle/>
          <a:p>
            <a:pPr>
              <a:spcBef>
                <a:spcPts val="0"/>
              </a:spcBef>
              <a:buClr>
                <a:srgbClr val="FF00FF"/>
              </a:buClr>
              <a:buSzPct val="25000"/>
            </a:pPr>
            <a:r>
              <a:rPr lang="en-US" sz="5700" dirty="0" err="1">
                <a:solidFill>
                  <a:srgbClr val="FFD966"/>
                </a:solidFill>
                <a:latin typeface="Arial" charset="0"/>
                <a:ea typeface="Arial" charset="0"/>
                <a:cs typeface="Arial" charset="0"/>
                <a:sym typeface="Cabin"/>
              </a:rPr>
              <a:t>Búsqueda</a:t>
            </a:r>
            <a:r>
              <a:rPr lang="en-US" sz="5700" dirty="0">
                <a:solidFill>
                  <a:srgbClr val="FFD966"/>
                </a:solidFill>
                <a:latin typeface="Arial" charset="0"/>
                <a:ea typeface="Arial" charset="0"/>
                <a:cs typeface="Arial" charset="0"/>
                <a:sym typeface="Cabin"/>
              </a:rPr>
              <a:t> dentro de </a:t>
            </a:r>
            <a:r>
              <a:rPr lang="en-US" sz="5700" dirty="0" err="1">
                <a:solidFill>
                  <a:srgbClr val="FFD966"/>
                </a:solidFill>
                <a:latin typeface="Arial" charset="0"/>
                <a:ea typeface="Arial" charset="0"/>
                <a:cs typeface="Arial" charset="0"/>
                <a:sym typeface="Cabin"/>
              </a:rPr>
              <a:t>Listas</a:t>
            </a:r>
            <a:endParaRPr lang="en-US" sz="5700" dirty="0">
              <a:solidFill>
                <a:srgbClr val="FFD966"/>
              </a:solidFill>
              <a:latin typeface="Arial" charset="0"/>
              <a:ea typeface="Arial" charset="0"/>
              <a:cs typeface="Arial" charset="0"/>
              <a:sym typeface="Cabin"/>
            </a:endParaRPr>
          </a:p>
        </p:txBody>
      </p:sp>
      <p:sp>
        <p:nvSpPr>
          <p:cNvPr id="214" name="Shape 214"/>
          <p:cNvSpPr txBox="1">
            <a:spLocks noGrp="1"/>
          </p:cNvSpPr>
          <p:nvPr>
            <p:ph idx="1"/>
          </p:nvPr>
        </p:nvSpPr>
        <p:spPr>
          <a:xfrm>
            <a:off x="866775" y="1952626"/>
            <a:ext cx="10448925" cy="2314575"/>
          </a:xfrm>
          <a:prstGeom prst="rect">
            <a:avLst/>
          </a:prstGeom>
          <a:noFill/>
          <a:ln>
            <a:noFill/>
          </a:ln>
        </p:spPr>
        <p:txBody>
          <a:bodyPr vert="horz" lIns="28575" tIns="28575" rIns="28575" bIns="28575" rtlCol="0" anchor="ctr" anchorCtr="0">
            <a:noAutofit/>
          </a:bodyPr>
          <a:lstStyle/>
          <a:p>
            <a:pPr>
              <a:spcBef>
                <a:spcPts val="0"/>
              </a:spcBef>
            </a:pPr>
            <a:r>
              <a:rPr lang="es-419" sz="2700" dirty="0">
                <a:solidFill>
                  <a:schemeClr val="lt1"/>
                </a:solidFill>
                <a:latin typeface="Arial" charset="0"/>
                <a:ea typeface="Arial" charset="0"/>
                <a:cs typeface="Arial" charset="0"/>
                <a:sym typeface="Cabin"/>
              </a:rPr>
              <a:t>Así como en las cadenas, podemos obtener cualquier elemento individual de una lista utilizando un índice especificado en </a:t>
            </a:r>
            <a:r>
              <a:rPr lang="es-419" sz="2700" dirty="0">
                <a:solidFill>
                  <a:srgbClr val="00FFFF"/>
                </a:solidFill>
                <a:latin typeface="Arial" charset="0"/>
                <a:ea typeface="Arial" charset="0"/>
                <a:cs typeface="Arial" charset="0"/>
                <a:sym typeface="Cabin"/>
              </a:rPr>
              <a:t>corchetes</a:t>
            </a:r>
          </a:p>
        </p:txBody>
      </p:sp>
      <p:pic>
        <p:nvPicPr>
          <p:cNvPr id="215" name="Shape 215"/>
          <p:cNvPicPr preferRelativeResize="0"/>
          <p:nvPr/>
        </p:nvPicPr>
        <p:blipFill rotWithShape="1">
          <a:blip r:embed="rId3">
            <a:alphaModFix/>
          </a:blip>
          <a:srcRect/>
          <a:stretch/>
        </p:blipFill>
        <p:spPr>
          <a:xfrm>
            <a:off x="269081" y="744682"/>
            <a:ext cx="2052638" cy="1371600"/>
          </a:xfrm>
          <a:prstGeom prst="rect">
            <a:avLst/>
          </a:prstGeom>
          <a:noFill/>
          <a:ln>
            <a:noFill/>
          </a:ln>
        </p:spPr>
      </p:pic>
      <p:sp>
        <p:nvSpPr>
          <p:cNvPr id="216" name="Shape 216"/>
          <p:cNvSpPr txBox="1"/>
          <p:nvPr/>
        </p:nvSpPr>
        <p:spPr>
          <a:xfrm>
            <a:off x="1295401" y="4781551"/>
            <a:ext cx="552449" cy="552449"/>
          </a:xfrm>
          <a:prstGeom prst="rect">
            <a:avLst/>
          </a:prstGeom>
          <a:noFill/>
          <a:ln>
            <a:noFill/>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0</a:t>
            </a:r>
          </a:p>
        </p:txBody>
      </p:sp>
      <p:sp>
        <p:nvSpPr>
          <p:cNvPr id="217" name="Shape 217"/>
          <p:cNvSpPr txBox="1"/>
          <p:nvPr/>
        </p:nvSpPr>
        <p:spPr>
          <a:xfrm>
            <a:off x="866776" y="4238626"/>
            <a:ext cx="1409699" cy="55244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Joseph</a:t>
            </a:r>
          </a:p>
        </p:txBody>
      </p:sp>
      <p:sp>
        <p:nvSpPr>
          <p:cNvPr id="218" name="Shape 218"/>
          <p:cNvSpPr txBox="1"/>
          <p:nvPr/>
        </p:nvSpPr>
        <p:spPr>
          <a:xfrm>
            <a:off x="5572125" y="3799276"/>
            <a:ext cx="6117300" cy="17549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'Joseph', 'Glenn', 'Sally' ]</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1</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Glenn</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
        <p:nvSpPr>
          <p:cNvPr id="219" name="Shape 219"/>
          <p:cNvSpPr txBox="1"/>
          <p:nvPr/>
        </p:nvSpPr>
        <p:spPr>
          <a:xfrm>
            <a:off x="2705101" y="4781551"/>
            <a:ext cx="552449" cy="552449"/>
          </a:xfrm>
          <a:prstGeom prst="rect">
            <a:avLst/>
          </a:prstGeom>
          <a:noFill/>
          <a:ln>
            <a:noFill/>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1</a:t>
            </a:r>
          </a:p>
        </p:txBody>
      </p:sp>
      <p:sp>
        <p:nvSpPr>
          <p:cNvPr id="220" name="Shape 220"/>
          <p:cNvSpPr txBox="1"/>
          <p:nvPr/>
        </p:nvSpPr>
        <p:spPr>
          <a:xfrm>
            <a:off x="2276476" y="4238626"/>
            <a:ext cx="1409699" cy="55244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Glenn</a:t>
            </a:r>
          </a:p>
        </p:txBody>
      </p:sp>
      <p:sp>
        <p:nvSpPr>
          <p:cNvPr id="221" name="Shape 221"/>
          <p:cNvSpPr txBox="1"/>
          <p:nvPr/>
        </p:nvSpPr>
        <p:spPr>
          <a:xfrm>
            <a:off x="4114801" y="4781551"/>
            <a:ext cx="552449" cy="552449"/>
          </a:xfrm>
          <a:prstGeom prst="rect">
            <a:avLst/>
          </a:prstGeom>
          <a:noFill/>
          <a:ln>
            <a:noFill/>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2</a:t>
            </a:r>
          </a:p>
        </p:txBody>
      </p:sp>
      <p:sp>
        <p:nvSpPr>
          <p:cNvPr id="222" name="Shape 222"/>
          <p:cNvSpPr txBox="1"/>
          <p:nvPr/>
        </p:nvSpPr>
        <p:spPr>
          <a:xfrm>
            <a:off x="3686176" y="4238626"/>
            <a:ext cx="1409699" cy="55244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ct val="25000"/>
              <a:buFontTx/>
              <a:buNone/>
              <a:tabLst/>
              <a:defRPr/>
            </a:pPr>
            <a:r>
              <a:rPr kumimoji="0" lang="en-US" sz="3000" b="0" i="0" u="none" strike="noStrike" kern="1200" cap="none" spc="0" normalizeH="0" baseline="0" noProof="0">
                <a:ln>
                  <a:noFill/>
                </a:ln>
                <a:solidFill>
                  <a:prstClr val="white"/>
                </a:solidFill>
                <a:effectLst/>
                <a:uLnTx/>
                <a:uFillTx/>
                <a:latin typeface="Arial" charset="0"/>
                <a:ea typeface="Arial" charset="0"/>
                <a:cs typeface="Arial" charset="0"/>
                <a:sym typeface="Cabin"/>
              </a:rPr>
              <a:t>Sally</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866775" y="592282"/>
            <a:ext cx="10086975" cy="1312718"/>
          </a:xfrm>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n-US" sz="5700" dirty="0">
                <a:solidFill>
                  <a:srgbClr val="FFD966"/>
                </a:solidFill>
                <a:latin typeface="Arial" charset="0"/>
                <a:ea typeface="Arial" charset="0"/>
                <a:cs typeface="Arial" charset="0"/>
                <a:sym typeface="Cabin"/>
              </a:rPr>
              <a:t>Las </a:t>
            </a:r>
            <a:r>
              <a:rPr lang="en-US" sz="5700" dirty="0" err="1">
                <a:solidFill>
                  <a:srgbClr val="FFD966"/>
                </a:solidFill>
                <a:latin typeface="Arial" charset="0"/>
                <a:ea typeface="Arial" charset="0"/>
                <a:cs typeface="Arial" charset="0"/>
                <a:sym typeface="Cabin"/>
              </a:rPr>
              <a:t>Listas</a:t>
            </a:r>
            <a:r>
              <a:rPr lang="en-US" sz="5700" dirty="0">
                <a:solidFill>
                  <a:srgbClr val="FFD966"/>
                </a:solidFill>
                <a:latin typeface="Arial" charset="0"/>
                <a:ea typeface="Arial" charset="0"/>
                <a:cs typeface="Arial" charset="0"/>
                <a:sym typeface="Cabin"/>
              </a:rPr>
              <a:t> son </a:t>
            </a:r>
            <a:r>
              <a:rPr lang="en-US" sz="5700" dirty="0" err="1">
                <a:solidFill>
                  <a:srgbClr val="FFD966"/>
                </a:solidFill>
                <a:latin typeface="Arial" charset="0"/>
                <a:ea typeface="Arial" charset="0"/>
                <a:cs typeface="Arial" charset="0"/>
                <a:sym typeface="Cabin"/>
              </a:rPr>
              <a:t>Mutables</a:t>
            </a:r>
            <a:endParaRPr lang="en-US" sz="5700" dirty="0">
              <a:solidFill>
                <a:srgbClr val="FFD966"/>
              </a:solidFill>
              <a:latin typeface="Arial" charset="0"/>
              <a:ea typeface="Arial" charset="0"/>
              <a:cs typeface="Arial" charset="0"/>
              <a:sym typeface="Cabin"/>
            </a:endParaRPr>
          </a:p>
        </p:txBody>
      </p:sp>
      <p:sp>
        <p:nvSpPr>
          <p:cNvPr id="228" name="Shape 228"/>
          <p:cNvSpPr txBox="1">
            <a:spLocks noGrp="1"/>
          </p:cNvSpPr>
          <p:nvPr>
            <p:ph idx="1"/>
          </p:nvPr>
        </p:nvSpPr>
        <p:spPr>
          <a:xfrm>
            <a:off x="574159" y="1952626"/>
            <a:ext cx="5790923" cy="3867150"/>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Las cadenas son “</a:t>
            </a:r>
            <a:r>
              <a:rPr lang="es-419" sz="2550" dirty="0">
                <a:solidFill>
                  <a:srgbClr val="00FF00"/>
                </a:solidFill>
                <a:latin typeface="Arial" charset="0"/>
                <a:ea typeface="Arial" charset="0"/>
                <a:cs typeface="Arial" charset="0"/>
                <a:sym typeface="Cabin"/>
              </a:rPr>
              <a:t>inmutables</a:t>
            </a:r>
            <a:r>
              <a:rPr lang="es-419" sz="2550" dirty="0">
                <a:solidFill>
                  <a:schemeClr val="lt1"/>
                </a:solidFill>
                <a:latin typeface="Arial" charset="0"/>
                <a:ea typeface="Arial" charset="0"/>
                <a:cs typeface="Arial" charset="0"/>
                <a:sym typeface="Cabin"/>
              </a:rPr>
              <a:t>” – no podemos cambiar el contenido de una cadena – tenemos que crear una </a:t>
            </a:r>
            <a:r>
              <a:rPr lang="es-419" sz="2550" dirty="0">
                <a:solidFill>
                  <a:srgbClr val="FF00FF"/>
                </a:solidFill>
                <a:latin typeface="Arial" charset="0"/>
                <a:ea typeface="Arial" charset="0"/>
                <a:cs typeface="Arial" charset="0"/>
                <a:sym typeface="Cabin"/>
              </a:rPr>
              <a:t>nueva cadena</a:t>
            </a:r>
            <a:r>
              <a:rPr lang="es-419" sz="2550" dirty="0">
                <a:solidFill>
                  <a:schemeClr val="lt1"/>
                </a:solidFill>
                <a:latin typeface="Arial" charset="0"/>
                <a:ea typeface="Arial" charset="0"/>
                <a:cs typeface="Arial" charset="0"/>
                <a:sym typeface="Cabin"/>
              </a:rPr>
              <a:t> para hacer cualquier cambio</a:t>
            </a:r>
          </a:p>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Las Listas son “</a:t>
            </a:r>
            <a:r>
              <a:rPr lang="es-419" sz="2550" dirty="0">
                <a:solidFill>
                  <a:srgbClr val="00FF00"/>
                </a:solidFill>
                <a:latin typeface="Arial" charset="0"/>
                <a:ea typeface="Arial" charset="0"/>
                <a:cs typeface="Arial" charset="0"/>
                <a:sym typeface="Cabin"/>
              </a:rPr>
              <a:t>mutables</a:t>
            </a:r>
            <a:r>
              <a:rPr lang="es-419" sz="2550" dirty="0">
                <a:solidFill>
                  <a:schemeClr val="lt1"/>
                </a:solidFill>
                <a:latin typeface="Arial" charset="0"/>
                <a:ea typeface="Arial" charset="0"/>
                <a:cs typeface="Arial" charset="0"/>
                <a:sym typeface="Cabin"/>
              </a:rPr>
              <a:t>” - podemos </a:t>
            </a:r>
            <a:r>
              <a:rPr lang="es-419" sz="2550" dirty="0">
                <a:solidFill>
                  <a:srgbClr val="FF00FF"/>
                </a:solidFill>
                <a:latin typeface="Arial" charset="0"/>
                <a:ea typeface="Arial" charset="0"/>
                <a:cs typeface="Arial" charset="0"/>
                <a:sym typeface="Cabin"/>
              </a:rPr>
              <a:t>cambiar </a:t>
            </a:r>
            <a:r>
              <a:rPr lang="es-419" sz="2550" dirty="0">
                <a:solidFill>
                  <a:schemeClr val="lt1"/>
                </a:solidFill>
                <a:latin typeface="Arial" charset="0"/>
                <a:ea typeface="Arial" charset="0"/>
                <a:cs typeface="Arial" charset="0"/>
                <a:sym typeface="Cabin"/>
              </a:rPr>
              <a:t>un elemento de una lista utilizando el operador índice</a:t>
            </a:r>
          </a:p>
        </p:txBody>
      </p:sp>
      <p:sp>
        <p:nvSpPr>
          <p:cNvPr id="229" name="Shape 229"/>
          <p:cNvSpPr txBox="1"/>
          <p:nvPr/>
        </p:nvSpPr>
        <p:spPr>
          <a:xfrm>
            <a:off x="7000726" y="1685925"/>
            <a:ext cx="4848299" cy="4477087"/>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fruta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'Banana'</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fruta</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0</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'b'</a:t>
            </a:r>
          </a:p>
          <a:p>
            <a:pPr marL="0" marR="0" lvl="0" indent="0" algn="l" defTabSz="914400" rtl="0" eaLnBrk="1" fontAlgn="auto" latinLnBrk="0" hangingPunct="1">
              <a:lnSpc>
                <a:spcPct val="100000"/>
              </a:lnSpc>
              <a:spcBef>
                <a:spcPts val="0"/>
              </a:spcBef>
              <a:spcAft>
                <a:spcPts val="0"/>
              </a:spcAft>
              <a:buClr>
                <a:srgbClr val="FF66FF"/>
              </a:buClr>
              <a:buSzPct val="25000"/>
              <a:buFontTx/>
              <a:buNone/>
              <a:tabLst/>
              <a:defRPr/>
            </a:pP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Traceback</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p>
          <a:p>
            <a:pPr marL="0" marR="0" lvl="0" indent="0" algn="l" defTabSz="914400" rtl="0" eaLnBrk="1" fontAlgn="auto" latinLnBrk="0" hangingPunct="1">
              <a:lnSpc>
                <a:spcPct val="100000"/>
              </a:lnSpc>
              <a:spcBef>
                <a:spcPts val="0"/>
              </a:spcBef>
              <a:spcAft>
                <a:spcPts val="0"/>
              </a:spcAft>
              <a:buClr>
                <a:srgbClr val="FF66FF"/>
              </a:buClr>
              <a:buSzPct val="25000"/>
              <a:buFontTx/>
              <a:buNone/>
              <a:tabLst/>
              <a:defRPr/>
            </a:pP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TypeError</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str</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object</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does</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not</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p>
          <a:p>
            <a:pPr marL="0" marR="0" lvl="0" indent="0" algn="l" defTabSz="914400" rtl="0" eaLnBrk="1" fontAlgn="auto" latinLnBrk="0" hangingPunct="1">
              <a:lnSpc>
                <a:spcPct val="100000"/>
              </a:lnSpc>
              <a:spcBef>
                <a:spcPts val="0"/>
              </a:spcBef>
              <a:spcAft>
                <a:spcPts val="0"/>
              </a:spcAft>
              <a:buClr>
                <a:srgbClr val="FF66FF"/>
              </a:buClr>
              <a:buSzPct val="25000"/>
              <a:buFontTx/>
              <a:buNone/>
              <a:tabLst/>
              <a:defRPr/>
            </a:pP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support</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item</a:t>
            </a:r>
            <a:r>
              <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E06666"/>
                </a:solidFill>
                <a:effectLst/>
                <a:uLnTx/>
                <a:uFillTx/>
                <a:latin typeface="Courier New"/>
                <a:ea typeface="Courier New"/>
                <a:cs typeface="Courier New"/>
                <a:sym typeface="Courier New"/>
              </a:rPr>
              <a:t>assignment</a:t>
            </a:r>
            <a:endParaRPr kumimoji="0" lang="es-419" sz="1800" b="0" i="0" u="none" strike="noStrike" kern="1200" cap="none" spc="0" normalizeH="0" baseline="0" noProof="0" dirty="0">
              <a:ln>
                <a:noFill/>
              </a:ln>
              <a:solidFill>
                <a:srgbClr val="E06666"/>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fruta</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.lower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banana</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loto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[2, 14, 26, 41, 63]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loto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[2, 14, 26, 41, 63]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loto</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2</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28</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loto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[2, 14, </a:t>
            </a: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28</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41, 63]</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866775" y="592282"/>
            <a:ext cx="10652438" cy="1312718"/>
          </a:xfrm>
          <a:prstGeom prst="rect">
            <a:avLst/>
          </a:prstGeom>
          <a:noFill/>
          <a:ln>
            <a:noFill/>
          </a:ln>
        </p:spPr>
        <p:txBody>
          <a:bodyPr vert="horz" lIns="28575" tIns="28575" rIns="28575" bIns="28575" rtlCol="0" anchor="ctr" anchorCtr="0">
            <a:noAutofit/>
          </a:bodyPr>
          <a:lstStyle/>
          <a:p>
            <a:pPr>
              <a:spcBef>
                <a:spcPts val="0"/>
              </a:spcBef>
              <a:buClr>
                <a:schemeClr val="lt1"/>
              </a:buClr>
              <a:buSzPct val="25000"/>
            </a:pPr>
            <a:r>
              <a:rPr lang="es-ES" sz="5700" dirty="0">
                <a:solidFill>
                  <a:srgbClr val="FFD966"/>
                </a:solidFill>
                <a:latin typeface="Arial" charset="0"/>
                <a:ea typeface="Arial" charset="0"/>
                <a:cs typeface="Arial" charset="0"/>
                <a:sym typeface="Cabin"/>
              </a:rPr>
              <a:t>¿Qué tan Larga es una Lista?</a:t>
            </a:r>
            <a:endParaRPr lang="en-US" sz="5700" dirty="0">
              <a:solidFill>
                <a:srgbClr val="FFD966"/>
              </a:solidFill>
              <a:latin typeface="Arial" charset="0"/>
              <a:ea typeface="Arial" charset="0"/>
              <a:cs typeface="Arial" charset="0"/>
              <a:sym typeface="Cabin"/>
            </a:endParaRPr>
          </a:p>
        </p:txBody>
      </p:sp>
      <p:sp>
        <p:nvSpPr>
          <p:cNvPr id="235" name="Shape 235"/>
          <p:cNvSpPr txBox="1">
            <a:spLocks noGrp="1"/>
          </p:cNvSpPr>
          <p:nvPr>
            <p:ph idx="1"/>
          </p:nvPr>
        </p:nvSpPr>
        <p:spPr>
          <a:xfrm>
            <a:off x="866775" y="1952626"/>
            <a:ext cx="5616179" cy="4276724"/>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La función </a:t>
            </a:r>
            <a:r>
              <a:rPr lang="es-419" sz="2550" dirty="0" err="1">
                <a:solidFill>
                  <a:srgbClr val="FF00FF"/>
                </a:solidFill>
                <a:latin typeface="Arial" charset="0"/>
                <a:ea typeface="Arial" charset="0"/>
                <a:cs typeface="Arial" charset="0"/>
                <a:sym typeface="Cabin"/>
              </a:rPr>
              <a:t>len</a:t>
            </a:r>
            <a:r>
              <a:rPr lang="es-419" sz="2550" dirty="0">
                <a:solidFill>
                  <a:srgbClr val="FF00FF"/>
                </a:solidFill>
                <a:latin typeface="Arial" charset="0"/>
                <a:ea typeface="Arial" charset="0"/>
                <a:cs typeface="Arial" charset="0"/>
                <a:sym typeface="Cabin"/>
              </a:rPr>
              <a:t>()</a:t>
            </a:r>
            <a:r>
              <a:rPr lang="es-419" sz="2550" dirty="0">
                <a:solidFill>
                  <a:schemeClr val="lt1"/>
                </a:solidFill>
                <a:latin typeface="Arial" charset="0"/>
                <a:ea typeface="Arial" charset="0"/>
                <a:cs typeface="Arial" charset="0"/>
                <a:sym typeface="Cabin"/>
              </a:rPr>
              <a:t> toma una </a:t>
            </a:r>
            <a:r>
              <a:rPr lang="es-419" sz="2550" dirty="0">
                <a:solidFill>
                  <a:srgbClr val="FF7F00"/>
                </a:solidFill>
                <a:latin typeface="Arial" charset="0"/>
                <a:ea typeface="Arial" charset="0"/>
                <a:cs typeface="Arial" charset="0"/>
                <a:sym typeface="Cabin"/>
              </a:rPr>
              <a:t>lista</a:t>
            </a:r>
            <a:r>
              <a:rPr lang="es-419" sz="2550" dirty="0">
                <a:solidFill>
                  <a:schemeClr val="lt1"/>
                </a:solidFill>
                <a:latin typeface="Arial" charset="0"/>
                <a:ea typeface="Arial" charset="0"/>
                <a:cs typeface="Arial" charset="0"/>
                <a:sym typeface="Cabin"/>
              </a:rPr>
              <a:t> como parámetro y retorna el número de </a:t>
            </a:r>
            <a:r>
              <a:rPr lang="es-419" sz="2550" dirty="0">
                <a:solidFill>
                  <a:srgbClr val="00FFFF"/>
                </a:solidFill>
                <a:latin typeface="Arial" charset="0"/>
                <a:ea typeface="Arial" charset="0"/>
                <a:cs typeface="Arial" charset="0"/>
                <a:sym typeface="Cabin"/>
              </a:rPr>
              <a:t>elementos</a:t>
            </a:r>
            <a:r>
              <a:rPr lang="es-419" sz="2550" dirty="0">
                <a:solidFill>
                  <a:schemeClr val="lt1"/>
                </a:solidFill>
                <a:latin typeface="Arial" charset="0"/>
                <a:ea typeface="Arial" charset="0"/>
                <a:cs typeface="Arial" charset="0"/>
                <a:sym typeface="Cabin"/>
              </a:rPr>
              <a:t> en la </a:t>
            </a:r>
            <a:r>
              <a:rPr lang="es-419" sz="2550" dirty="0">
                <a:solidFill>
                  <a:srgbClr val="FF7F00"/>
                </a:solidFill>
                <a:latin typeface="Arial" charset="0"/>
                <a:ea typeface="Arial" charset="0"/>
                <a:cs typeface="Arial" charset="0"/>
                <a:sym typeface="Cabin"/>
              </a:rPr>
              <a:t>lista</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De hecho, </a:t>
            </a:r>
            <a:r>
              <a:rPr lang="es-419" sz="2550" dirty="0" err="1">
                <a:solidFill>
                  <a:srgbClr val="FF00FF"/>
                </a:solidFill>
                <a:latin typeface="Arial" charset="0"/>
                <a:ea typeface="Arial" charset="0"/>
                <a:cs typeface="Arial" charset="0"/>
                <a:sym typeface="Cabin"/>
              </a:rPr>
              <a:t>len</a:t>
            </a:r>
            <a:r>
              <a:rPr lang="es-419" sz="2550" dirty="0">
                <a:solidFill>
                  <a:srgbClr val="FF00FF"/>
                </a:solidFill>
                <a:latin typeface="Arial" charset="0"/>
                <a:ea typeface="Arial" charset="0"/>
                <a:cs typeface="Arial" charset="0"/>
                <a:sym typeface="Cabin"/>
              </a:rPr>
              <a:t>()</a:t>
            </a:r>
            <a:r>
              <a:rPr lang="es-419" sz="2550" dirty="0">
                <a:solidFill>
                  <a:schemeClr val="lt1"/>
                </a:solidFill>
                <a:latin typeface="Arial" charset="0"/>
                <a:ea typeface="Arial" charset="0"/>
                <a:cs typeface="Arial" charset="0"/>
                <a:sym typeface="Cabin"/>
              </a:rPr>
              <a:t> nos da el número de elementos de cualquier conjunto o secuencia (tal como una cadena...)</a:t>
            </a:r>
          </a:p>
        </p:txBody>
      </p:sp>
      <p:sp>
        <p:nvSpPr>
          <p:cNvPr id="236" name="Shape 236"/>
          <p:cNvSpPr txBox="1"/>
          <p:nvPr/>
        </p:nvSpPr>
        <p:spPr>
          <a:xfrm>
            <a:off x="6929438" y="2657476"/>
            <a:ext cx="4589775" cy="298132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saludo</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'Hola Bob'</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saludo</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9</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[ 1, 2, '</a:t>
            </a:r>
            <a:r>
              <a:rPr kumimoji="0" lang="es-419" sz="225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joe</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99]</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x</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4</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419" sz="2250" b="0" i="0" u="none" strike="noStrike" kern="1200" cap="none" spc="0" normalizeH="0" baseline="0" noProof="0" dirty="0">
              <a:ln>
                <a:noFill/>
              </a:ln>
              <a:solidFill>
                <a:prstClr val="black"/>
              </a:solidFill>
              <a:effectLst/>
              <a:uLnTx/>
              <a:uFillTx/>
              <a:latin typeface="Courier New"/>
              <a:ea typeface="Courier New"/>
              <a:cs typeface="Courier New"/>
              <a:sym typeface="Courier New"/>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40"/>
        <p:cNvGrpSpPr/>
        <p:nvPr/>
      </p:nvGrpSpPr>
      <p:grpSpPr>
        <a:xfrm>
          <a:off x="0" y="0"/>
          <a:ext cx="0" cy="0"/>
          <a:chOff x="0" y="0"/>
          <a:chExt cx="0" cy="0"/>
        </a:xfrm>
      </p:grpSpPr>
      <p:sp>
        <p:nvSpPr>
          <p:cNvPr id="241" name="Shape 241"/>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lnSpc>
                <a:spcPct val="100000"/>
              </a:lnSpc>
              <a:spcBef>
                <a:spcPts val="0"/>
              </a:spcBef>
              <a:buClr>
                <a:srgbClr val="FFFF00"/>
              </a:buClr>
              <a:buSzPct val="25000"/>
            </a:pPr>
            <a:r>
              <a:rPr lang="en-US" sz="5700" dirty="0" err="1">
                <a:solidFill>
                  <a:srgbClr val="FFD966"/>
                </a:solidFill>
                <a:latin typeface="Arial" charset="0"/>
                <a:ea typeface="Arial" charset="0"/>
                <a:cs typeface="Arial" charset="0"/>
                <a:sym typeface="Cabin"/>
              </a:rPr>
              <a:t>Usando</a:t>
            </a:r>
            <a:r>
              <a:rPr lang="en-US" sz="5700" dirty="0">
                <a:solidFill>
                  <a:srgbClr val="FFD966"/>
                </a:solidFill>
                <a:latin typeface="Arial" charset="0"/>
                <a:ea typeface="Arial" charset="0"/>
                <a:cs typeface="Arial" charset="0"/>
                <a:sym typeface="Cabin"/>
              </a:rPr>
              <a:t> la </a:t>
            </a:r>
            <a:r>
              <a:rPr lang="en-US" sz="5700" dirty="0" err="1">
                <a:solidFill>
                  <a:srgbClr val="FFD966"/>
                </a:solidFill>
                <a:latin typeface="Arial" charset="0"/>
                <a:ea typeface="Arial" charset="0"/>
                <a:cs typeface="Arial" charset="0"/>
                <a:sym typeface="Cabin"/>
              </a:rPr>
              <a:t>Función</a:t>
            </a:r>
            <a:r>
              <a:rPr lang="en-US" sz="5700" dirty="0">
                <a:solidFill>
                  <a:srgbClr val="FFD966"/>
                </a:solidFill>
                <a:latin typeface="Arial" charset="0"/>
                <a:ea typeface="Arial" charset="0"/>
                <a:cs typeface="Arial" charset="0"/>
                <a:sym typeface="Cabin"/>
              </a:rPr>
              <a:t> </a:t>
            </a:r>
            <a:r>
              <a:rPr lang="en-US" sz="5700" dirty="0">
                <a:solidFill>
                  <a:srgbClr val="FF00FF"/>
                </a:solidFill>
                <a:latin typeface="Arial" charset="0"/>
                <a:ea typeface="Arial" charset="0"/>
                <a:cs typeface="Arial" charset="0"/>
                <a:sym typeface="Cabin"/>
              </a:rPr>
              <a:t>range</a:t>
            </a:r>
            <a:endParaRPr lang="en-US" sz="5700" dirty="0">
              <a:solidFill>
                <a:srgbClr val="FFD966"/>
              </a:solidFill>
              <a:latin typeface="Arial" charset="0"/>
              <a:ea typeface="Arial" charset="0"/>
              <a:cs typeface="Arial" charset="0"/>
              <a:sym typeface="Cabin"/>
            </a:endParaRPr>
          </a:p>
        </p:txBody>
      </p:sp>
      <p:sp>
        <p:nvSpPr>
          <p:cNvPr id="242" name="Shape 242"/>
          <p:cNvSpPr txBox="1">
            <a:spLocks noGrp="1"/>
          </p:cNvSpPr>
          <p:nvPr>
            <p:ph idx="1"/>
          </p:nvPr>
        </p:nvSpPr>
        <p:spPr>
          <a:xfrm>
            <a:off x="866775" y="1952626"/>
            <a:ext cx="4437460" cy="4276724"/>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La función </a:t>
            </a:r>
            <a:r>
              <a:rPr lang="es-419" sz="2550" dirty="0" err="1">
                <a:solidFill>
                  <a:srgbClr val="FF00FF"/>
                </a:solidFill>
                <a:latin typeface="Arial" charset="0"/>
                <a:ea typeface="Arial" charset="0"/>
                <a:cs typeface="Arial" charset="0"/>
                <a:sym typeface="Cabin"/>
              </a:rPr>
              <a:t>range</a:t>
            </a:r>
            <a:r>
              <a:rPr lang="es-419" sz="2550" dirty="0">
                <a:solidFill>
                  <a:schemeClr val="lt1"/>
                </a:solidFill>
                <a:latin typeface="Arial" charset="0"/>
                <a:ea typeface="Arial" charset="0"/>
                <a:cs typeface="Arial" charset="0"/>
                <a:sym typeface="Cabin"/>
              </a:rPr>
              <a:t> retorna </a:t>
            </a:r>
            <a:r>
              <a:rPr lang="es-419" sz="2550" dirty="0">
                <a:solidFill>
                  <a:srgbClr val="FF00FF"/>
                </a:solidFill>
                <a:latin typeface="Arial" charset="0"/>
                <a:ea typeface="Arial" charset="0"/>
                <a:cs typeface="Arial" charset="0"/>
                <a:sym typeface="Cabin"/>
              </a:rPr>
              <a:t>una lista de números</a:t>
            </a:r>
            <a:r>
              <a:rPr lang="es-419" sz="2550" dirty="0">
                <a:solidFill>
                  <a:schemeClr val="lt1"/>
                </a:solidFill>
                <a:latin typeface="Arial" charset="0"/>
                <a:ea typeface="Arial" charset="0"/>
                <a:cs typeface="Arial" charset="0"/>
                <a:sym typeface="Cabin"/>
              </a:rPr>
              <a:t> que van desde cero hasta el número anterior al </a:t>
            </a:r>
            <a:r>
              <a:rPr lang="es-419" sz="2550" dirty="0">
                <a:solidFill>
                  <a:srgbClr val="00FFFF"/>
                </a:solidFill>
                <a:latin typeface="Arial" charset="0"/>
                <a:ea typeface="Arial" charset="0"/>
                <a:cs typeface="Arial" charset="0"/>
                <a:sym typeface="Cabin"/>
              </a:rPr>
              <a:t>parámetro</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Podemos construir un bucle por índices usando un </a:t>
            </a:r>
            <a:r>
              <a:rPr lang="es-419" sz="2550" dirty="0" err="1">
                <a:solidFill>
                  <a:srgbClr val="FFFF00"/>
                </a:solidFill>
                <a:latin typeface="Arial" charset="0"/>
                <a:ea typeface="Arial" charset="0"/>
                <a:cs typeface="Arial" charset="0"/>
                <a:sym typeface="Cabin"/>
              </a:rPr>
              <a:t>for</a:t>
            </a:r>
            <a:r>
              <a:rPr lang="es-419" sz="2550" dirty="0">
                <a:solidFill>
                  <a:schemeClr val="lt1"/>
                </a:solidFill>
                <a:latin typeface="Arial" charset="0"/>
                <a:ea typeface="Arial" charset="0"/>
                <a:cs typeface="Arial" charset="0"/>
                <a:sym typeface="Cabin"/>
              </a:rPr>
              <a:t> y un entero </a:t>
            </a:r>
            <a:r>
              <a:rPr lang="es-419" sz="2550" dirty="0">
                <a:solidFill>
                  <a:srgbClr val="00FF00"/>
                </a:solidFill>
                <a:latin typeface="Arial" charset="0"/>
                <a:ea typeface="Arial" charset="0"/>
                <a:cs typeface="Arial" charset="0"/>
                <a:sym typeface="Cabin"/>
              </a:rPr>
              <a:t>iterador</a:t>
            </a:r>
          </a:p>
        </p:txBody>
      </p:sp>
      <p:sp>
        <p:nvSpPr>
          <p:cNvPr id="243" name="Shape 243"/>
          <p:cNvSpPr txBox="1"/>
          <p:nvPr/>
        </p:nvSpPr>
        <p:spPr>
          <a:xfrm>
            <a:off x="5794651" y="2266951"/>
            <a:ext cx="5882849" cy="332414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range</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4</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[0, 1, 2, 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['Joseph', 'Glenn', 'Sally']</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range</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[0, 1, 2]</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47"/>
        <p:cNvGrpSpPr/>
        <p:nvPr/>
      </p:nvGrpSpPr>
      <p:grpSpPr>
        <a:xfrm>
          <a:off x="0" y="0"/>
          <a:ext cx="0" cy="0"/>
          <a:chOff x="0" y="0"/>
          <a:chExt cx="0" cy="0"/>
        </a:xfrm>
      </p:grpSpPr>
      <p:sp>
        <p:nvSpPr>
          <p:cNvPr id="248" name="Shape 248"/>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FFFF00"/>
              </a:buClr>
              <a:buSzPct val="25000"/>
            </a:pPr>
            <a:r>
              <a:rPr lang="es-ES" sz="5700" dirty="0">
                <a:solidFill>
                  <a:srgbClr val="FFD966"/>
                </a:solidFill>
                <a:latin typeface="Arial" charset="0"/>
                <a:ea typeface="Arial" charset="0"/>
                <a:cs typeface="Arial" charset="0"/>
                <a:sym typeface="Cabin"/>
              </a:rPr>
              <a:t>Un Cuento Sobre Dos Bucles...</a:t>
            </a:r>
            <a:endParaRPr lang="en-US" sz="5700" dirty="0">
              <a:solidFill>
                <a:srgbClr val="FFD966"/>
              </a:solidFill>
              <a:latin typeface="Arial" charset="0"/>
              <a:ea typeface="Arial" charset="0"/>
              <a:cs typeface="Arial" charset="0"/>
              <a:sym typeface="Cabin"/>
            </a:endParaRPr>
          </a:p>
        </p:txBody>
      </p:sp>
      <p:sp>
        <p:nvSpPr>
          <p:cNvPr id="249" name="Shape 249"/>
          <p:cNvSpPr txBox="1"/>
          <p:nvPr/>
        </p:nvSpPr>
        <p:spPr>
          <a:xfrm>
            <a:off x="196107" y="2338800"/>
            <a:ext cx="5624381" cy="269617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['Joseph', 'Glenn', 'Sally']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 </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'Feliz año nuevo:',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i</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range</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len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[i]</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('Feliz año nuevo:', </a:t>
            </a:r>
            <a:r>
              <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amigo</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FF7F00"/>
              </a:solidFill>
              <a:effectLst/>
              <a:uLnTx/>
              <a:uFillTx/>
              <a:latin typeface="Courier New"/>
              <a:ea typeface="Courier New"/>
              <a:cs typeface="Courier New"/>
              <a:sym typeface="Courier New"/>
            </a:endParaRPr>
          </a:p>
        </p:txBody>
      </p:sp>
      <p:sp>
        <p:nvSpPr>
          <p:cNvPr id="250" name="Shape 250"/>
          <p:cNvSpPr txBox="1"/>
          <p:nvPr/>
        </p:nvSpPr>
        <p:spPr>
          <a:xfrm>
            <a:off x="6079294" y="4239394"/>
            <a:ext cx="4193774" cy="160447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25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Feliz año nuevo: Joseph</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25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Feliz año nuevo: Glenn</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25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Feliz año nuevo: Sally</a:t>
            </a:r>
          </a:p>
        </p:txBody>
      </p:sp>
      <p:sp>
        <p:nvSpPr>
          <p:cNvPr id="251" name="Shape 251"/>
          <p:cNvSpPr txBox="1"/>
          <p:nvPr/>
        </p:nvSpPr>
        <p:spPr>
          <a:xfrm>
            <a:off x="6079294" y="1882369"/>
            <a:ext cx="5916600" cy="249322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['Joseph', 'Glenn', 'Sally']</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range</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(amigos))</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[0, 1, 2]</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55"/>
        <p:cNvGrpSpPr/>
        <p:nvPr/>
      </p:nvGrpSpPr>
      <p:grpSpPr>
        <a:xfrm>
          <a:off x="0" y="0"/>
          <a:ext cx="0" cy="0"/>
          <a:chOff x="0" y="0"/>
          <a:chExt cx="0" cy="0"/>
        </a:xfrm>
      </p:grpSpPr>
      <p:sp>
        <p:nvSpPr>
          <p:cNvPr id="256" name="Shape 256"/>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lnSpc>
                <a:spcPct val="100000"/>
              </a:lnSpc>
              <a:spcBef>
                <a:spcPts val="0"/>
              </a:spcBef>
              <a:buClr>
                <a:srgbClr val="00FFFF"/>
              </a:buClr>
              <a:buSzPct val="25000"/>
            </a:pPr>
            <a:r>
              <a:rPr lang="en-US" sz="5700" dirty="0" err="1">
                <a:solidFill>
                  <a:srgbClr val="00FFFF"/>
                </a:solidFill>
                <a:latin typeface="Arial" charset="0"/>
                <a:ea typeface="Arial" charset="0"/>
                <a:cs typeface="Arial" charset="0"/>
                <a:sym typeface="Cabin"/>
              </a:rPr>
              <a:t>Concatenando</a:t>
            </a:r>
            <a:r>
              <a:rPr lang="en-US" sz="5700" dirty="0">
                <a:solidFill>
                  <a:schemeClr val="lt1"/>
                </a:solidFill>
                <a:latin typeface="Arial" charset="0"/>
                <a:ea typeface="Arial" charset="0"/>
                <a:cs typeface="Arial" charset="0"/>
                <a:sym typeface="Cabin"/>
              </a:rPr>
              <a:t> </a:t>
            </a:r>
            <a:r>
              <a:rPr lang="en-US" sz="5700" dirty="0" err="1">
                <a:solidFill>
                  <a:srgbClr val="FFD966"/>
                </a:solidFill>
                <a:latin typeface="Arial" charset="0"/>
                <a:ea typeface="Arial" charset="0"/>
                <a:cs typeface="Arial" charset="0"/>
                <a:sym typeface="Cabin"/>
              </a:rPr>
              <a:t>Listas</a:t>
            </a:r>
            <a:r>
              <a:rPr lang="en-US" sz="5700" dirty="0">
                <a:solidFill>
                  <a:srgbClr val="FFD966"/>
                </a:solidFill>
                <a:latin typeface="Arial" charset="0"/>
                <a:ea typeface="Arial" charset="0"/>
                <a:cs typeface="Arial" charset="0"/>
                <a:sym typeface="Cabin"/>
              </a:rPr>
              <a:t> </a:t>
            </a:r>
            <a:r>
              <a:rPr lang="en-US" sz="5700" dirty="0" err="1">
                <a:solidFill>
                  <a:srgbClr val="FFD966"/>
                </a:solidFill>
                <a:latin typeface="Arial" charset="0"/>
                <a:ea typeface="Arial" charset="0"/>
                <a:cs typeface="Arial" charset="0"/>
                <a:sym typeface="Cabin"/>
              </a:rPr>
              <a:t>Usando</a:t>
            </a:r>
            <a:r>
              <a:rPr lang="en-US" sz="5700" dirty="0">
                <a:solidFill>
                  <a:srgbClr val="FFD966"/>
                </a:solidFill>
                <a:latin typeface="Arial" charset="0"/>
                <a:ea typeface="Arial" charset="0"/>
                <a:cs typeface="Arial" charset="0"/>
                <a:sym typeface="Cabin"/>
              </a:rPr>
              <a:t> </a:t>
            </a:r>
            <a:r>
              <a:rPr lang="en-US" sz="5700" dirty="0">
                <a:solidFill>
                  <a:srgbClr val="00FFFF"/>
                </a:solidFill>
                <a:latin typeface="Arial" charset="0"/>
                <a:ea typeface="Arial" charset="0"/>
                <a:cs typeface="Arial" charset="0"/>
                <a:sym typeface="Cabin"/>
              </a:rPr>
              <a:t>+</a:t>
            </a:r>
          </a:p>
        </p:txBody>
      </p:sp>
      <p:sp>
        <p:nvSpPr>
          <p:cNvPr id="257" name="Shape 257"/>
          <p:cNvSpPr txBox="1">
            <a:spLocks noGrp="1"/>
          </p:cNvSpPr>
          <p:nvPr>
            <p:ph idx="1"/>
          </p:nvPr>
        </p:nvSpPr>
        <p:spPr>
          <a:xfrm>
            <a:off x="1333500" y="2200277"/>
            <a:ext cx="4057650" cy="1952624"/>
          </a:xfrm>
          <a:prstGeom prst="rect">
            <a:avLst/>
          </a:prstGeom>
          <a:noFill/>
          <a:ln>
            <a:noFill/>
          </a:ln>
        </p:spPr>
        <p:txBody>
          <a:bodyPr vert="horz" lIns="28575" tIns="28575" rIns="28575" bIns="28575" rtlCol="0" anchor="ctr" anchorCtr="0">
            <a:noAutofit/>
          </a:bodyPr>
          <a:lstStyle/>
          <a:p>
            <a:pPr>
              <a:spcBef>
                <a:spcPts val="0"/>
              </a:spcBef>
              <a:buSzPct val="100000"/>
            </a:pPr>
            <a:r>
              <a:rPr lang="es-419" sz="2700" dirty="0">
                <a:solidFill>
                  <a:schemeClr val="lt1"/>
                </a:solidFill>
                <a:latin typeface="Arial" charset="0"/>
                <a:ea typeface="Arial" charset="0"/>
                <a:cs typeface="Arial" charset="0"/>
                <a:sym typeface="Cabin"/>
              </a:rPr>
              <a:t>Podemos crear una nueva lista al juntar dos listas creadas previamente</a:t>
            </a:r>
          </a:p>
        </p:txBody>
      </p:sp>
      <p:sp>
        <p:nvSpPr>
          <p:cNvPr id="258" name="Shape 258"/>
          <p:cNvSpPr txBox="1"/>
          <p:nvPr/>
        </p:nvSpPr>
        <p:spPr>
          <a:xfrm>
            <a:off x="7285706" y="2035576"/>
            <a:ext cx="3724425" cy="290744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[1, 2, 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b</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[4, 5, 6]</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 </a:t>
            </a:r>
            <a:r>
              <a:rPr kumimoji="0" lang="es-419" sz="22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b</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a:t>
            </a:r>
            <a:r>
              <a:rPr kumimoji="0" lang="es-419" sz="24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[1, 2, 3, 4, 5, 6]</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a:t>
            </a:r>
            <a:r>
              <a:rPr kumimoji="0" lang="es-419" sz="24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[1, 2, 3]</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2"/>
        <p:cNvGrpSpPr/>
        <p:nvPr/>
      </p:nvGrpSpPr>
      <p:grpSpPr>
        <a:xfrm>
          <a:off x="0" y="0"/>
          <a:ext cx="0" cy="0"/>
          <a:chOff x="0" y="0"/>
          <a:chExt cx="0" cy="0"/>
        </a:xfrm>
      </p:grpSpPr>
      <p:sp>
        <p:nvSpPr>
          <p:cNvPr id="263" name="Shape 263"/>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lnSpc>
                <a:spcPct val="100000"/>
              </a:lnSpc>
              <a:spcBef>
                <a:spcPts val="0"/>
              </a:spcBef>
              <a:buClr>
                <a:schemeClr val="lt1"/>
              </a:buClr>
              <a:buSzPct val="25000"/>
            </a:pPr>
            <a:r>
              <a:rPr lang="en-US" sz="5700" dirty="0">
                <a:solidFill>
                  <a:srgbClr val="FFD966"/>
                </a:solidFill>
                <a:latin typeface="Arial" charset="0"/>
                <a:ea typeface="Arial" charset="0"/>
                <a:cs typeface="Arial" charset="0"/>
                <a:sym typeface="Cabin"/>
              </a:rPr>
              <a:t>Las </a:t>
            </a:r>
            <a:r>
              <a:rPr lang="en-US" sz="5700" dirty="0" err="1">
                <a:solidFill>
                  <a:srgbClr val="FFD966"/>
                </a:solidFill>
                <a:latin typeface="Arial" charset="0"/>
                <a:ea typeface="Arial" charset="0"/>
                <a:cs typeface="Arial" charset="0"/>
                <a:sym typeface="Cabin"/>
              </a:rPr>
              <a:t>Listas</a:t>
            </a:r>
            <a:r>
              <a:rPr lang="en-US" sz="5700" dirty="0">
                <a:solidFill>
                  <a:srgbClr val="FFD966"/>
                </a:solidFill>
                <a:latin typeface="Arial" charset="0"/>
                <a:ea typeface="Arial" charset="0"/>
                <a:cs typeface="Arial" charset="0"/>
                <a:sym typeface="Cabin"/>
              </a:rPr>
              <a:t> </a:t>
            </a:r>
            <a:r>
              <a:rPr lang="en-US" sz="5700" dirty="0" err="1">
                <a:solidFill>
                  <a:srgbClr val="FFD966"/>
                </a:solidFill>
                <a:latin typeface="Arial" charset="0"/>
                <a:ea typeface="Arial" charset="0"/>
                <a:cs typeface="Arial" charset="0"/>
                <a:sym typeface="Cabin"/>
              </a:rPr>
              <a:t>pueden</a:t>
            </a:r>
            <a:r>
              <a:rPr lang="en-US" sz="5700" dirty="0">
                <a:solidFill>
                  <a:srgbClr val="FFD966"/>
                </a:solidFill>
                <a:latin typeface="Arial" charset="0"/>
                <a:ea typeface="Arial" charset="0"/>
                <a:cs typeface="Arial" charset="0"/>
                <a:sym typeface="Cabin"/>
              </a:rPr>
              <a:t> ser </a:t>
            </a:r>
            <a:r>
              <a:rPr lang="en-US" sz="5700" dirty="0" err="1">
                <a:solidFill>
                  <a:srgbClr val="00FFFF"/>
                </a:solidFill>
                <a:latin typeface="Arial" charset="0"/>
                <a:ea typeface="Arial" charset="0"/>
                <a:cs typeface="Arial" charset="0"/>
                <a:sym typeface="Cabin"/>
              </a:rPr>
              <a:t>Rebanadas</a:t>
            </a:r>
            <a:r>
              <a:rPr lang="en-US" sz="5700" dirty="0">
                <a:solidFill>
                  <a:srgbClr val="FFFF00"/>
                </a:solidFill>
                <a:latin typeface="Arial" charset="0"/>
                <a:ea typeface="Arial" charset="0"/>
                <a:cs typeface="Arial" charset="0"/>
                <a:sym typeface="Cabin"/>
              </a:rPr>
              <a:t> </a:t>
            </a:r>
            <a:r>
              <a:rPr lang="en-US" sz="5700" dirty="0" err="1">
                <a:solidFill>
                  <a:srgbClr val="FFD966"/>
                </a:solidFill>
                <a:latin typeface="Arial" charset="0"/>
                <a:ea typeface="Arial" charset="0"/>
                <a:cs typeface="Arial" charset="0"/>
                <a:sym typeface="Cabin"/>
              </a:rPr>
              <a:t>Usando</a:t>
            </a:r>
            <a:r>
              <a:rPr lang="en-US" sz="5700" dirty="0">
                <a:solidFill>
                  <a:schemeClr val="lt1"/>
                </a:solidFill>
                <a:latin typeface="Arial" charset="0"/>
                <a:ea typeface="Arial" charset="0"/>
                <a:cs typeface="Arial" charset="0"/>
                <a:sym typeface="Cabin"/>
              </a:rPr>
              <a:t> </a:t>
            </a:r>
            <a:r>
              <a:rPr lang="en-US" sz="5700" dirty="0">
                <a:solidFill>
                  <a:srgbClr val="00FFFF"/>
                </a:solidFill>
                <a:latin typeface="Arial" charset="0"/>
                <a:ea typeface="Arial" charset="0"/>
                <a:cs typeface="Arial" charset="0"/>
                <a:sym typeface="Cabin"/>
              </a:rPr>
              <a:t>:</a:t>
            </a:r>
          </a:p>
        </p:txBody>
      </p:sp>
      <p:sp>
        <p:nvSpPr>
          <p:cNvPr id="264" name="Shape 264"/>
          <p:cNvSpPr txBox="1"/>
          <p:nvPr/>
        </p:nvSpPr>
        <p:spPr>
          <a:xfrm>
            <a:off x="721651" y="2156701"/>
            <a:ext cx="5206274" cy="37385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 = [9, 41, 12, 3, 74, 15]</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[1</a:t>
            </a:r>
            <a:r>
              <a:rPr kumimoji="0" lang="en-US" sz="2250" b="0" i="0" u="none" strike="noStrike" kern="1200" cap="none" spc="0" normalizeH="0" baseline="0" noProof="0" dirty="0">
                <a:ln>
                  <a:noFill/>
                </a:ln>
                <a:solidFill>
                  <a:srgbClr val="00FFFF"/>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3</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[41,12]</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00FFFF"/>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4</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[9, 41, 12, 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[3</a:t>
            </a:r>
            <a:r>
              <a:rPr kumimoji="0" lang="en-US" sz="2250" b="0" i="0" u="none" strike="noStrike" kern="1200" cap="none" spc="0" normalizeH="0" baseline="0" noProof="0" dirty="0">
                <a:ln>
                  <a:noFill/>
                </a:ln>
                <a:solidFill>
                  <a:srgbClr val="00FFFF"/>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[3, 74, 15]</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00FFFF"/>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[9, 41, 12, 3, 74, 15]</a:t>
            </a:r>
          </a:p>
        </p:txBody>
      </p:sp>
      <p:sp>
        <p:nvSpPr>
          <p:cNvPr id="265" name="Shape 265"/>
          <p:cNvSpPr txBox="1"/>
          <p:nvPr/>
        </p:nvSpPr>
        <p:spPr>
          <a:xfrm>
            <a:off x="6380044" y="3025069"/>
            <a:ext cx="4099049" cy="164790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2700" b="0" i="0" u="none" strike="noStrike" kern="1200" cap="none" spc="0" normalizeH="0" baseline="0" noProof="0" dirty="0">
                <a:ln>
                  <a:noFill/>
                </a:ln>
                <a:solidFill>
                  <a:srgbClr val="00FF00"/>
                </a:solidFill>
                <a:effectLst/>
                <a:uLnTx/>
                <a:uFillTx/>
                <a:latin typeface="Arial" charset="0"/>
                <a:ea typeface="Arial" charset="0"/>
                <a:cs typeface="Arial" charset="0"/>
                <a:sym typeface="Cabin"/>
              </a:rPr>
              <a:t>Recuerda</a:t>
            </a:r>
            <a:r>
              <a:rPr kumimoji="0" lang="es-419" sz="270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Tal como en las cadenas, el segundo n</a:t>
            </a:r>
            <a:r>
              <a:rPr kumimoji="0" lang="es-MX" sz="2700" b="0" i="0" u="none" strike="noStrike" kern="1200" cap="none" spc="0" normalizeH="0" baseline="0" noProof="0" dirty="0" err="1">
                <a:ln>
                  <a:noFill/>
                </a:ln>
                <a:solidFill>
                  <a:prstClr val="white"/>
                </a:solidFill>
                <a:effectLst/>
                <a:uLnTx/>
                <a:uFillTx/>
                <a:latin typeface="Arial" charset="0"/>
                <a:ea typeface="Arial" charset="0"/>
                <a:cs typeface="Arial" charset="0"/>
                <a:sym typeface="Cabin"/>
              </a:rPr>
              <a:t>úmero</a:t>
            </a:r>
            <a:r>
              <a:rPr kumimoji="0" lang="es-MX" sz="270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es</a:t>
            </a:r>
            <a:r>
              <a:rPr kumimoji="0" lang="es-419" sz="270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a:t>
            </a:r>
            <a:r>
              <a:rPr kumimoji="0" lang="es-419" sz="270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hasta pero no incluyendo</a:t>
            </a:r>
            <a:r>
              <a:rPr kumimoji="0" lang="es-419" sz="270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9"/>
        <p:cNvGrpSpPr/>
        <p:nvPr/>
      </p:nvGrpSpPr>
      <p:grpSpPr>
        <a:xfrm>
          <a:off x="0" y="0"/>
          <a:ext cx="0" cy="0"/>
          <a:chOff x="0" y="0"/>
          <a:chExt cx="0" cy="0"/>
        </a:xfrm>
      </p:grpSpPr>
      <p:sp>
        <p:nvSpPr>
          <p:cNvPr id="270" name="Shape 270"/>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FF00FF"/>
              </a:buClr>
              <a:buSzPct val="25000"/>
            </a:pPr>
            <a:r>
              <a:rPr lang="en-US" sz="5700" dirty="0" err="1">
                <a:solidFill>
                  <a:srgbClr val="FFD966"/>
                </a:solidFill>
                <a:latin typeface="Arial" charset="0"/>
                <a:ea typeface="Arial" charset="0"/>
                <a:cs typeface="Arial" charset="0"/>
                <a:sym typeface="Cabin"/>
              </a:rPr>
              <a:t>Métodos</a:t>
            </a:r>
            <a:r>
              <a:rPr lang="en-US" sz="5700" dirty="0">
                <a:solidFill>
                  <a:srgbClr val="FFD966"/>
                </a:solidFill>
                <a:latin typeface="Arial" charset="0"/>
                <a:ea typeface="Arial" charset="0"/>
                <a:cs typeface="Arial" charset="0"/>
                <a:sym typeface="Cabin"/>
              </a:rPr>
              <a:t> de </a:t>
            </a:r>
            <a:r>
              <a:rPr lang="en-US" sz="5700" dirty="0" err="1">
                <a:solidFill>
                  <a:srgbClr val="FFD966"/>
                </a:solidFill>
                <a:latin typeface="Arial" charset="0"/>
                <a:ea typeface="Arial" charset="0"/>
                <a:cs typeface="Arial" charset="0"/>
                <a:sym typeface="Cabin"/>
              </a:rPr>
              <a:t>Listas</a:t>
            </a:r>
            <a:endParaRPr lang="en-US" sz="5700" dirty="0">
              <a:solidFill>
                <a:srgbClr val="FFD966"/>
              </a:solidFill>
              <a:latin typeface="Arial" charset="0"/>
              <a:ea typeface="Arial" charset="0"/>
              <a:cs typeface="Arial" charset="0"/>
              <a:sym typeface="Cabin"/>
            </a:endParaRPr>
          </a:p>
        </p:txBody>
      </p:sp>
      <p:sp>
        <p:nvSpPr>
          <p:cNvPr id="271" name="Shape 271"/>
          <p:cNvSpPr txBox="1"/>
          <p:nvPr/>
        </p:nvSpPr>
        <p:spPr>
          <a:xfrm>
            <a:off x="1438913" y="2332801"/>
            <a:ext cx="9032174" cy="2419424"/>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x</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list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type</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x</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&lt;type 'list'&gt;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err="1">
                <a:ln>
                  <a:noFill/>
                </a:ln>
                <a:solidFill>
                  <a:srgbClr val="FF00FF"/>
                </a:solidFill>
                <a:effectLst/>
                <a:uLnTx/>
                <a:uFillTx/>
                <a:latin typeface="Courier"/>
                <a:ea typeface="Courier"/>
                <a:cs typeface="Courier"/>
                <a:sym typeface="Courier New"/>
              </a:rPr>
              <a:t>dir</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00FF00"/>
                </a:solidFill>
                <a:effectLst/>
                <a:uLnTx/>
                <a:uFillTx/>
                <a:latin typeface="Courier"/>
                <a:ea typeface="Courier"/>
                <a:cs typeface="Courier"/>
                <a:sym typeface="Courier New"/>
              </a:rPr>
              <a:t>x</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['append', 'count', 'extend', 'index', 'insert', 'pop', 'remove', 'reverse', 'sort']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a:t>
            </a:r>
            <a:r>
              <a:rPr kumimoji="0" lang="en-US" sz="2700" b="0" i="0" u="none" strike="noStrike" kern="1200" cap="none" spc="0" normalizeH="0" baseline="0" noProof="0" dirty="0">
                <a:ln>
                  <a:noFill/>
                </a:ln>
                <a:solidFill>
                  <a:prstClr val="white"/>
                </a:solidFill>
                <a:effectLst/>
                <a:uLnTx/>
                <a:uFillTx/>
                <a:latin typeface="Courier"/>
                <a:ea typeface="Courier"/>
                <a:cs typeface="Courier"/>
                <a:sym typeface="Courier New"/>
              </a:rPr>
              <a:t> </a:t>
            </a:r>
          </a:p>
        </p:txBody>
      </p:sp>
      <p:sp>
        <p:nvSpPr>
          <p:cNvPr id="272" name="Shape 272"/>
          <p:cNvSpPr txBox="1"/>
          <p:nvPr/>
        </p:nvSpPr>
        <p:spPr>
          <a:xfrm>
            <a:off x="2184900" y="5342335"/>
            <a:ext cx="7812675" cy="466649"/>
          </a:xfrm>
          <a:prstGeom prst="rect">
            <a:avLst/>
          </a:prstGeom>
          <a:noFill/>
          <a:ln>
            <a:noFill/>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00"/>
              </a:buClr>
              <a:buSzPct val="25000"/>
              <a:buFontTx/>
              <a:buNone/>
              <a:tabLst/>
              <a:defRPr/>
            </a:pPr>
            <a:r>
              <a:rPr kumimoji="0" lang="en-US" sz="2250" b="0" i="0" u="sng" strike="noStrike" kern="1200" cap="none" spc="0" normalizeH="0" baseline="0" noProof="0" dirty="0">
                <a:ln>
                  <a:noFill/>
                </a:ln>
                <a:solidFill>
                  <a:srgbClr val="FFFF00"/>
                </a:solidFill>
                <a:effectLst/>
                <a:uLnTx/>
                <a:uFillTx/>
                <a:latin typeface="Arial" charset="0"/>
                <a:ea typeface="Arial" charset="0"/>
                <a:cs typeface="Arial" charset="0"/>
                <a:sym typeface="Cabin"/>
                <a:hlinkClick r:id="rId3"/>
              </a:rPr>
              <a:t>http://docs.python.org/tutorial/datastructures.html</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76"/>
        <p:cNvGrpSpPr/>
        <p:nvPr/>
      </p:nvGrpSpPr>
      <p:grpSpPr>
        <a:xfrm>
          <a:off x="0" y="0"/>
          <a:ext cx="0" cy="0"/>
          <a:chOff x="0" y="0"/>
          <a:chExt cx="0" cy="0"/>
        </a:xfrm>
      </p:grpSpPr>
      <p:sp>
        <p:nvSpPr>
          <p:cNvPr id="277" name="Shape 277"/>
          <p:cNvSpPr txBox="1">
            <a:spLocks noGrp="1"/>
          </p:cNvSpPr>
          <p:nvPr>
            <p:ph type="title"/>
          </p:nvPr>
        </p:nvSpPr>
        <p:spPr>
          <a:xfrm>
            <a:off x="0" y="678813"/>
            <a:ext cx="12192000" cy="935791"/>
          </a:xfrm>
          <a:prstGeom prst="rect">
            <a:avLst/>
          </a:prstGeom>
          <a:noFill/>
          <a:ln>
            <a:noFill/>
          </a:ln>
        </p:spPr>
        <p:txBody>
          <a:bodyPr vert="horz" lIns="28575" tIns="28575" rIns="28575" bIns="28575" rtlCol="0" anchor="ctr" anchorCtr="0">
            <a:noAutofit/>
          </a:bodyPr>
          <a:lstStyle/>
          <a:p>
            <a:pPr>
              <a:spcBef>
                <a:spcPts val="0"/>
              </a:spcBef>
              <a:buClr>
                <a:srgbClr val="FF00FF"/>
              </a:buClr>
              <a:buSzPct val="25000"/>
            </a:pPr>
            <a:r>
              <a:rPr lang="es-ES" sz="5700" dirty="0">
                <a:solidFill>
                  <a:srgbClr val="FFD966"/>
                </a:solidFill>
                <a:latin typeface="Arial" charset="0"/>
                <a:ea typeface="Arial" charset="0"/>
                <a:cs typeface="Arial" charset="0"/>
                <a:sym typeface="Cabin"/>
              </a:rPr>
              <a:t>Construyendo una Lista desde Cero</a:t>
            </a:r>
            <a:endParaRPr lang="en-US" sz="5700" dirty="0">
              <a:solidFill>
                <a:srgbClr val="FFD966"/>
              </a:solidFill>
              <a:latin typeface="Arial" charset="0"/>
              <a:ea typeface="Arial" charset="0"/>
              <a:cs typeface="Arial" charset="0"/>
              <a:sym typeface="Cabin"/>
            </a:endParaRPr>
          </a:p>
        </p:txBody>
      </p:sp>
      <p:sp>
        <p:nvSpPr>
          <p:cNvPr id="278" name="Shape 278"/>
          <p:cNvSpPr txBox="1">
            <a:spLocks noGrp="1"/>
          </p:cNvSpPr>
          <p:nvPr>
            <p:ph idx="1"/>
          </p:nvPr>
        </p:nvSpPr>
        <p:spPr>
          <a:xfrm>
            <a:off x="866776" y="1952626"/>
            <a:ext cx="4726781" cy="4276724"/>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Podemos crear una </a:t>
            </a:r>
            <a:r>
              <a:rPr lang="es-419" sz="2550" dirty="0">
                <a:solidFill>
                  <a:srgbClr val="00FF00"/>
                </a:solidFill>
                <a:latin typeface="Arial" charset="0"/>
                <a:ea typeface="Arial" charset="0"/>
                <a:cs typeface="Arial" charset="0"/>
                <a:sym typeface="Cabin"/>
              </a:rPr>
              <a:t>lista </a:t>
            </a:r>
            <a:r>
              <a:rPr lang="es-419" sz="2550" dirty="0">
                <a:solidFill>
                  <a:schemeClr val="lt1"/>
                </a:solidFill>
                <a:latin typeface="Arial" charset="0"/>
                <a:ea typeface="Arial" charset="0"/>
                <a:cs typeface="Arial" charset="0"/>
                <a:sym typeface="Cabin"/>
              </a:rPr>
              <a:t>vacía y después agregar elementos usando el método </a:t>
            </a:r>
            <a:r>
              <a:rPr lang="es-419" sz="2550" dirty="0" err="1">
                <a:solidFill>
                  <a:srgbClr val="FF00FF"/>
                </a:solidFill>
                <a:latin typeface="Arial" charset="0"/>
                <a:ea typeface="Arial" charset="0"/>
                <a:cs typeface="Arial" charset="0"/>
                <a:sym typeface="Cabin"/>
              </a:rPr>
              <a:t>append</a:t>
            </a:r>
            <a:r>
              <a:rPr lang="es-419" sz="2550" dirty="0">
                <a:solidFill>
                  <a:schemeClr val="lt1"/>
                </a:solidFill>
                <a:latin typeface="Arial" charset="0"/>
                <a:ea typeface="Arial" charset="0"/>
                <a:cs typeface="Arial" charset="0"/>
                <a:sym typeface="Cabin"/>
              </a:rPr>
              <a:t> (agregar)</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La </a:t>
            </a:r>
            <a:r>
              <a:rPr lang="es-419" sz="2550" dirty="0">
                <a:solidFill>
                  <a:srgbClr val="00FF00"/>
                </a:solidFill>
                <a:latin typeface="Arial" charset="0"/>
                <a:ea typeface="Arial" charset="0"/>
                <a:cs typeface="Arial" charset="0"/>
                <a:sym typeface="Cabin"/>
              </a:rPr>
              <a:t>lista</a:t>
            </a:r>
            <a:r>
              <a:rPr lang="es-419" sz="2550" dirty="0">
                <a:solidFill>
                  <a:schemeClr val="lt1"/>
                </a:solidFill>
                <a:latin typeface="Arial" charset="0"/>
                <a:ea typeface="Arial" charset="0"/>
                <a:cs typeface="Arial" charset="0"/>
                <a:sym typeface="Cabin"/>
              </a:rPr>
              <a:t> mantiene su orden y los nuevos elementos son </a:t>
            </a:r>
            <a:r>
              <a:rPr lang="es-419" sz="2550" dirty="0">
                <a:solidFill>
                  <a:srgbClr val="FF00FF"/>
                </a:solidFill>
                <a:latin typeface="Arial" charset="0"/>
                <a:ea typeface="Arial" charset="0"/>
                <a:cs typeface="Arial" charset="0"/>
                <a:sym typeface="Cabin"/>
              </a:rPr>
              <a:t>agregados</a:t>
            </a:r>
            <a:r>
              <a:rPr lang="es-419" sz="2550" dirty="0">
                <a:solidFill>
                  <a:schemeClr val="lt1"/>
                </a:solidFill>
                <a:latin typeface="Arial" charset="0"/>
                <a:ea typeface="Arial" charset="0"/>
                <a:cs typeface="Arial" charset="0"/>
                <a:sym typeface="Cabin"/>
              </a:rPr>
              <a:t> al final de la </a:t>
            </a:r>
            <a:r>
              <a:rPr lang="es-419" sz="2550" dirty="0">
                <a:solidFill>
                  <a:srgbClr val="00FF00"/>
                </a:solidFill>
                <a:latin typeface="Arial" charset="0"/>
                <a:ea typeface="Arial" charset="0"/>
                <a:cs typeface="Arial" charset="0"/>
                <a:sym typeface="Cabin"/>
              </a:rPr>
              <a:t>lista</a:t>
            </a:r>
          </a:p>
        </p:txBody>
      </p:sp>
      <p:sp>
        <p:nvSpPr>
          <p:cNvPr id="279" name="Shape 279"/>
          <p:cNvSpPr txBox="1"/>
          <p:nvPr/>
        </p:nvSpPr>
        <p:spPr>
          <a:xfrm>
            <a:off x="6275382" y="2243138"/>
            <a:ext cx="5591699" cy="332414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list</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.append</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('libro')</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.append</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(99)</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['libro', 99]</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.append</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('galleta')</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['libro', 99, 'galleta']</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83"/>
        <p:cNvGrpSpPr/>
        <p:nvPr/>
      </p:nvGrpSpPr>
      <p:grpSpPr>
        <a:xfrm>
          <a:off x="0" y="0"/>
          <a:ext cx="0" cy="0"/>
          <a:chOff x="0" y="0"/>
          <a:chExt cx="0" cy="0"/>
        </a:xfrm>
      </p:grpSpPr>
      <p:sp>
        <p:nvSpPr>
          <p:cNvPr id="284" name="Shape 284"/>
          <p:cNvSpPr txBox="1">
            <a:spLocks noGrp="1"/>
          </p:cNvSpPr>
          <p:nvPr>
            <p:ph type="title"/>
          </p:nvPr>
        </p:nvSpPr>
        <p:spPr>
          <a:xfrm>
            <a:off x="0" y="678813"/>
            <a:ext cx="12192000" cy="935791"/>
          </a:xfrm>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s-ES" sz="5700" dirty="0">
                <a:solidFill>
                  <a:srgbClr val="FFD966"/>
                </a:solidFill>
                <a:latin typeface="Arial" charset="0"/>
                <a:ea typeface="Arial" charset="0"/>
                <a:cs typeface="Arial" charset="0"/>
                <a:sym typeface="Cabin"/>
              </a:rPr>
              <a:t>¿Se Encuentra Algo en una Lista?</a:t>
            </a:r>
            <a:endParaRPr lang="en-US" sz="5700" dirty="0">
              <a:solidFill>
                <a:srgbClr val="FFD966"/>
              </a:solidFill>
              <a:latin typeface="Arial" charset="0"/>
              <a:ea typeface="Arial" charset="0"/>
              <a:cs typeface="Arial" charset="0"/>
              <a:sym typeface="Cabin"/>
            </a:endParaRPr>
          </a:p>
        </p:txBody>
      </p:sp>
      <p:sp>
        <p:nvSpPr>
          <p:cNvPr id="285" name="Shape 285"/>
          <p:cNvSpPr txBox="1">
            <a:spLocks noGrp="1"/>
          </p:cNvSpPr>
          <p:nvPr>
            <p:ph idx="1"/>
          </p:nvPr>
        </p:nvSpPr>
        <p:spPr>
          <a:xfrm>
            <a:off x="866775" y="1952626"/>
            <a:ext cx="4930379" cy="4276724"/>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Python provee dos </a:t>
            </a:r>
            <a:r>
              <a:rPr lang="es-419" sz="2550" dirty="0">
                <a:solidFill>
                  <a:srgbClr val="FFFF00"/>
                </a:solidFill>
                <a:latin typeface="Arial" charset="0"/>
                <a:ea typeface="Arial" charset="0"/>
                <a:cs typeface="Arial" charset="0"/>
                <a:sym typeface="Cabin"/>
              </a:rPr>
              <a:t>operadores</a:t>
            </a:r>
            <a:r>
              <a:rPr lang="es-419" sz="2550" dirty="0">
                <a:solidFill>
                  <a:schemeClr val="lt1"/>
                </a:solidFill>
                <a:latin typeface="Arial" charset="0"/>
                <a:ea typeface="Arial" charset="0"/>
                <a:cs typeface="Arial" charset="0"/>
                <a:sym typeface="Cabin"/>
              </a:rPr>
              <a:t> que te permiten revisar si un elemento se encuentra en una lista</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Son operadores lógicos retornan </a:t>
            </a:r>
            <a:r>
              <a:rPr lang="es-419" sz="2550" dirty="0">
                <a:solidFill>
                  <a:srgbClr val="FF00FF"/>
                </a:solidFill>
                <a:latin typeface="Arial" charset="0"/>
                <a:ea typeface="Arial" charset="0"/>
                <a:cs typeface="Arial" charset="0"/>
                <a:sym typeface="Cabin"/>
              </a:rPr>
              <a:t>True</a:t>
            </a:r>
            <a:r>
              <a:rPr lang="es-419" sz="2550" dirty="0">
                <a:solidFill>
                  <a:schemeClr val="lt1"/>
                </a:solidFill>
                <a:latin typeface="Arial" charset="0"/>
                <a:ea typeface="Arial" charset="0"/>
                <a:cs typeface="Arial" charset="0"/>
                <a:sym typeface="Cabin"/>
              </a:rPr>
              <a:t> o </a:t>
            </a:r>
            <a:r>
              <a:rPr lang="es-419" sz="2550" dirty="0">
                <a:solidFill>
                  <a:srgbClr val="FF00FF"/>
                </a:solidFill>
                <a:latin typeface="Arial" charset="0"/>
                <a:ea typeface="Arial" charset="0"/>
                <a:cs typeface="Arial" charset="0"/>
                <a:sym typeface="Cabin"/>
              </a:rPr>
              <a:t>False</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Esos operadores no modifican la lista</a:t>
            </a:r>
          </a:p>
        </p:txBody>
      </p:sp>
      <p:sp>
        <p:nvSpPr>
          <p:cNvPr id="286" name="Shape 286"/>
          <p:cNvSpPr txBox="1"/>
          <p:nvPr/>
        </p:nvSpPr>
        <p:spPr>
          <a:xfrm>
            <a:off x="6096000" y="2205038"/>
            <a:ext cx="6096000" cy="332414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algunos</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[1, 9, 21, 10, 16]</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9</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algunos</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True</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15</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algunos</a:t>
            </a:r>
          </a:p>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False</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20</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not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 in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algunos</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True</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90"/>
        <p:cNvGrpSpPr/>
        <p:nvPr/>
      </p:nvGrpSpPr>
      <p:grpSpPr>
        <a:xfrm>
          <a:off x="0" y="0"/>
          <a:ext cx="0" cy="0"/>
          <a:chOff x="0" y="0"/>
          <a:chExt cx="0" cy="0"/>
        </a:xfrm>
      </p:grpSpPr>
      <p:sp>
        <p:nvSpPr>
          <p:cNvPr id="291" name="Shape 291"/>
          <p:cNvSpPr txBox="1">
            <a:spLocks noGrp="1"/>
          </p:cNvSpPr>
          <p:nvPr>
            <p:ph type="title"/>
          </p:nvPr>
        </p:nvSpPr>
        <p:spPr>
          <a:prstGeom prst="rect">
            <a:avLst/>
          </a:prstGeom>
          <a:noFill/>
          <a:ln>
            <a:noFill/>
          </a:ln>
        </p:spPr>
        <p:txBody>
          <a:bodyPr vert="horz" lIns="38100" tIns="38100" rIns="38100" bIns="38100" rtlCol="0" anchor="ctr" anchorCtr="0">
            <a:noAutofit/>
          </a:bodyPr>
          <a:lstStyle/>
          <a:p>
            <a:pPr>
              <a:spcBef>
                <a:spcPts val="0"/>
              </a:spcBef>
              <a:buClr>
                <a:schemeClr val="lt1"/>
              </a:buClr>
              <a:buSzPct val="25000"/>
            </a:pPr>
            <a:r>
              <a:rPr lang="es-ES" sz="5850" dirty="0">
                <a:solidFill>
                  <a:srgbClr val="FFD966"/>
                </a:solidFill>
                <a:latin typeface="Arial" charset="0"/>
                <a:ea typeface="Arial" charset="0"/>
                <a:cs typeface="Arial" charset="0"/>
                <a:sym typeface="Cabin"/>
              </a:rPr>
              <a:t>Las Listas están en Orden</a:t>
            </a:r>
            <a:endParaRPr lang="en-US" sz="5850" dirty="0">
              <a:solidFill>
                <a:srgbClr val="FFD966"/>
              </a:solidFill>
              <a:latin typeface="Arial" charset="0"/>
              <a:ea typeface="Arial" charset="0"/>
              <a:cs typeface="Arial" charset="0"/>
              <a:sym typeface="Cabin"/>
            </a:endParaRPr>
          </a:p>
        </p:txBody>
      </p:sp>
      <p:sp>
        <p:nvSpPr>
          <p:cNvPr id="292" name="Shape 292"/>
          <p:cNvSpPr txBox="1">
            <a:spLocks noGrp="1"/>
          </p:cNvSpPr>
          <p:nvPr>
            <p:ph idx="1"/>
          </p:nvPr>
        </p:nvSpPr>
        <p:spPr>
          <a:xfrm>
            <a:off x="0" y="1952626"/>
            <a:ext cx="5629940" cy="4276724"/>
          </a:xfrm>
          <a:prstGeom prst="rect">
            <a:avLst/>
          </a:prstGeom>
          <a:noFill/>
          <a:ln>
            <a:noFill/>
          </a:ln>
        </p:spPr>
        <p:txBody>
          <a:bodyPr vert="horz" lIns="38100" tIns="38100" rIns="38100" bIns="38100" rtlCol="0" anchor="ctr" anchorCtr="0">
            <a:noAutofit/>
          </a:bodyPr>
          <a:lstStyle/>
          <a:p>
            <a:pPr marL="828675" indent="-443008">
              <a:spcBef>
                <a:spcPts val="0"/>
              </a:spcBef>
              <a:buClr>
                <a:schemeClr val="lt1"/>
              </a:buClr>
              <a:buSzPct val="100000"/>
              <a:buFont typeface="Cabin"/>
              <a:buChar char="•"/>
            </a:pPr>
            <a:r>
              <a:rPr lang="es-419" sz="2550" dirty="0">
                <a:solidFill>
                  <a:schemeClr val="lt1"/>
                </a:solidFill>
                <a:latin typeface="Arial" charset="0"/>
                <a:ea typeface="Arial" charset="0"/>
                <a:cs typeface="Arial" charset="0"/>
                <a:sym typeface="Cabin"/>
              </a:rPr>
              <a:t>Una </a:t>
            </a:r>
            <a:r>
              <a:rPr lang="es-419" sz="2550" dirty="0">
                <a:solidFill>
                  <a:srgbClr val="FF7F00"/>
                </a:solidFill>
                <a:latin typeface="Arial" charset="0"/>
                <a:ea typeface="Arial" charset="0"/>
                <a:cs typeface="Arial" charset="0"/>
                <a:sym typeface="Cabin"/>
              </a:rPr>
              <a:t>lista</a:t>
            </a:r>
            <a:r>
              <a:rPr lang="es-419" sz="2550" dirty="0">
                <a:solidFill>
                  <a:schemeClr val="lt1"/>
                </a:solidFill>
                <a:latin typeface="Arial" charset="0"/>
                <a:ea typeface="Arial" charset="0"/>
                <a:cs typeface="Arial" charset="0"/>
                <a:sym typeface="Cabin"/>
              </a:rPr>
              <a:t> puede almacenar muchos elementos y los mantiene en orden hasta que hagamos algo para cambiarlo</a:t>
            </a:r>
          </a:p>
          <a:p>
            <a:pPr marL="828675" indent="-443008">
              <a:spcBef>
                <a:spcPts val="1725"/>
              </a:spcBef>
              <a:buClr>
                <a:schemeClr val="lt1"/>
              </a:buClr>
              <a:buSzPct val="100000"/>
              <a:buFont typeface="Cabin"/>
              <a:buChar char="•"/>
            </a:pPr>
            <a:r>
              <a:rPr lang="es-419" sz="2550" dirty="0">
                <a:solidFill>
                  <a:schemeClr val="lt1"/>
                </a:solidFill>
                <a:latin typeface="Arial" charset="0"/>
                <a:ea typeface="Arial" charset="0"/>
                <a:cs typeface="Arial" charset="0"/>
                <a:sym typeface="Cabin"/>
              </a:rPr>
              <a:t>Una </a:t>
            </a:r>
            <a:r>
              <a:rPr lang="es-419" sz="2550" dirty="0">
                <a:solidFill>
                  <a:srgbClr val="FF7F00"/>
                </a:solidFill>
                <a:latin typeface="Arial" charset="0"/>
                <a:ea typeface="Arial" charset="0"/>
                <a:cs typeface="Arial" charset="0"/>
                <a:sym typeface="Cabin"/>
              </a:rPr>
              <a:t>lista</a:t>
            </a:r>
            <a:r>
              <a:rPr lang="es-419" sz="2550" dirty="0">
                <a:solidFill>
                  <a:schemeClr val="lt1"/>
                </a:solidFill>
                <a:latin typeface="Arial" charset="0"/>
                <a:ea typeface="Arial" charset="0"/>
                <a:cs typeface="Arial" charset="0"/>
                <a:sym typeface="Cabin"/>
              </a:rPr>
              <a:t> puede ser </a:t>
            </a:r>
            <a:r>
              <a:rPr lang="es-419" sz="2550" dirty="0">
                <a:solidFill>
                  <a:srgbClr val="FF00FF"/>
                </a:solidFill>
                <a:latin typeface="Arial" charset="0"/>
                <a:ea typeface="Arial" charset="0"/>
                <a:cs typeface="Arial" charset="0"/>
                <a:sym typeface="Cabin"/>
              </a:rPr>
              <a:t>ordenada</a:t>
            </a:r>
            <a:r>
              <a:rPr lang="es-419" sz="2550" dirty="0">
                <a:solidFill>
                  <a:schemeClr val="lt1"/>
                </a:solidFill>
                <a:latin typeface="Arial" charset="0"/>
                <a:ea typeface="Arial" charset="0"/>
                <a:cs typeface="Arial" charset="0"/>
                <a:sym typeface="Cabin"/>
              </a:rPr>
              <a:t> </a:t>
            </a:r>
            <a:br>
              <a:rPr lang="es-419" sz="2550" dirty="0">
                <a:solidFill>
                  <a:schemeClr val="lt1"/>
                </a:solidFill>
                <a:latin typeface="Arial" charset="0"/>
                <a:ea typeface="Arial" charset="0"/>
                <a:cs typeface="Arial" charset="0"/>
                <a:sym typeface="Cabin"/>
              </a:rPr>
            </a:br>
            <a:r>
              <a:rPr lang="es-419" sz="2550" dirty="0">
                <a:solidFill>
                  <a:schemeClr val="lt1"/>
                </a:solidFill>
                <a:latin typeface="Arial" charset="0"/>
                <a:ea typeface="Arial" charset="0"/>
                <a:cs typeface="Arial" charset="0"/>
                <a:sym typeface="Cabin"/>
              </a:rPr>
              <a:t>(i.e., cambiar su orden)</a:t>
            </a:r>
          </a:p>
          <a:p>
            <a:pPr marL="828675" indent="-443008">
              <a:spcBef>
                <a:spcPts val="1725"/>
              </a:spcBef>
              <a:buClr>
                <a:schemeClr val="lt1"/>
              </a:buClr>
              <a:buSzPct val="100000"/>
              <a:buFont typeface="Cabin"/>
              <a:buChar char="•"/>
            </a:pPr>
            <a:r>
              <a:rPr lang="es-419" sz="2550" dirty="0">
                <a:solidFill>
                  <a:schemeClr val="lt1"/>
                </a:solidFill>
                <a:latin typeface="Arial" charset="0"/>
                <a:ea typeface="Arial" charset="0"/>
                <a:cs typeface="Arial" charset="0"/>
                <a:sym typeface="Cabin"/>
              </a:rPr>
              <a:t>El método </a:t>
            </a:r>
            <a:r>
              <a:rPr lang="es-419" sz="2550" dirty="0" err="1">
                <a:solidFill>
                  <a:srgbClr val="FF00FF"/>
                </a:solidFill>
                <a:latin typeface="Arial" charset="0"/>
                <a:ea typeface="Arial" charset="0"/>
                <a:cs typeface="Arial" charset="0"/>
                <a:sym typeface="Cabin"/>
              </a:rPr>
              <a:t>sort</a:t>
            </a:r>
            <a:r>
              <a:rPr lang="es-419" sz="2550" dirty="0">
                <a:solidFill>
                  <a:srgbClr val="FF00FF"/>
                </a:solidFill>
                <a:latin typeface="Arial" charset="0"/>
                <a:ea typeface="Arial" charset="0"/>
                <a:cs typeface="Arial" charset="0"/>
                <a:sym typeface="Cabin"/>
              </a:rPr>
              <a:t> (ordenar)</a:t>
            </a:r>
            <a:r>
              <a:rPr lang="es-419" sz="2550" dirty="0">
                <a:solidFill>
                  <a:schemeClr val="lt1"/>
                </a:solidFill>
                <a:latin typeface="Arial" charset="0"/>
                <a:ea typeface="Arial" charset="0"/>
                <a:cs typeface="Arial" charset="0"/>
                <a:sym typeface="Cabin"/>
              </a:rPr>
              <a:t> (al contrario que en las cadenas) significa “</a:t>
            </a:r>
            <a:r>
              <a:rPr lang="es-419" sz="2550" dirty="0">
                <a:solidFill>
                  <a:srgbClr val="FF00FF"/>
                </a:solidFill>
                <a:latin typeface="Arial" charset="0"/>
                <a:ea typeface="Arial" charset="0"/>
                <a:cs typeface="Arial" charset="0"/>
                <a:sym typeface="Cabin"/>
              </a:rPr>
              <a:t>ordénalo tu mismo</a:t>
            </a:r>
            <a:r>
              <a:rPr lang="es-419" sz="2550" dirty="0">
                <a:solidFill>
                  <a:schemeClr val="lt1"/>
                </a:solidFill>
                <a:latin typeface="Arial" charset="0"/>
                <a:ea typeface="Arial" charset="0"/>
                <a:cs typeface="Arial" charset="0"/>
                <a:sym typeface="Cabin"/>
              </a:rPr>
              <a:t>”</a:t>
            </a:r>
          </a:p>
        </p:txBody>
      </p:sp>
      <p:sp>
        <p:nvSpPr>
          <p:cNvPr id="293" name="Shape 293"/>
          <p:cNvSpPr txBox="1"/>
          <p:nvPr/>
        </p:nvSpPr>
        <p:spPr>
          <a:xfrm>
            <a:off x="5773479" y="2280806"/>
            <a:ext cx="6418521" cy="32737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'Joseph', 'Glenn', 'Sally' ]</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amigos</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.sort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['Glenn', 'Joseph', 'Sally']</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amigos</a:t>
            </a:r>
            <a:r>
              <a:rPr kumimoji="0" lang="es-419" sz="19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1</a:t>
            </a:r>
            <a:r>
              <a:rPr kumimoji="0" lang="es-419" sz="19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srgbClr val="00FFFF"/>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Joseph</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97"/>
        <p:cNvGrpSpPr/>
        <p:nvPr/>
      </p:nvGrpSpPr>
      <p:grpSpPr>
        <a:xfrm>
          <a:off x="0" y="0"/>
          <a:ext cx="0" cy="0"/>
          <a:chOff x="0" y="0"/>
          <a:chExt cx="0" cy="0"/>
        </a:xfrm>
      </p:grpSpPr>
      <p:sp>
        <p:nvSpPr>
          <p:cNvPr id="298" name="Shape 298"/>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chemeClr val="lt1"/>
              </a:buClr>
              <a:buSzPct val="25000"/>
            </a:pPr>
            <a:r>
              <a:rPr lang="en-US" sz="5700" dirty="0" err="1">
                <a:solidFill>
                  <a:srgbClr val="FFD966"/>
                </a:solidFill>
                <a:latin typeface="Arial" charset="0"/>
                <a:ea typeface="Arial" charset="0"/>
                <a:cs typeface="Arial" charset="0"/>
                <a:sym typeface="Cabin"/>
              </a:rPr>
              <a:t>Funciones</a:t>
            </a:r>
            <a:r>
              <a:rPr lang="en-US" sz="5700" dirty="0">
                <a:solidFill>
                  <a:srgbClr val="FFD966"/>
                </a:solidFill>
                <a:latin typeface="Arial" charset="0"/>
                <a:ea typeface="Arial" charset="0"/>
                <a:cs typeface="Arial" charset="0"/>
                <a:sym typeface="Cabin"/>
              </a:rPr>
              <a:t> </a:t>
            </a:r>
            <a:r>
              <a:rPr lang="en-US" sz="5700" dirty="0" err="1">
                <a:solidFill>
                  <a:srgbClr val="FFD966"/>
                </a:solidFill>
                <a:latin typeface="Arial" charset="0"/>
                <a:ea typeface="Arial" charset="0"/>
                <a:cs typeface="Arial" charset="0"/>
                <a:sym typeface="Cabin"/>
              </a:rPr>
              <a:t>Nativas</a:t>
            </a:r>
            <a:r>
              <a:rPr lang="en-US" sz="5700" dirty="0">
                <a:solidFill>
                  <a:srgbClr val="FFD966"/>
                </a:solidFill>
                <a:latin typeface="Arial" charset="0"/>
                <a:ea typeface="Arial" charset="0"/>
                <a:cs typeface="Arial" charset="0"/>
                <a:sym typeface="Cabin"/>
              </a:rPr>
              <a:t> y </a:t>
            </a:r>
            <a:r>
              <a:rPr lang="en-US" sz="5700" dirty="0" err="1">
                <a:solidFill>
                  <a:srgbClr val="FFD966"/>
                </a:solidFill>
                <a:latin typeface="Arial" charset="0"/>
                <a:ea typeface="Arial" charset="0"/>
                <a:cs typeface="Arial" charset="0"/>
                <a:sym typeface="Cabin"/>
              </a:rPr>
              <a:t>Listas</a:t>
            </a:r>
            <a:endParaRPr lang="en-US" sz="5700" dirty="0">
              <a:solidFill>
                <a:srgbClr val="FFD966"/>
              </a:solidFill>
              <a:latin typeface="Arial" charset="0"/>
              <a:ea typeface="Arial" charset="0"/>
              <a:cs typeface="Arial" charset="0"/>
              <a:sym typeface="Cabin"/>
            </a:endParaRPr>
          </a:p>
        </p:txBody>
      </p:sp>
      <p:sp>
        <p:nvSpPr>
          <p:cNvPr id="299" name="Shape 299"/>
          <p:cNvSpPr txBox="1">
            <a:spLocks noGrp="1"/>
          </p:cNvSpPr>
          <p:nvPr>
            <p:ph idx="1"/>
          </p:nvPr>
        </p:nvSpPr>
        <p:spPr>
          <a:xfrm>
            <a:off x="866775" y="1952626"/>
            <a:ext cx="4351735" cy="3705225"/>
          </a:xfrm>
          <a:prstGeom prst="rect">
            <a:avLst/>
          </a:prstGeom>
          <a:noFill/>
          <a:ln>
            <a:noFill/>
          </a:ln>
        </p:spPr>
        <p:txBody>
          <a:bodyPr vert="horz" lIns="28575" tIns="28575" rIns="28575" bIns="28575" rtlCol="0" anchor="ctr" anchorCtr="0">
            <a:noAutofit/>
          </a:bodyPr>
          <a:lstStyle/>
          <a:p>
            <a:pPr marL="352425" indent="-342900">
              <a:spcBef>
                <a:spcPts val="0"/>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Hay un cierto número de </a:t>
            </a:r>
            <a:r>
              <a:rPr lang="es-419" sz="2550" dirty="0">
                <a:solidFill>
                  <a:srgbClr val="FF00FF"/>
                </a:solidFill>
                <a:latin typeface="Arial" charset="0"/>
                <a:ea typeface="Arial" charset="0"/>
                <a:cs typeface="Arial" charset="0"/>
                <a:sym typeface="Cabin"/>
              </a:rPr>
              <a:t>funciones</a:t>
            </a:r>
            <a:r>
              <a:rPr lang="es-419" sz="2550" dirty="0">
                <a:solidFill>
                  <a:schemeClr val="lt1"/>
                </a:solidFill>
                <a:latin typeface="Arial" charset="0"/>
                <a:ea typeface="Arial" charset="0"/>
                <a:cs typeface="Arial" charset="0"/>
                <a:sym typeface="Cabin"/>
              </a:rPr>
              <a:t> nativas en </a:t>
            </a:r>
            <a:r>
              <a:rPr lang="es-419" sz="2550" dirty="0">
                <a:solidFill>
                  <a:srgbClr val="FFFF00"/>
                </a:solidFill>
                <a:latin typeface="Arial" charset="0"/>
                <a:ea typeface="Arial" charset="0"/>
                <a:cs typeface="Arial" charset="0"/>
                <a:sym typeface="Cabin"/>
              </a:rPr>
              <a:t>Python</a:t>
            </a:r>
            <a:r>
              <a:rPr lang="es-419" sz="2550" dirty="0">
                <a:solidFill>
                  <a:schemeClr val="lt1"/>
                </a:solidFill>
                <a:latin typeface="Arial" charset="0"/>
                <a:ea typeface="Arial" charset="0"/>
                <a:cs typeface="Arial" charset="0"/>
                <a:sym typeface="Cabin"/>
              </a:rPr>
              <a:t> que toman </a:t>
            </a:r>
            <a:r>
              <a:rPr lang="es-419" sz="2550" dirty="0">
                <a:solidFill>
                  <a:srgbClr val="00FF00"/>
                </a:solidFill>
                <a:latin typeface="Arial" charset="0"/>
                <a:ea typeface="Arial" charset="0"/>
                <a:cs typeface="Arial" charset="0"/>
                <a:sym typeface="Cabin"/>
              </a:rPr>
              <a:t>listas</a:t>
            </a:r>
            <a:r>
              <a:rPr lang="es-419" sz="2550" dirty="0">
                <a:solidFill>
                  <a:schemeClr val="lt1"/>
                </a:solidFill>
                <a:latin typeface="Arial" charset="0"/>
                <a:ea typeface="Arial" charset="0"/>
                <a:cs typeface="Arial" charset="0"/>
                <a:sym typeface="Cabin"/>
              </a:rPr>
              <a:t> como parámetros</a:t>
            </a:r>
          </a:p>
          <a:p>
            <a:pPr marL="352425" indent="-342900">
              <a:spcBef>
                <a:spcPts val="2625"/>
              </a:spcBef>
              <a:spcAft>
                <a:spcPts val="750"/>
              </a:spcAft>
              <a:buSzPct val="100000"/>
              <a:buFont typeface="Arial"/>
              <a:buChar char="•"/>
            </a:pPr>
            <a:r>
              <a:rPr lang="es-419" sz="2550" dirty="0">
                <a:solidFill>
                  <a:schemeClr val="lt1"/>
                </a:solidFill>
                <a:latin typeface="Arial" charset="0"/>
                <a:ea typeface="Arial" charset="0"/>
                <a:cs typeface="Arial" charset="0"/>
                <a:sym typeface="Cabin"/>
              </a:rPr>
              <a:t>¿Recuerdas los bucles que hicimos? Son mucho más sencillos</a:t>
            </a:r>
          </a:p>
        </p:txBody>
      </p:sp>
      <p:sp>
        <p:nvSpPr>
          <p:cNvPr id="300" name="Shape 300"/>
          <p:cNvSpPr txBox="1"/>
          <p:nvPr/>
        </p:nvSpPr>
        <p:spPr>
          <a:xfrm>
            <a:off x="5947201" y="1841888"/>
            <a:ext cx="5914349" cy="41552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 = [3, 41, 12, 9, 74, 15]</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1200" cap="none" spc="0" normalizeH="0" baseline="0" noProof="0" dirty="0" err="1">
                <a:ln>
                  <a:noFill/>
                </a:ln>
                <a:solidFill>
                  <a:srgbClr val="FF00FF"/>
                </a:solidFill>
                <a:effectLst/>
                <a:uLnTx/>
                <a:uFillTx/>
                <a:latin typeface="Courier"/>
                <a:ea typeface="Courier"/>
                <a:cs typeface="Courier"/>
                <a:sym typeface="Courier New"/>
              </a:rPr>
              <a:t>len</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6</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max</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74</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min</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sum</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154</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00FF"/>
                </a:solidFill>
                <a:effectLst/>
                <a:uLnTx/>
                <a:uFillTx/>
                <a:latin typeface="Courier"/>
                <a:ea typeface="Courier"/>
                <a:cs typeface="Courier"/>
                <a:sym typeface="Courier New"/>
              </a:rPr>
              <a:t>sum</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FF00FF"/>
                </a:solidFill>
                <a:effectLst/>
                <a:uLnTx/>
                <a:uFillTx/>
                <a:latin typeface="Courier"/>
                <a:ea typeface="Courier"/>
                <a:cs typeface="Courier"/>
                <a:sym typeface="Courier New"/>
              </a:rPr>
              <a:t>len</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err="1">
                <a:ln>
                  <a:noFill/>
                </a:ln>
                <a:solidFill>
                  <a:srgbClr val="00FF00"/>
                </a:solidFill>
                <a:effectLst/>
                <a:uLnTx/>
                <a:uFillTx/>
                <a:latin typeface="Courier"/>
                <a:ea typeface="Courier"/>
                <a:cs typeface="Courier"/>
                <a:sym typeface="Courier New"/>
              </a:rPr>
              <a:t>nums</a:t>
            </a: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120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1200" cap="none" spc="0" normalizeH="0" baseline="0" noProof="0" dirty="0">
                <a:ln>
                  <a:noFill/>
                </a:ln>
                <a:solidFill>
                  <a:prstClr val="white"/>
                </a:solidFill>
                <a:effectLst/>
                <a:uLnTx/>
                <a:uFillTx/>
                <a:latin typeface="Courier"/>
                <a:ea typeface="Courier"/>
                <a:cs typeface="Courier"/>
                <a:sym typeface="Courier New"/>
              </a:rPr>
              <a:t>25.6</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04"/>
        <p:cNvGrpSpPr/>
        <p:nvPr/>
      </p:nvGrpSpPr>
      <p:grpSpPr>
        <a:xfrm>
          <a:off x="0" y="0"/>
          <a:ext cx="0" cy="0"/>
          <a:chOff x="0" y="0"/>
          <a:chExt cx="0" cy="0"/>
        </a:xfrm>
      </p:grpSpPr>
      <p:sp>
        <p:nvSpPr>
          <p:cNvPr id="305" name="Shape 305"/>
          <p:cNvSpPr txBox="1"/>
          <p:nvPr/>
        </p:nvSpPr>
        <p:spPr>
          <a:xfrm>
            <a:off x="5485913" y="3600394"/>
            <a:ext cx="6095925" cy="2990906"/>
          </a:xfrm>
          <a:prstGeom prst="rect">
            <a:avLst/>
          </a:prstGeom>
          <a:noFill/>
          <a:ln>
            <a:noFill/>
          </a:ln>
        </p:spPr>
        <p:txBody>
          <a:bodyPr lIns="68569" tIns="34275" rIns="68569" bIns="34275" anchor="t"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numlista</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list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while</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True :</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 input('Ingresa un número: ')</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if</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 'hecho' : break</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valor =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float</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numlista.append</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(valor)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promedio = sum(</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numlista</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len</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numlista</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('Promedio:', promedio)</a:t>
            </a:r>
          </a:p>
        </p:txBody>
      </p:sp>
      <p:sp>
        <p:nvSpPr>
          <p:cNvPr id="306" name="Shape 306"/>
          <p:cNvSpPr txBox="1"/>
          <p:nvPr/>
        </p:nvSpPr>
        <p:spPr>
          <a:xfrm>
            <a:off x="522844" y="773916"/>
            <a:ext cx="6095925" cy="3626634"/>
          </a:xfrm>
          <a:prstGeom prst="rect">
            <a:avLst/>
          </a:prstGeom>
          <a:noFill/>
          <a:ln>
            <a:noFill/>
          </a:ln>
        </p:spPr>
        <p:txBody>
          <a:bodyPr lIns="68569" tIns="34275" rIns="68569" bIns="34275" anchor="t" anchorCtr="0">
            <a:noAutofit/>
          </a:bodyPr>
          <a:lstStyle/>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9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total = 0</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9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contador = 0</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while</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True :</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 input('Ingresa un número: ')</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if</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 'hecho’:</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break</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valor = </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float</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inp</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 total = total + valor     </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9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    contador = contador + 1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95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promedio = total / contador</a:t>
            </a:r>
          </a:p>
          <a:p>
            <a:pPr marL="0" marR="0" lvl="0" indent="0" algn="l" defTabSz="914400" rtl="0" eaLnBrk="1" fontAlgn="auto" latinLnBrk="0" hangingPunct="1">
              <a:lnSpc>
                <a:spcPct val="100000"/>
              </a:lnSpc>
              <a:spcBef>
                <a:spcPts val="0"/>
              </a:spcBef>
              <a:spcAft>
                <a:spcPts val="0"/>
              </a:spcAft>
              <a:buClr>
                <a:srgbClr val="FFFFFF"/>
              </a:buClr>
              <a:buSzPct val="25000"/>
              <a:buFontTx/>
              <a:buNone/>
              <a:tabLst/>
              <a:defRPr/>
            </a:pPr>
            <a:r>
              <a:rPr kumimoji="0" lang="es-419" sz="1950" b="0" i="0" u="none" strike="noStrike" kern="1200" cap="none" spc="0" normalizeH="0" baseline="0" noProof="0" dirty="0" err="1">
                <a:ln>
                  <a:noFill/>
                </a:ln>
                <a:solidFill>
                  <a:srgbClr val="FFFFFF"/>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FF"/>
                </a:solidFill>
                <a:effectLst/>
                <a:uLnTx/>
                <a:uFillTx/>
                <a:latin typeface="Courier New"/>
                <a:ea typeface="Courier New"/>
                <a:cs typeface="Courier New"/>
                <a:sym typeface="Courier New"/>
              </a:rPr>
              <a:t>('Promedio:', promedio)</a:t>
            </a:r>
          </a:p>
        </p:txBody>
      </p:sp>
      <p:sp>
        <p:nvSpPr>
          <p:cNvPr id="307" name="Shape 307"/>
          <p:cNvSpPr txBox="1"/>
          <p:nvPr/>
        </p:nvSpPr>
        <p:spPr>
          <a:xfrm>
            <a:off x="6981544" y="621516"/>
            <a:ext cx="4916289" cy="2146725"/>
          </a:xfrm>
          <a:prstGeom prst="rect">
            <a:avLst/>
          </a:prstGeom>
          <a:noFill/>
          <a:ln>
            <a:noFill/>
          </a:ln>
        </p:spPr>
        <p:txBody>
          <a:bodyPr lIns="68569" tIns="34275" rIns="68569" bIns="34275" anchor="t" anchorCtr="0">
            <a:noAutofit/>
          </a:bodyPr>
          <a:lstStyle/>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70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Ingresa un número: </a:t>
            </a:r>
            <a:r>
              <a:rPr kumimoji="0" lang="es-419" sz="270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3</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70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Ingresa un número: </a:t>
            </a:r>
            <a:r>
              <a:rPr kumimoji="0" lang="es-419" sz="270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9</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70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Ingresa un número: </a:t>
            </a:r>
            <a:r>
              <a:rPr kumimoji="0" lang="es-419" sz="270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5</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70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Ingresa un número: </a:t>
            </a:r>
            <a:r>
              <a:rPr kumimoji="0" lang="es-419" sz="270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hecho</a:t>
            </a:r>
          </a:p>
          <a:p>
            <a:pPr marL="0" marR="0" lvl="0" indent="0" algn="l" defTabSz="914400" rtl="0" eaLnBrk="1" fontAlgn="auto" latinLnBrk="0" hangingPunct="1">
              <a:lnSpc>
                <a:spcPct val="115000"/>
              </a:lnSpc>
              <a:spcBef>
                <a:spcPts val="0"/>
              </a:spcBef>
              <a:spcAft>
                <a:spcPts val="0"/>
              </a:spcAft>
              <a:buClr>
                <a:srgbClr val="FFFF00"/>
              </a:buClr>
              <a:buSzPct val="25000"/>
              <a:buFontTx/>
              <a:buNone/>
              <a:tabLst/>
              <a:defRPr/>
            </a:pPr>
            <a:r>
              <a:rPr kumimoji="0" lang="es-419" sz="270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Promedio: 5.66666666667</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11"/>
        <p:cNvGrpSpPr/>
        <p:nvPr/>
      </p:nvGrpSpPr>
      <p:grpSpPr>
        <a:xfrm>
          <a:off x="0" y="0"/>
          <a:ext cx="0" cy="0"/>
          <a:chOff x="0" y="0"/>
          <a:chExt cx="0" cy="0"/>
        </a:xfrm>
      </p:grpSpPr>
      <p:sp>
        <p:nvSpPr>
          <p:cNvPr id="312" name="Shape 312"/>
          <p:cNvSpPr txBox="1">
            <a:spLocks noGrp="1"/>
          </p:cNvSpPr>
          <p:nvPr>
            <p:ph type="title"/>
          </p:nvPr>
        </p:nvSpPr>
        <p:spPr>
          <a:xfrm>
            <a:off x="0" y="957824"/>
            <a:ext cx="12192000" cy="919629"/>
          </a:xfrm>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s-ES" sz="5700" dirty="0">
                <a:solidFill>
                  <a:srgbClr val="FFD966"/>
                </a:solidFill>
                <a:latin typeface="Arial" charset="0"/>
                <a:ea typeface="Arial" charset="0"/>
                <a:cs typeface="Arial" charset="0"/>
                <a:sym typeface="Cabin"/>
              </a:rPr>
              <a:t>Mejores Amigos: Cadenas y Listas</a:t>
            </a:r>
            <a:endParaRPr lang="en-US" sz="5700" dirty="0">
              <a:solidFill>
                <a:srgbClr val="FFD966"/>
              </a:solidFill>
              <a:latin typeface="Arial" charset="0"/>
              <a:ea typeface="Arial" charset="0"/>
              <a:cs typeface="Arial" charset="0"/>
              <a:sym typeface="Cabin"/>
            </a:endParaRPr>
          </a:p>
        </p:txBody>
      </p:sp>
      <p:sp>
        <p:nvSpPr>
          <p:cNvPr id="313" name="Shape 313"/>
          <p:cNvSpPr txBox="1"/>
          <p:nvPr/>
        </p:nvSpPr>
        <p:spPr>
          <a:xfrm>
            <a:off x="1123950" y="1762126"/>
            <a:ext cx="5061825" cy="332414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abc</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'Con tres palabras'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22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abc</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['Con', 'tres', 'palabras']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0</a:t>
            </a:r>
            <a:r>
              <a:rPr kumimoji="0" lang="es-419" sz="22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FF"/>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Con</a:t>
            </a:r>
          </a:p>
        </p:txBody>
      </p:sp>
      <p:sp>
        <p:nvSpPr>
          <p:cNvPr id="314" name="Shape 314"/>
          <p:cNvSpPr txBox="1"/>
          <p:nvPr/>
        </p:nvSpPr>
        <p:spPr>
          <a:xfrm>
            <a:off x="7048500" y="1719263"/>
            <a:ext cx="4838175" cy="37385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['Con', 'tres', 'palabras']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w</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22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cosas </a:t>
            </a: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22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w</a:t>
            </a:r>
            <a:r>
              <a:rPr kumimoji="0" lang="es-419" sz="22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Con</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tres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palabras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22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
        <p:nvSpPr>
          <p:cNvPr id="315" name="Shape 315"/>
          <p:cNvSpPr txBox="1"/>
          <p:nvPr/>
        </p:nvSpPr>
        <p:spPr>
          <a:xfrm>
            <a:off x="342901" y="5395913"/>
            <a:ext cx="11344274" cy="857250"/>
          </a:xfrm>
          <a:prstGeom prst="rect">
            <a:avLst/>
          </a:prstGeom>
          <a:noFill/>
          <a:ln>
            <a:noFill/>
          </a:ln>
        </p:spPr>
        <p:txBody>
          <a:bodyPr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00FF"/>
              </a:buClr>
              <a:buSzPct val="25000"/>
              <a:buFontTx/>
              <a:buNone/>
              <a:tabLst/>
              <a:defRPr/>
            </a:pPr>
            <a:r>
              <a:rPr kumimoji="0" lang="es-419" sz="2550" b="0" i="0" u="none" strike="noStrike" kern="1200" cap="none" spc="0" normalizeH="0" baseline="0" noProof="0" dirty="0">
                <a:ln>
                  <a:noFill/>
                </a:ln>
                <a:solidFill>
                  <a:srgbClr val="FF00FF"/>
                </a:solidFill>
                <a:effectLst/>
                <a:uLnTx/>
                <a:uFillTx/>
                <a:latin typeface="Arial" charset="0"/>
                <a:ea typeface="Arial" charset="0"/>
                <a:cs typeface="Arial" charset="0"/>
                <a:sym typeface="Cabin"/>
              </a:rPr>
              <a:t>Split</a:t>
            </a:r>
            <a:r>
              <a:rPr kumimoji="0" lang="es-419" sz="25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separa una cadena en partes y produce una lista de cadenas. Podemos verlas como palabras. Podemos </a:t>
            </a:r>
            <a:r>
              <a:rPr kumimoji="0" lang="es-419" sz="255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acceder</a:t>
            </a:r>
            <a:r>
              <a:rPr kumimoji="0" lang="es-419" sz="25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una palabra en particular o </a:t>
            </a:r>
            <a:r>
              <a:rPr kumimoji="0" lang="es-419" sz="2550" b="0" i="0" u="none" strike="noStrike" kern="1200" cap="none" spc="0" normalizeH="0" baseline="0" noProof="0" dirty="0">
                <a:ln>
                  <a:noFill/>
                </a:ln>
                <a:solidFill>
                  <a:srgbClr val="FFFF00"/>
                </a:solidFill>
                <a:effectLst/>
                <a:uLnTx/>
                <a:uFillTx/>
                <a:latin typeface="Arial" charset="0"/>
                <a:ea typeface="Arial" charset="0"/>
                <a:cs typeface="Arial" charset="0"/>
                <a:sym typeface="Cabin"/>
              </a:rPr>
              <a:t>iterar</a:t>
            </a:r>
            <a:r>
              <a:rPr kumimoji="0" lang="es-419" sz="25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a </a:t>
            </a:r>
            <a:r>
              <a:rPr kumimoji="0" lang="es-419" sz="2550" b="0" i="0" u="none" strike="noStrike" kern="1200" cap="none" spc="0" normalizeH="0" baseline="0" noProof="0" dirty="0" err="1">
                <a:ln>
                  <a:noFill/>
                </a:ln>
                <a:solidFill>
                  <a:prstClr val="white"/>
                </a:solidFill>
                <a:effectLst/>
                <a:uLnTx/>
                <a:uFillTx/>
                <a:latin typeface="Arial" charset="0"/>
                <a:ea typeface="Arial" charset="0"/>
                <a:cs typeface="Arial" charset="0"/>
                <a:sym typeface="Cabin"/>
              </a:rPr>
              <a:t>trav</a:t>
            </a:r>
            <a:r>
              <a:rPr kumimoji="0" lang="es-MX" sz="2550" b="0" i="0" u="none" strike="noStrike" kern="1200" cap="none" spc="0" normalizeH="0" baseline="0" noProof="0" dirty="0" err="1">
                <a:ln>
                  <a:noFill/>
                </a:ln>
                <a:solidFill>
                  <a:prstClr val="white"/>
                </a:solidFill>
                <a:effectLst/>
                <a:uLnTx/>
                <a:uFillTx/>
                <a:latin typeface="Arial" charset="0"/>
                <a:ea typeface="Arial" charset="0"/>
                <a:cs typeface="Arial" charset="0"/>
                <a:sym typeface="Cabin"/>
              </a:rPr>
              <a:t>és</a:t>
            </a:r>
            <a:r>
              <a:rPr kumimoji="0" lang="es-MX" sz="25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de todas ellas.</a:t>
            </a:r>
            <a:endParaRPr kumimoji="0" lang="es-419" sz="2550" b="0" i="0" u="none" strike="noStrike" kern="1200" cap="none" spc="0" normalizeH="0" baseline="0" noProof="0" dirty="0">
              <a:ln>
                <a:noFill/>
              </a:ln>
              <a:solidFill>
                <a:prstClr val="white"/>
              </a:solidFill>
              <a:effectLst/>
              <a:uLnTx/>
              <a:uFillTx/>
              <a:latin typeface="Arial" charset="0"/>
              <a:ea typeface="Arial" charset="0"/>
              <a:cs typeface="Arial" charset="0"/>
              <a:sym typeface="Cabi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19"/>
        <p:cNvGrpSpPr/>
        <p:nvPr/>
      </p:nvGrpSpPr>
      <p:grpSpPr>
        <a:xfrm>
          <a:off x="0" y="0"/>
          <a:ext cx="0" cy="0"/>
          <a:chOff x="0" y="0"/>
          <a:chExt cx="0" cy="0"/>
        </a:xfrm>
      </p:grpSpPr>
      <p:sp>
        <p:nvSpPr>
          <p:cNvPr id="320" name="Shape 320"/>
          <p:cNvSpPr txBox="1"/>
          <p:nvPr/>
        </p:nvSpPr>
        <p:spPr>
          <a:xfrm>
            <a:off x="723899" y="814388"/>
            <a:ext cx="7023498" cy="52672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'Muchos         espacios'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etc</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etc</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['Muchos', 'Espacios']</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primero</a:t>
            </a:r>
            <a:r>
              <a:rPr kumimoji="0" lang="es-419" sz="1950" b="0" i="0" u="none" strike="noStrike" kern="1200" cap="none" spc="0" normalizeH="0" baseline="0" noProof="0" dirty="0" err="1">
                <a:ln>
                  <a:noFill/>
                </a:ln>
                <a:solidFill>
                  <a:srgbClr val="00FFFF"/>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segundo</a:t>
            </a:r>
            <a:r>
              <a:rPr kumimoji="0" lang="es-419" sz="1950" b="0" i="0" u="none" strike="noStrike" kern="1200" cap="none" spc="0" normalizeH="0" baseline="0" noProof="0" dirty="0" err="1">
                <a:ln>
                  <a:noFill/>
                </a:ln>
                <a:solidFill>
                  <a:srgbClr val="00FFFF"/>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tercero</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primero;segundo;tercero</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1</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['primero', 'segundo', 'tercero']</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95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95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len</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cosa</a:t>
            </a: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95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3</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
        <p:nvSpPr>
          <p:cNvPr id="321" name="Shape 321"/>
          <p:cNvSpPr txBox="1"/>
          <p:nvPr/>
        </p:nvSpPr>
        <p:spPr>
          <a:xfrm>
            <a:off x="6919984" y="1523389"/>
            <a:ext cx="4867733" cy="3507547"/>
          </a:xfrm>
          <a:prstGeom prst="rect">
            <a:avLst/>
          </a:prstGeom>
          <a:noFill/>
          <a:ln>
            <a:noFill/>
          </a:ln>
        </p:spPr>
        <p:txBody>
          <a:bodyPr lIns="0" tIns="0" rIns="0" bIns="0" anchor="ctr" anchorCtr="0">
            <a:noAutofit/>
          </a:bodyPr>
          <a:lstStyle/>
          <a:p>
            <a:pPr marL="342900" marR="0" lvl="0" indent="-314325" algn="l" defTabSz="914400" rtl="0" eaLnBrk="1" fontAlgn="auto" latinLnBrk="0" hangingPunct="1">
              <a:lnSpc>
                <a:spcPct val="150000"/>
              </a:lnSpc>
              <a:spcBef>
                <a:spcPts val="0"/>
              </a:spcBef>
              <a:spcAft>
                <a:spcPts val="0"/>
              </a:spcAft>
              <a:buClr>
                <a:prstClr val="white"/>
              </a:buClr>
              <a:buSzPct val="100000"/>
              <a:buFont typeface="Cabin"/>
              <a:buChar char="●"/>
              <a:tabLst/>
              <a:defRPr/>
            </a:pPr>
            <a:r>
              <a:rPr kumimoji="0" lang="es-419"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Cuando no especificas un </a:t>
            </a:r>
            <a:r>
              <a:rPr kumimoji="0" lang="es-419" sz="225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delimitador</a:t>
            </a:r>
            <a:r>
              <a:rPr kumimoji="0" lang="es-419"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m</a:t>
            </a:r>
            <a:r>
              <a:rPr kumimoji="0" lang="es-MX" sz="2250" b="0" i="0" u="none" strike="noStrike" kern="1200" cap="none" spc="0" normalizeH="0" baseline="0" noProof="0" dirty="0" err="1">
                <a:ln>
                  <a:noFill/>
                </a:ln>
                <a:solidFill>
                  <a:prstClr val="white"/>
                </a:solidFill>
                <a:effectLst/>
                <a:uLnTx/>
                <a:uFillTx/>
                <a:latin typeface="Arial" charset="0"/>
                <a:ea typeface="Arial" charset="0"/>
                <a:cs typeface="Arial" charset="0"/>
                <a:sym typeface="Cabin"/>
              </a:rPr>
              <a:t>últiples</a:t>
            </a:r>
            <a:r>
              <a:rPr kumimoji="0" lang="es-MX"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espacios son tratados como un solo delimitador</a:t>
            </a:r>
            <a:endParaRPr kumimoji="0" lang="es-419"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endParaRPr>
          </a:p>
          <a:p>
            <a:pPr marL="342900" marR="0" lvl="0" indent="-314325" algn="l" defTabSz="914400" rtl="0" eaLnBrk="1" fontAlgn="auto" latinLnBrk="0" hangingPunct="1">
              <a:lnSpc>
                <a:spcPct val="150000"/>
              </a:lnSpc>
              <a:spcBef>
                <a:spcPts val="0"/>
              </a:spcBef>
              <a:spcAft>
                <a:spcPts val="0"/>
              </a:spcAft>
              <a:buClr>
                <a:prstClr val="white"/>
              </a:buClr>
              <a:buSzPct val="100000"/>
              <a:buFont typeface="Cabin"/>
              <a:buChar char="●"/>
              <a:tabLst/>
              <a:defRPr/>
            </a:pPr>
            <a:r>
              <a:rPr kumimoji="0" lang="es-419"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Puedes especificar qué carácter </a:t>
            </a:r>
            <a:r>
              <a:rPr kumimoji="0" lang="es-419" sz="2250" b="0" i="0" u="none" strike="noStrike" kern="1200" cap="none" spc="0" normalizeH="0" baseline="0" noProof="0" dirty="0">
                <a:ln>
                  <a:noFill/>
                </a:ln>
                <a:solidFill>
                  <a:srgbClr val="00FFFF"/>
                </a:solidFill>
                <a:effectLst/>
                <a:uLnTx/>
                <a:uFillTx/>
                <a:latin typeface="Arial" charset="0"/>
                <a:ea typeface="Arial" charset="0"/>
                <a:cs typeface="Arial" charset="0"/>
                <a:sym typeface="Cabin"/>
              </a:rPr>
              <a:t>delimitador</a:t>
            </a:r>
            <a:r>
              <a:rPr kumimoji="0" lang="es-419" sz="2250" b="0" i="0" u="none" strike="noStrike" kern="1200" cap="none" spc="0" normalizeH="0" baseline="0" noProof="0" dirty="0">
                <a:ln>
                  <a:noFill/>
                </a:ln>
                <a:solidFill>
                  <a:prstClr val="white"/>
                </a:solidFill>
                <a:effectLst/>
                <a:uLnTx/>
                <a:uFillTx/>
                <a:latin typeface="Arial" charset="0"/>
                <a:ea typeface="Arial" charset="0"/>
                <a:cs typeface="Arial" charset="0"/>
                <a:sym typeface="Cabin"/>
              </a:rPr>
              <a:t> utilizar al dividir llamando a la función </a:t>
            </a:r>
            <a:r>
              <a:rPr kumimoji="0" lang="es-419" sz="2250" b="0" i="0" u="none" strike="noStrike" kern="1200" cap="none" spc="0" normalizeH="0" baseline="0" noProof="0" dirty="0" err="1">
                <a:ln>
                  <a:noFill/>
                </a:ln>
                <a:solidFill>
                  <a:srgbClr val="FF00FF"/>
                </a:solidFill>
                <a:effectLst/>
                <a:uLnTx/>
                <a:uFillTx/>
                <a:latin typeface="Arial" charset="0"/>
                <a:ea typeface="Arial" charset="0"/>
                <a:cs typeface="Arial" charset="0"/>
                <a:sym typeface="Cabin"/>
              </a:rPr>
              <a:t>split</a:t>
            </a:r>
            <a:endParaRPr kumimoji="0" lang="es-419" sz="2250" b="0" i="0" u="none" strike="noStrike" kern="1200" cap="none" spc="0" normalizeH="0" baseline="0" noProof="0" dirty="0">
              <a:ln>
                <a:noFill/>
              </a:ln>
              <a:solidFill>
                <a:srgbClr val="FF00FF"/>
              </a:solidFill>
              <a:effectLst/>
              <a:uLnTx/>
              <a:uFillTx/>
              <a:latin typeface="Arial" charset="0"/>
              <a:ea typeface="Arial" charset="0"/>
              <a:cs typeface="Arial" charset="0"/>
              <a:sym typeface="Cabi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25"/>
        <p:cNvGrpSpPr/>
        <p:nvPr/>
      </p:nvGrpSpPr>
      <p:grpSpPr>
        <a:xfrm>
          <a:off x="0" y="0"/>
          <a:ext cx="0" cy="0"/>
          <a:chOff x="0" y="0"/>
          <a:chExt cx="0" cy="0"/>
        </a:xfrm>
      </p:grpSpPr>
      <p:sp>
        <p:nvSpPr>
          <p:cNvPr id="326" name="Shape 326"/>
          <p:cNvSpPr txBox="1"/>
          <p:nvPr/>
        </p:nvSpPr>
        <p:spPr>
          <a:xfrm>
            <a:off x="1894557" y="1544231"/>
            <a:ext cx="6666974" cy="2493225"/>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man_a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open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('mbox-short.txt')</a:t>
            </a:r>
          </a:p>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man_a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.rstrip</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if</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not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.startswith</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From</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continue</a:t>
            </a:r>
            <a:endPar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palabras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palabras</a:t>
            </a:r>
            <a:r>
              <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rPr>
              <a:t>[2]</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endParaRPr kumimoji="0" lang="es-419" sz="1800" b="0" i="0" u="none" strike="noStrike" kern="1200" cap="none" spc="0" normalizeH="0" baseline="0" noProof="0" dirty="0">
              <a:ln>
                <a:noFill/>
              </a:ln>
              <a:solidFill>
                <a:srgbClr val="00FFFF"/>
              </a:solidFill>
              <a:effectLst/>
              <a:uLnTx/>
              <a:uFillTx/>
              <a:latin typeface="Courier New"/>
              <a:ea typeface="Courier New"/>
              <a:cs typeface="Courier New"/>
              <a:sym typeface="Courier New"/>
            </a:endParaRPr>
          </a:p>
        </p:txBody>
      </p:sp>
      <p:sp>
        <p:nvSpPr>
          <p:cNvPr id="327" name="Shape 327"/>
          <p:cNvSpPr txBox="1"/>
          <p:nvPr/>
        </p:nvSpPr>
        <p:spPr>
          <a:xfrm>
            <a:off x="10153650" y="1747838"/>
            <a:ext cx="612000" cy="207652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15000"/>
              </a:lnSpc>
              <a:spcBef>
                <a:spcPts val="0"/>
              </a:spcBef>
              <a:spcAft>
                <a:spcPts val="0"/>
              </a:spcAft>
              <a:buClr>
                <a:srgbClr val="FF00FF"/>
              </a:buClr>
              <a:buSzPct val="25000"/>
              <a:buFontTx/>
              <a:buNone/>
              <a:tabLst/>
              <a:defRPr/>
            </a:pPr>
            <a:r>
              <a:rPr kumimoji="0" lang="en-US" sz="2250" b="0" i="0" u="none" strike="noStrike" kern="1200" cap="none" spc="0" normalizeH="0" baseline="0" noProof="0">
                <a:ln>
                  <a:noFill/>
                </a:ln>
                <a:solidFill>
                  <a:srgbClr val="FF00FF"/>
                </a:solidFill>
                <a:effectLst/>
                <a:uLnTx/>
                <a:uFillTx/>
                <a:latin typeface="Arial" charset="0"/>
                <a:ea typeface="Arial" charset="0"/>
                <a:cs typeface="Arial" charset="0"/>
                <a:sym typeface="Cabin"/>
              </a:rPr>
              <a:t>Sat</a:t>
            </a:r>
          </a:p>
          <a:p>
            <a:pPr marL="0" marR="0" lvl="0" indent="0" algn="l" defTabSz="914400" rtl="0" eaLnBrk="1" fontAlgn="auto" latinLnBrk="0" hangingPunct="1">
              <a:lnSpc>
                <a:spcPct val="115000"/>
              </a:lnSpc>
              <a:spcBef>
                <a:spcPts val="0"/>
              </a:spcBef>
              <a:spcAft>
                <a:spcPts val="0"/>
              </a:spcAft>
              <a:buClr>
                <a:srgbClr val="FF00FF"/>
              </a:buClr>
              <a:buSzPct val="25000"/>
              <a:buFontTx/>
              <a:buNone/>
              <a:tabLst/>
              <a:defRPr/>
            </a:pPr>
            <a:r>
              <a:rPr kumimoji="0" lang="en-US" sz="2250" b="0" i="0" u="none" strike="noStrike" kern="1200" cap="none" spc="0" normalizeH="0" baseline="0" noProof="0">
                <a:ln>
                  <a:noFill/>
                </a:ln>
                <a:solidFill>
                  <a:srgbClr val="FF00FF"/>
                </a:solidFill>
                <a:effectLst/>
                <a:uLnTx/>
                <a:uFillTx/>
                <a:latin typeface="Arial" charset="0"/>
                <a:ea typeface="Arial" charset="0"/>
                <a:cs typeface="Arial" charset="0"/>
                <a:sym typeface="Cabin"/>
              </a:rPr>
              <a:t>Fri</a:t>
            </a:r>
          </a:p>
          <a:p>
            <a:pPr marL="0" marR="0" lvl="0" indent="0" algn="l" defTabSz="914400" rtl="0" eaLnBrk="1" fontAlgn="auto" latinLnBrk="0" hangingPunct="1">
              <a:lnSpc>
                <a:spcPct val="115000"/>
              </a:lnSpc>
              <a:spcBef>
                <a:spcPts val="0"/>
              </a:spcBef>
              <a:spcAft>
                <a:spcPts val="0"/>
              </a:spcAft>
              <a:buClr>
                <a:srgbClr val="FF00FF"/>
              </a:buClr>
              <a:buSzPct val="25000"/>
              <a:buFontTx/>
              <a:buNone/>
              <a:tabLst/>
              <a:defRPr/>
            </a:pPr>
            <a:r>
              <a:rPr kumimoji="0" lang="en-US" sz="2250" b="0" i="0" u="none" strike="noStrike" kern="1200" cap="none" spc="0" normalizeH="0" baseline="0" noProof="0">
                <a:ln>
                  <a:noFill/>
                </a:ln>
                <a:solidFill>
                  <a:srgbClr val="FF00FF"/>
                </a:solidFill>
                <a:effectLst/>
                <a:uLnTx/>
                <a:uFillTx/>
                <a:latin typeface="Arial" charset="0"/>
                <a:ea typeface="Arial" charset="0"/>
                <a:cs typeface="Arial" charset="0"/>
                <a:sym typeface="Cabin"/>
              </a:rPr>
              <a:t>Fri</a:t>
            </a:r>
          </a:p>
          <a:p>
            <a:pPr marL="0" marR="0" lvl="0" indent="0" algn="l" defTabSz="914400" rtl="0" eaLnBrk="1" fontAlgn="auto" latinLnBrk="0" hangingPunct="1">
              <a:lnSpc>
                <a:spcPct val="115000"/>
              </a:lnSpc>
              <a:spcBef>
                <a:spcPts val="0"/>
              </a:spcBef>
              <a:spcAft>
                <a:spcPts val="0"/>
              </a:spcAft>
              <a:buClr>
                <a:srgbClr val="FF00FF"/>
              </a:buClr>
              <a:buSzPct val="25000"/>
              <a:buFontTx/>
              <a:buNone/>
              <a:tabLst/>
              <a:defRPr/>
            </a:pPr>
            <a:r>
              <a:rPr kumimoji="0" lang="en-US" sz="2250" b="0" i="0" u="none" strike="noStrike" kern="1200" cap="none" spc="0" normalizeH="0" baseline="0" noProof="0">
                <a:ln>
                  <a:noFill/>
                </a:ln>
                <a:solidFill>
                  <a:srgbClr val="FF00FF"/>
                </a:solidFill>
                <a:effectLst/>
                <a:uLnTx/>
                <a:uFillTx/>
                <a:latin typeface="Arial" charset="0"/>
                <a:ea typeface="Arial" charset="0"/>
                <a:cs typeface="Arial" charset="0"/>
                <a:sym typeface="Cabin"/>
              </a:rPr>
              <a:t>Fri</a:t>
            </a:r>
          </a:p>
          <a:p>
            <a:pPr marL="0" marR="0" lvl="0" indent="0" algn="l" defTabSz="914400" rtl="0" eaLnBrk="1" fontAlgn="auto" latinLnBrk="0" hangingPunct="1">
              <a:lnSpc>
                <a:spcPct val="115000"/>
              </a:lnSpc>
              <a:spcBef>
                <a:spcPts val="0"/>
              </a:spcBef>
              <a:spcAft>
                <a:spcPts val="0"/>
              </a:spcAft>
              <a:buClr>
                <a:srgbClr val="FF00FF"/>
              </a:buClr>
              <a:buSzPct val="25000"/>
              <a:buFontTx/>
              <a:buNone/>
              <a:tabLst/>
              <a:defRPr/>
            </a:pPr>
            <a:r>
              <a:rPr kumimoji="0" lang="en-US" sz="2250" b="0" i="0" u="none" strike="noStrike" kern="1200" cap="none" spc="0" normalizeH="0" baseline="0" noProof="0">
                <a:ln>
                  <a:noFill/>
                </a:ln>
                <a:solidFill>
                  <a:srgbClr val="FF00FF"/>
                </a:solidFill>
                <a:effectLst/>
                <a:uLnTx/>
                <a:uFillTx/>
                <a:latin typeface="Arial" charset="0"/>
                <a:ea typeface="Arial" charset="0"/>
                <a:cs typeface="Arial" charset="0"/>
                <a:sym typeface="Cabin"/>
              </a:rPr>
              <a:t>    ...</a:t>
            </a:r>
          </a:p>
        </p:txBody>
      </p:sp>
      <p:sp>
        <p:nvSpPr>
          <p:cNvPr id="328" name="Shape 328"/>
          <p:cNvSpPr txBox="1"/>
          <p:nvPr/>
        </p:nvSpPr>
        <p:spPr>
          <a:xfrm>
            <a:off x="481988" y="709332"/>
            <a:ext cx="9802574"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n-US" sz="2700" b="0" i="0" u="none" strike="noStrike" kern="1200" cap="none" spc="0" normalizeH="0" baseline="0" noProof="0">
                <a:ln>
                  <a:noFill/>
                </a:ln>
                <a:solidFill>
                  <a:prstClr val="white"/>
                </a:solidFill>
                <a:effectLst/>
                <a:uLnTx/>
                <a:uFillTx/>
                <a:latin typeface="Arial"/>
                <a:ea typeface="Arial"/>
                <a:cs typeface="Arial"/>
                <a:sym typeface="Arial"/>
              </a:rPr>
              <a:t>From stephen.marquard@uct.ac.za </a:t>
            </a:r>
            <a:r>
              <a:rPr kumimoji="0" lang="en-US" sz="2700" b="0" i="0" u="none" strike="noStrike" kern="1200" cap="none" spc="0" normalizeH="0" baseline="0" noProof="0">
                <a:ln>
                  <a:noFill/>
                </a:ln>
                <a:solidFill>
                  <a:srgbClr val="FF00FF"/>
                </a:solidFill>
                <a:effectLst/>
                <a:uLnTx/>
                <a:uFillTx/>
                <a:latin typeface="Arial"/>
                <a:ea typeface="Arial"/>
                <a:cs typeface="Arial"/>
                <a:sym typeface="Arial"/>
              </a:rPr>
              <a:t>Sat</a:t>
            </a:r>
            <a:r>
              <a:rPr kumimoji="0" lang="en-US" sz="2700" b="0" i="0" u="none" strike="noStrike" kern="1200" cap="none" spc="0" normalizeH="0" baseline="0" noProof="0">
                <a:ln>
                  <a:noFill/>
                </a:ln>
                <a:solidFill>
                  <a:prstClr val="white"/>
                </a:solidFill>
                <a:effectLst/>
                <a:uLnTx/>
                <a:uFillTx/>
                <a:latin typeface="Arial"/>
                <a:ea typeface="Arial"/>
                <a:cs typeface="Arial"/>
                <a:sym typeface="Arial"/>
              </a:rPr>
              <a:t> Jan  5 09:14:16 2008</a:t>
            </a:r>
          </a:p>
        </p:txBody>
      </p:sp>
      <p:sp>
        <p:nvSpPr>
          <p:cNvPr id="329" name="Shape 329"/>
          <p:cNvSpPr txBox="1"/>
          <p:nvPr/>
        </p:nvSpPr>
        <p:spPr>
          <a:xfrm>
            <a:off x="909282" y="4500563"/>
            <a:ext cx="10712474" cy="2076525"/>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From</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stephen.marquard@uct.ac.za </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Jan  5 09:14:16 2008’</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palabras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srgbClr val="00F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00" b="0" i="0" u="none" strike="noStrike" kern="120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palabras</a:t>
            </a: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From</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'stephen.marquard@uct.ac.za', '</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Sat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'Jan', '5', '09:14:16', '2008']</a:t>
            </a:r>
          </a:p>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&gt;&gt;&gt;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33"/>
        <p:cNvGrpSpPr/>
        <p:nvPr/>
      </p:nvGrpSpPr>
      <p:grpSpPr>
        <a:xfrm>
          <a:off x="0" y="0"/>
          <a:ext cx="0" cy="0"/>
          <a:chOff x="0" y="0"/>
          <a:chExt cx="0" cy="0"/>
        </a:xfrm>
      </p:grpSpPr>
      <p:sp>
        <p:nvSpPr>
          <p:cNvPr id="334" name="Shape 334"/>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n-US" sz="5700" dirty="0">
                <a:solidFill>
                  <a:srgbClr val="FFD966"/>
                </a:solidFill>
                <a:latin typeface="Arial" charset="0"/>
                <a:ea typeface="Arial" charset="0"/>
                <a:cs typeface="Arial" charset="0"/>
                <a:sym typeface="Cabin"/>
              </a:rPr>
              <a:t>El </a:t>
            </a:r>
            <a:r>
              <a:rPr lang="en-US" sz="5700" dirty="0" err="1">
                <a:solidFill>
                  <a:srgbClr val="FFD966"/>
                </a:solidFill>
                <a:latin typeface="Arial" charset="0"/>
                <a:ea typeface="Arial" charset="0"/>
                <a:cs typeface="Arial" charset="0"/>
                <a:sym typeface="Cabin"/>
              </a:rPr>
              <a:t>Patrón</a:t>
            </a:r>
            <a:r>
              <a:rPr lang="en-US" sz="5700" dirty="0">
                <a:solidFill>
                  <a:srgbClr val="FFD966"/>
                </a:solidFill>
                <a:latin typeface="Arial" charset="0"/>
                <a:ea typeface="Arial" charset="0"/>
                <a:cs typeface="Arial" charset="0"/>
                <a:sym typeface="Cabin"/>
              </a:rPr>
              <a:t> Doble División</a:t>
            </a:r>
          </a:p>
        </p:txBody>
      </p:sp>
      <p:sp>
        <p:nvSpPr>
          <p:cNvPr id="335" name="Shape 335"/>
          <p:cNvSpPr txBox="1">
            <a:spLocks noGrp="1"/>
          </p:cNvSpPr>
          <p:nvPr>
            <p:ph idx="1"/>
          </p:nvPr>
        </p:nvSpPr>
        <p:spPr>
          <a:xfrm>
            <a:off x="866775" y="1952626"/>
            <a:ext cx="10448925" cy="972741"/>
          </a:xfrm>
          <a:prstGeom prst="rect">
            <a:avLst/>
          </a:prstGeom>
          <a:noFill/>
          <a:ln>
            <a:noFill/>
          </a:ln>
        </p:spPr>
        <p:txBody>
          <a:bodyPr vert="horz" lIns="28575" tIns="28575" rIns="28575" bIns="28575" rtlCol="0" anchor="ctr" anchorCtr="0">
            <a:noAutofit/>
          </a:bodyPr>
          <a:lstStyle/>
          <a:p>
            <a:pPr>
              <a:spcBef>
                <a:spcPts val="0"/>
              </a:spcBef>
              <a:buSzPct val="100000"/>
            </a:pPr>
            <a:r>
              <a:rPr lang="es-419" sz="2700" dirty="0">
                <a:solidFill>
                  <a:schemeClr val="lt1"/>
                </a:solidFill>
                <a:latin typeface="Arial" charset="0"/>
                <a:ea typeface="Arial" charset="0"/>
                <a:cs typeface="Arial" charset="0"/>
                <a:sym typeface="Cabin"/>
              </a:rPr>
              <a:t>A veces dividimos una línea de una forma, y luego tomamos una de las partes de la línea y dividimos esa parte de nuevo</a:t>
            </a:r>
          </a:p>
        </p:txBody>
      </p:sp>
      <p:sp>
        <p:nvSpPr>
          <p:cNvPr id="337" name="Shape 337"/>
          <p:cNvSpPr txBox="1"/>
          <p:nvPr/>
        </p:nvSpPr>
        <p:spPr>
          <a:xfrm>
            <a:off x="866776" y="3394894"/>
            <a:ext cx="10007099"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From</a:t>
            </a:r>
            <a:r>
              <a:rPr kumimoji="0" lang="en-US" sz="2250" b="1" i="0" u="none" strike="noStrike" kern="1200" cap="none" spc="0" normalizeH="0" baseline="0" noProof="0" dirty="0">
                <a:ln>
                  <a:noFill/>
                </a:ln>
                <a:solidFill>
                  <a:srgbClr val="FF7F00"/>
                </a:solidFill>
                <a:effectLst/>
                <a:uLnTx/>
                <a:uFillTx/>
                <a:latin typeface="Courier"/>
                <a:ea typeface="Courier"/>
                <a:cs typeface="Courier"/>
                <a:sym typeface="Courier New"/>
              </a:rPr>
              <a:t> </a:t>
            </a:r>
            <a:r>
              <a:rPr kumimoji="0" lang="en-US" sz="2250" b="1" i="0" u="none" strike="noStrike" kern="1200" cap="none" spc="0" normalizeH="0" baseline="0" noProof="0" dirty="0" err="1">
                <a:ln>
                  <a:noFill/>
                </a:ln>
                <a:solidFill>
                  <a:srgbClr val="FF7F00"/>
                </a:solidFill>
                <a:effectLst/>
                <a:uLnTx/>
                <a:uFillTx/>
                <a:latin typeface="Courier"/>
                <a:ea typeface="Courier"/>
                <a:cs typeface="Courier"/>
                <a:sym typeface="Courier New"/>
              </a:rPr>
              <a:t>stephen.marquard@</a:t>
            </a:r>
            <a:r>
              <a:rPr kumimoji="0" lang="en-US" sz="2250" b="1"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2250" b="1" i="0" u="none" strike="noStrike" kern="1200" cap="none" spc="0" normalizeH="0" baseline="0" noProof="0" dirty="0">
                <a:ln>
                  <a:noFill/>
                </a:ln>
                <a:solidFill>
                  <a:srgbClr val="FF7F00"/>
                </a:solidFill>
                <a:effectLst/>
                <a:uLnTx/>
                <a:uFillTx/>
                <a:latin typeface="Courier"/>
                <a:ea typeface="Courier"/>
                <a:cs typeface="Courier"/>
                <a:sym typeface="Courier New"/>
              </a:rPr>
              <a:t> </a:t>
            </a: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Sat Jan  5 09:14:16 2008</a:t>
            </a:r>
          </a:p>
        </p:txBody>
      </p:sp>
      <p:sp>
        <p:nvSpPr>
          <p:cNvPr id="338" name="Shape 338"/>
          <p:cNvSpPr txBox="1"/>
          <p:nvPr/>
        </p:nvSpPr>
        <p:spPr>
          <a:xfrm>
            <a:off x="866776" y="3966900"/>
            <a:ext cx="3877199" cy="14170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palabras = </a:t>
            </a:r>
            <a:r>
              <a:rPr kumimoji="0" lang="es-419" sz="180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email</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palabras[1] </a:t>
            </a:r>
            <a:r>
              <a:rPr kumimoji="0" lang="es-419" sz="2250" b="0" i="0" u="none" strike="noStrike" kern="1200" cap="none" spc="0" normalizeH="0" baseline="0" noProof="0" dirty="0" err="1">
                <a:ln>
                  <a:noFill/>
                </a:ln>
                <a:solidFill>
                  <a:prstClr val="black"/>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prstClr val="black"/>
                </a:solidFill>
                <a:effectLst/>
                <a:uLnTx/>
                <a:uFillTx/>
                <a:latin typeface="Courier New"/>
                <a:ea typeface="Courier New"/>
                <a:cs typeface="Courier New"/>
                <a:sym typeface="Courier New"/>
              </a:rPr>
              <a:t>(piezas</a:t>
            </a:r>
            <a:r>
              <a:rPr kumimoji="0" lang="en-US" sz="2250" b="0" i="0" u="none" strike="noStrike" kern="1200" cap="none" spc="0" normalizeH="0" baseline="0" noProof="0" dirty="0">
                <a:ln>
                  <a:noFill/>
                </a:ln>
                <a:solidFill>
                  <a:prstClr val="black"/>
                </a:solidFill>
                <a:effectLst/>
                <a:uLnTx/>
                <a:uFillTx/>
                <a:latin typeface="Courier New"/>
                <a:ea typeface="Courier New"/>
                <a:cs typeface="Courier New"/>
                <a:sym typeface="Courier New"/>
              </a:rPr>
              <a:t>[1])</a:t>
            </a:r>
            <a:endParaRPr kumimoji="0" lang="es-419" sz="2250" b="0" i="0" u="none" strike="noStrike" kern="1200" cap="none" spc="0" normalizeH="0" baseline="0" noProof="0" dirty="0">
              <a:ln>
                <a:noFill/>
              </a:ln>
              <a:solidFill>
                <a:prstClr val="black"/>
              </a:solidFill>
              <a:effectLst/>
              <a:uLnTx/>
              <a:uFillTx/>
              <a:latin typeface="Courier New"/>
              <a:ea typeface="Courier New"/>
              <a:cs typeface="Courier New"/>
              <a:sym typeface="Courier New"/>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42"/>
        <p:cNvGrpSpPr/>
        <p:nvPr/>
      </p:nvGrpSpPr>
      <p:grpSpPr>
        <a:xfrm>
          <a:off x="0" y="0"/>
          <a:ext cx="0" cy="0"/>
          <a:chOff x="0" y="0"/>
          <a:chExt cx="0" cy="0"/>
        </a:xfrm>
      </p:grpSpPr>
      <p:sp>
        <p:nvSpPr>
          <p:cNvPr id="343" name="Shape 343"/>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n-US" sz="5700" dirty="0">
                <a:solidFill>
                  <a:srgbClr val="FFD966"/>
                </a:solidFill>
                <a:latin typeface="Arial" charset="0"/>
                <a:ea typeface="Arial" charset="0"/>
                <a:cs typeface="Arial" charset="0"/>
                <a:sym typeface="Cabin"/>
              </a:rPr>
              <a:t>El </a:t>
            </a:r>
            <a:r>
              <a:rPr lang="en-US" sz="5700" dirty="0" err="1">
                <a:solidFill>
                  <a:srgbClr val="FFD966"/>
                </a:solidFill>
                <a:latin typeface="Arial" charset="0"/>
                <a:ea typeface="Arial" charset="0"/>
                <a:cs typeface="Arial" charset="0"/>
                <a:sym typeface="Cabin"/>
              </a:rPr>
              <a:t>Patrón</a:t>
            </a:r>
            <a:r>
              <a:rPr lang="en-US" sz="5700" dirty="0">
                <a:solidFill>
                  <a:srgbClr val="FFD966"/>
                </a:solidFill>
                <a:latin typeface="Arial" charset="0"/>
                <a:ea typeface="Arial" charset="0"/>
                <a:cs typeface="Arial" charset="0"/>
                <a:sym typeface="Cabin"/>
              </a:rPr>
              <a:t> Doble División</a:t>
            </a:r>
          </a:p>
        </p:txBody>
      </p:sp>
      <p:sp>
        <p:nvSpPr>
          <p:cNvPr id="345" name="Shape 345"/>
          <p:cNvSpPr txBox="1"/>
          <p:nvPr/>
        </p:nvSpPr>
        <p:spPr>
          <a:xfrm>
            <a:off x="5502319" y="4376794"/>
            <a:ext cx="4930424"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n-US" sz="1800" b="0" i="0" u="none" strike="noStrike" kern="1200" cap="none" spc="0" normalizeH="0" baseline="0" noProof="0" dirty="0">
                <a:ln>
                  <a:noFill/>
                </a:ln>
                <a:solidFill>
                  <a:srgbClr val="FF00FF"/>
                </a:solidFill>
                <a:effectLst/>
                <a:uLnTx/>
                <a:uFillTx/>
                <a:latin typeface="Courier"/>
                <a:ea typeface="Courier"/>
                <a:cs typeface="Courier"/>
                <a:sym typeface="Courier New"/>
              </a:rPr>
              <a:t> </a:t>
            </a:r>
            <a:r>
              <a:rPr kumimoji="0" lang="en-US" sz="1800" b="0" i="0" u="none" strike="noStrike" kern="1200" cap="none" spc="0" normalizeH="0" baseline="0" noProof="0" dirty="0" err="1">
                <a:ln>
                  <a:noFill/>
                </a:ln>
                <a:solidFill>
                  <a:srgbClr val="FF00FF"/>
                </a:solidFill>
                <a:effectLst/>
                <a:uLnTx/>
                <a:uFillTx/>
                <a:latin typeface="Courier"/>
                <a:ea typeface="Courier"/>
                <a:cs typeface="Courier"/>
                <a:sym typeface="Courier New"/>
              </a:rPr>
              <a:t>stephen.marquard@uct.ac.za</a:t>
            </a:r>
            <a:endParaRPr kumimoji="0" lang="en-US" sz="1800" b="0" i="0" u="none" strike="noStrike" kern="1200" cap="none" spc="0" normalizeH="0" baseline="0" noProof="0" dirty="0">
              <a:ln>
                <a:noFill/>
              </a:ln>
              <a:solidFill>
                <a:srgbClr val="FF00FF"/>
              </a:solidFill>
              <a:effectLst/>
              <a:uLnTx/>
              <a:uFillTx/>
              <a:latin typeface="Courier"/>
              <a:ea typeface="Courier"/>
              <a:cs typeface="Courier"/>
              <a:sym typeface="Courier New"/>
            </a:endParaRPr>
          </a:p>
        </p:txBody>
      </p:sp>
      <p:sp>
        <p:nvSpPr>
          <p:cNvPr id="346" name="Shape 346"/>
          <p:cNvSpPr txBox="1"/>
          <p:nvPr/>
        </p:nvSpPr>
        <p:spPr>
          <a:xfrm>
            <a:off x="866775" y="3379838"/>
            <a:ext cx="9886950"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From </a:t>
            </a:r>
            <a:r>
              <a:rPr kumimoji="0" lang="en-US" sz="2250" b="1" i="0" u="none" strike="noStrike" kern="1200" cap="none" spc="0" normalizeH="0" baseline="0" noProof="0" dirty="0" err="1">
                <a:ln>
                  <a:noFill/>
                </a:ln>
                <a:solidFill>
                  <a:srgbClr val="FF7F00"/>
                </a:solidFill>
                <a:effectLst/>
                <a:uLnTx/>
                <a:uFillTx/>
                <a:latin typeface="Courier"/>
                <a:ea typeface="Courier"/>
                <a:cs typeface="Courier"/>
                <a:sym typeface="Courier New"/>
              </a:rPr>
              <a:t>stephen.marquard@</a:t>
            </a:r>
            <a:r>
              <a:rPr kumimoji="0" lang="en-US" sz="2250" b="1"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 Sat Jan  5 09:14:16 2008</a:t>
            </a:r>
          </a:p>
        </p:txBody>
      </p:sp>
      <p:sp>
        <p:nvSpPr>
          <p:cNvPr id="347" name="Shape 347"/>
          <p:cNvSpPr txBox="1"/>
          <p:nvPr/>
        </p:nvSpPr>
        <p:spPr>
          <a:xfrm>
            <a:off x="866776" y="3966900"/>
            <a:ext cx="3877199" cy="14170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palabras = </a:t>
            </a:r>
            <a:r>
              <a:rPr kumimoji="0" lang="es-419" sz="180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email</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palabras[1]</a:t>
            </a:r>
          </a:p>
          <a:p>
            <a:pPr marL="0" marR="0" lvl="0" indent="0" algn="l" defTabSz="914400" rtl="0" eaLnBrk="1" fontAlgn="auto" latinLnBrk="0" hangingPunct="1">
              <a:lnSpc>
                <a:spcPct val="100000"/>
              </a:lnSpc>
              <a:spcBef>
                <a:spcPts val="0"/>
              </a:spcBef>
              <a:spcAft>
                <a:spcPts val="0"/>
              </a:spcAft>
              <a:buClr>
                <a:srgbClr val="000000"/>
              </a:buClr>
              <a:buSzPct val="25000"/>
              <a:buFontTx/>
              <a:buNone/>
              <a:tabLst/>
              <a:defRPr/>
            </a:pPr>
            <a:r>
              <a:rPr kumimoji="0" lang="es-419" sz="2250" b="0" i="0" u="none" strike="noStrike" kern="1200" cap="none" spc="0" normalizeH="0" baseline="0" noProof="0" dirty="0" err="1">
                <a:ln>
                  <a:noFill/>
                </a:ln>
                <a:solidFill>
                  <a:prstClr val="black"/>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prstClr val="black"/>
                </a:solidFill>
                <a:effectLst/>
                <a:uLnTx/>
                <a:uFillTx/>
                <a:latin typeface="Courier New"/>
                <a:ea typeface="Courier New"/>
                <a:cs typeface="Courier New"/>
                <a:sym typeface="Courier New"/>
              </a:rPr>
              <a:t>(piezas[1])</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51"/>
        <p:cNvGrpSpPr/>
        <p:nvPr/>
      </p:nvGrpSpPr>
      <p:grpSpPr>
        <a:xfrm>
          <a:off x="0" y="0"/>
          <a:ext cx="0" cy="0"/>
          <a:chOff x="0" y="0"/>
          <a:chExt cx="0" cy="0"/>
        </a:xfrm>
      </p:grpSpPr>
      <p:sp>
        <p:nvSpPr>
          <p:cNvPr id="352" name="Shape 352"/>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n-US" sz="5700" dirty="0">
                <a:solidFill>
                  <a:srgbClr val="FFD966"/>
                </a:solidFill>
                <a:latin typeface="Arial" charset="0"/>
                <a:ea typeface="Arial" charset="0"/>
                <a:cs typeface="Arial" charset="0"/>
                <a:sym typeface="Cabin"/>
              </a:rPr>
              <a:t>El </a:t>
            </a:r>
            <a:r>
              <a:rPr lang="en-US" sz="5700" dirty="0" err="1">
                <a:solidFill>
                  <a:srgbClr val="FFD966"/>
                </a:solidFill>
                <a:latin typeface="Arial" charset="0"/>
                <a:ea typeface="Arial" charset="0"/>
                <a:cs typeface="Arial" charset="0"/>
                <a:sym typeface="Cabin"/>
              </a:rPr>
              <a:t>Patrón</a:t>
            </a:r>
            <a:r>
              <a:rPr lang="en-US" sz="5700" dirty="0">
                <a:solidFill>
                  <a:srgbClr val="FFD966"/>
                </a:solidFill>
                <a:latin typeface="Arial" charset="0"/>
                <a:ea typeface="Arial" charset="0"/>
                <a:cs typeface="Arial" charset="0"/>
                <a:sym typeface="Cabin"/>
              </a:rPr>
              <a:t> Doble División</a:t>
            </a:r>
          </a:p>
        </p:txBody>
      </p:sp>
      <p:sp>
        <p:nvSpPr>
          <p:cNvPr id="353" name="Shape 353"/>
          <p:cNvSpPr txBox="1"/>
          <p:nvPr/>
        </p:nvSpPr>
        <p:spPr>
          <a:xfrm>
            <a:off x="5490956" y="4745082"/>
            <a:ext cx="5235975" cy="3617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a:t>
            </a:r>
            <a:r>
              <a:rPr kumimoji="0" lang="en-US" sz="1800" b="0" i="0" u="none" strike="noStrike" kern="1200" cap="none" spc="0" normalizeH="0" baseline="0" noProof="0" dirty="0" err="1">
                <a:ln>
                  <a:noFill/>
                </a:ln>
                <a:solidFill>
                  <a:srgbClr val="FFFF00"/>
                </a:solidFill>
                <a:effectLst/>
                <a:uLnTx/>
                <a:uFillTx/>
                <a:latin typeface="Courier"/>
                <a:ea typeface="Courier"/>
                <a:cs typeface="Courier"/>
                <a:sym typeface="Courier New"/>
              </a:rPr>
              <a:t>stephen.marquard</a:t>
            </a: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 </a:t>
            </a:r>
            <a:r>
              <a:rPr kumimoji="0" lang="en-US" sz="1800" b="1" i="0" u="none" strike="noStrike" kern="1200" cap="none" spc="0" normalizeH="0" baseline="0" noProof="0" dirty="0">
                <a:ln>
                  <a:noFill/>
                </a:ln>
                <a:solidFill>
                  <a:srgbClr val="FFFF00"/>
                </a:solidFill>
                <a:effectLst/>
                <a:uLnTx/>
                <a:uFillTx/>
                <a:latin typeface="Courier"/>
                <a:ea typeface="Courier"/>
                <a:cs typeface="Courier"/>
                <a:sym typeface="Courier New"/>
              </a:rPr>
              <a:t>'</a:t>
            </a:r>
            <a:r>
              <a:rPr kumimoji="0" lang="en-US" sz="1800" b="1"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a:t>
            </a:r>
          </a:p>
        </p:txBody>
      </p:sp>
      <p:sp>
        <p:nvSpPr>
          <p:cNvPr id="355" name="Shape 355"/>
          <p:cNvSpPr txBox="1"/>
          <p:nvPr/>
        </p:nvSpPr>
        <p:spPr>
          <a:xfrm>
            <a:off x="866776" y="3394894"/>
            <a:ext cx="10007099"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From </a:t>
            </a:r>
            <a:r>
              <a:rPr kumimoji="0" lang="en-US" sz="2250" b="1" i="0" u="none" strike="noStrike" kern="1200" cap="none" spc="0" normalizeH="0" baseline="0" noProof="0" dirty="0" err="1">
                <a:ln>
                  <a:noFill/>
                </a:ln>
                <a:solidFill>
                  <a:srgbClr val="FF7F00"/>
                </a:solidFill>
                <a:effectLst/>
                <a:uLnTx/>
                <a:uFillTx/>
                <a:latin typeface="Courier"/>
                <a:ea typeface="Courier"/>
                <a:cs typeface="Courier"/>
                <a:sym typeface="Courier New"/>
              </a:rPr>
              <a:t>stephen.marquard@</a:t>
            </a:r>
            <a:r>
              <a:rPr kumimoji="0" lang="en-US" sz="2250" b="1"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2250" b="1" i="0" u="none" strike="noStrike" kern="1200" cap="none" spc="0" normalizeH="0" baseline="0" noProof="0" dirty="0">
                <a:ln>
                  <a:noFill/>
                </a:ln>
                <a:solidFill>
                  <a:srgbClr val="FF7F00"/>
                </a:solidFill>
                <a:effectLst/>
                <a:uLnTx/>
                <a:uFillTx/>
                <a:latin typeface="Courier"/>
                <a:ea typeface="Courier"/>
                <a:cs typeface="Courier"/>
                <a:sym typeface="Courier New"/>
              </a:rPr>
              <a:t> </a:t>
            </a: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Sat Jan  5 09:14:16 2008</a:t>
            </a:r>
          </a:p>
        </p:txBody>
      </p:sp>
      <p:sp>
        <p:nvSpPr>
          <p:cNvPr id="356" name="Shape 356"/>
          <p:cNvSpPr txBox="1"/>
          <p:nvPr/>
        </p:nvSpPr>
        <p:spPr>
          <a:xfrm>
            <a:off x="866775" y="4081200"/>
            <a:ext cx="4634325" cy="14170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palabras = </a:t>
            </a:r>
            <a:r>
              <a:rPr kumimoji="0" lang="es-419" sz="180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email</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palabras[1]</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piezas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email.split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000000"/>
              </a:buClr>
              <a:buSzPct val="25000"/>
              <a:buFontTx/>
              <a:buNone/>
              <a:tabLst/>
              <a:defRPr/>
            </a:pPr>
            <a:r>
              <a:rPr kumimoji="0" lang="es-419" sz="2250" b="0" i="0" u="none" strike="noStrike" kern="1200" cap="none" spc="0" normalizeH="0" baseline="0" noProof="0" dirty="0" err="1">
                <a:ln>
                  <a:noFill/>
                </a:ln>
                <a:solidFill>
                  <a:prstClr val="black"/>
                </a:solidFill>
                <a:effectLst/>
                <a:uLnTx/>
                <a:uFillTx/>
                <a:latin typeface="Courier New"/>
                <a:ea typeface="Courier New"/>
                <a:cs typeface="Courier New"/>
                <a:sym typeface="Courier New"/>
              </a:rPr>
              <a:t>print</a:t>
            </a:r>
            <a:r>
              <a:rPr kumimoji="0" lang="es-419" sz="2250" b="0" i="0" u="none" strike="noStrike" kern="1200" cap="none" spc="0" normalizeH="0" baseline="0" noProof="0" dirty="0">
                <a:ln>
                  <a:noFill/>
                </a:ln>
                <a:solidFill>
                  <a:prstClr val="black"/>
                </a:solidFill>
                <a:effectLst/>
                <a:uLnTx/>
                <a:uFillTx/>
                <a:latin typeface="Courier New"/>
                <a:ea typeface="Courier New"/>
                <a:cs typeface="Courier New"/>
                <a:sym typeface="Courier New"/>
              </a:rPr>
              <a:t>(piezas[1])</a:t>
            </a:r>
          </a:p>
        </p:txBody>
      </p:sp>
      <p:sp>
        <p:nvSpPr>
          <p:cNvPr id="357" name="Shape 357"/>
          <p:cNvSpPr txBox="1"/>
          <p:nvPr/>
        </p:nvSpPr>
        <p:spPr>
          <a:xfrm>
            <a:off x="5502319" y="4319644"/>
            <a:ext cx="4930424"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n-US" sz="1800" b="0" i="0" u="none" strike="noStrike" kern="1200" cap="none" spc="0" normalizeH="0" baseline="0" noProof="0" dirty="0" err="1">
                <a:ln>
                  <a:noFill/>
                </a:ln>
                <a:solidFill>
                  <a:srgbClr val="FF00FF"/>
                </a:solidFill>
                <a:effectLst/>
                <a:uLnTx/>
                <a:uFillTx/>
                <a:latin typeface="Courier"/>
                <a:ea typeface="Courier"/>
                <a:cs typeface="Courier"/>
                <a:sym typeface="Courier New"/>
              </a:rPr>
              <a:t>stephen.marquard@uct.ac.za</a:t>
            </a:r>
            <a:endParaRPr kumimoji="0" lang="en-US" sz="1800" b="0" i="0" u="none" strike="noStrike" kern="1200" cap="none" spc="0" normalizeH="0" baseline="0" noProof="0" dirty="0">
              <a:ln>
                <a:noFill/>
              </a:ln>
              <a:solidFill>
                <a:srgbClr val="FF00FF"/>
              </a:solidFill>
              <a:effectLst/>
              <a:uLnTx/>
              <a:uFillTx/>
              <a:latin typeface="Courier"/>
              <a:ea typeface="Courier"/>
              <a:cs typeface="Courier"/>
              <a:sym typeface="Courier New"/>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61"/>
        <p:cNvGrpSpPr/>
        <p:nvPr/>
      </p:nvGrpSpPr>
      <p:grpSpPr>
        <a:xfrm>
          <a:off x="0" y="0"/>
          <a:ext cx="0" cy="0"/>
          <a:chOff x="0" y="0"/>
          <a:chExt cx="0" cy="0"/>
        </a:xfrm>
      </p:grpSpPr>
      <p:sp>
        <p:nvSpPr>
          <p:cNvPr id="362" name="Shape 362"/>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spcBef>
                <a:spcPts val="0"/>
              </a:spcBef>
              <a:buClr>
                <a:srgbClr val="00FF00"/>
              </a:buClr>
              <a:buSzPct val="25000"/>
            </a:pPr>
            <a:r>
              <a:rPr lang="en-US" sz="5700" dirty="0">
                <a:solidFill>
                  <a:srgbClr val="FFD966"/>
                </a:solidFill>
                <a:latin typeface="Arial" charset="0"/>
                <a:ea typeface="Arial" charset="0"/>
                <a:cs typeface="Arial" charset="0"/>
                <a:sym typeface="Cabin"/>
              </a:rPr>
              <a:t>El </a:t>
            </a:r>
            <a:r>
              <a:rPr lang="en-US" sz="5700" dirty="0" err="1">
                <a:solidFill>
                  <a:srgbClr val="FFD966"/>
                </a:solidFill>
                <a:latin typeface="Arial" charset="0"/>
                <a:ea typeface="Arial" charset="0"/>
                <a:cs typeface="Arial" charset="0"/>
                <a:sym typeface="Cabin"/>
              </a:rPr>
              <a:t>Patrón</a:t>
            </a:r>
            <a:r>
              <a:rPr lang="en-US" sz="5700" dirty="0">
                <a:solidFill>
                  <a:srgbClr val="FFD966"/>
                </a:solidFill>
                <a:latin typeface="Arial" charset="0"/>
                <a:ea typeface="Arial" charset="0"/>
                <a:cs typeface="Arial" charset="0"/>
                <a:sym typeface="Cabin"/>
              </a:rPr>
              <a:t> Doble División</a:t>
            </a:r>
          </a:p>
        </p:txBody>
      </p:sp>
      <p:sp>
        <p:nvSpPr>
          <p:cNvPr id="364" name="Shape 364"/>
          <p:cNvSpPr txBox="1"/>
          <p:nvPr/>
        </p:nvSpPr>
        <p:spPr>
          <a:xfrm>
            <a:off x="5490956" y="4745082"/>
            <a:ext cx="5235975" cy="3617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FF00"/>
              </a:buClr>
              <a:buSzPct val="25000"/>
              <a:buFontTx/>
              <a:buNone/>
              <a:tabLst/>
              <a:defRPr/>
            </a:pP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a:t>
            </a:r>
            <a:r>
              <a:rPr kumimoji="0" lang="en-US" sz="1800" b="0" i="0" u="none" strike="noStrike" kern="1200" cap="none" spc="0" normalizeH="0" baseline="0" noProof="0" dirty="0" err="1">
                <a:ln>
                  <a:noFill/>
                </a:ln>
                <a:solidFill>
                  <a:srgbClr val="FFFF00"/>
                </a:solidFill>
                <a:effectLst/>
                <a:uLnTx/>
                <a:uFillTx/>
                <a:latin typeface="Courier"/>
                <a:ea typeface="Courier"/>
                <a:cs typeface="Courier"/>
                <a:sym typeface="Courier New"/>
              </a:rPr>
              <a:t>stephen.marquard</a:t>
            </a: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 '</a:t>
            </a:r>
            <a:r>
              <a:rPr kumimoji="0" lang="en-US" sz="1800" b="0"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1800" b="0" i="0" u="none" strike="noStrike" kern="1200" cap="none" spc="0" normalizeH="0" baseline="0" noProof="0" dirty="0">
                <a:ln>
                  <a:noFill/>
                </a:ln>
                <a:solidFill>
                  <a:srgbClr val="FFFF00"/>
                </a:solidFill>
                <a:effectLst/>
                <a:uLnTx/>
                <a:uFillTx/>
                <a:latin typeface="Courier"/>
                <a:ea typeface="Courier"/>
                <a:cs typeface="Courier"/>
                <a:sym typeface="Courier New"/>
              </a:rPr>
              <a:t>']</a:t>
            </a:r>
          </a:p>
        </p:txBody>
      </p:sp>
      <p:sp>
        <p:nvSpPr>
          <p:cNvPr id="365" name="Shape 365"/>
          <p:cNvSpPr txBox="1"/>
          <p:nvPr/>
        </p:nvSpPr>
        <p:spPr>
          <a:xfrm>
            <a:off x="866776" y="3394894"/>
            <a:ext cx="10007099"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7F00"/>
              </a:buClr>
              <a:buSzPct val="25000"/>
              <a:buFontTx/>
              <a:buNone/>
              <a:tabLst/>
              <a:defRPr/>
            </a:pP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From </a:t>
            </a:r>
            <a:r>
              <a:rPr kumimoji="0" lang="en-US" sz="2250" b="1" i="0" u="none" strike="noStrike" kern="1200" cap="none" spc="0" normalizeH="0" baseline="0" noProof="0" dirty="0" err="1">
                <a:ln>
                  <a:noFill/>
                </a:ln>
                <a:solidFill>
                  <a:srgbClr val="FF7F00"/>
                </a:solidFill>
                <a:effectLst/>
                <a:uLnTx/>
                <a:uFillTx/>
                <a:latin typeface="Courier"/>
                <a:ea typeface="Courier"/>
                <a:cs typeface="Courier"/>
                <a:sym typeface="Courier New"/>
              </a:rPr>
              <a:t>stephen.marquard@</a:t>
            </a:r>
            <a:r>
              <a:rPr kumimoji="0" lang="en-US" sz="2250" b="1" i="0" u="none" strike="noStrike" kern="1200" cap="none" spc="0" normalizeH="0" baseline="0" noProof="0" dirty="0" err="1">
                <a:ln>
                  <a:noFill/>
                </a:ln>
                <a:solidFill>
                  <a:srgbClr val="FFFF00"/>
                </a:solidFill>
                <a:effectLst/>
                <a:uLnTx/>
                <a:uFillTx/>
                <a:latin typeface="Courier"/>
                <a:ea typeface="Courier"/>
                <a:cs typeface="Courier"/>
                <a:sym typeface="Courier New"/>
              </a:rPr>
              <a:t>uct.ac.za</a:t>
            </a:r>
            <a:r>
              <a:rPr kumimoji="0" lang="en-US" sz="2250" b="0" i="0" u="none" strike="noStrike" kern="1200" cap="none" spc="0" normalizeH="0" baseline="0" noProof="0" dirty="0">
                <a:ln>
                  <a:noFill/>
                </a:ln>
                <a:solidFill>
                  <a:srgbClr val="FF7F00"/>
                </a:solidFill>
                <a:effectLst/>
                <a:uLnTx/>
                <a:uFillTx/>
                <a:latin typeface="Courier"/>
                <a:ea typeface="Courier"/>
                <a:cs typeface="Courier"/>
                <a:sym typeface="Courier New"/>
              </a:rPr>
              <a:t> Sat Jan  5 09:14:16 2008</a:t>
            </a:r>
          </a:p>
        </p:txBody>
      </p:sp>
      <p:sp>
        <p:nvSpPr>
          <p:cNvPr id="366" name="Shape 366"/>
          <p:cNvSpPr txBox="1"/>
          <p:nvPr/>
        </p:nvSpPr>
        <p:spPr>
          <a:xfrm>
            <a:off x="866775" y="4195500"/>
            <a:ext cx="4634325" cy="1417050"/>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palabras = </a:t>
            </a:r>
            <a:r>
              <a:rPr kumimoji="0" lang="es-419" sz="1800" b="0" i="0" u="none" strike="noStrike" kern="1200" cap="none" spc="0" normalizeH="0" baseline="0" noProof="0" dirty="0" err="1">
                <a:ln>
                  <a:noFill/>
                </a:ln>
                <a:solidFill>
                  <a:srgbClr val="FF7F00"/>
                </a:solidFill>
                <a:effectLst/>
                <a:uLnTx/>
                <a:uFillTx/>
                <a:latin typeface="Courier New"/>
                <a:ea typeface="Courier New"/>
                <a:cs typeface="Courier New"/>
                <a:sym typeface="Courier New"/>
              </a:rPr>
              <a:t>linea</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00FF"/>
                </a:solidFill>
                <a:effectLst/>
                <a:uLnTx/>
                <a:uFillTx/>
                <a:latin typeface="Courier New"/>
                <a:ea typeface="Courier New"/>
                <a:cs typeface="Courier New"/>
                <a:sym typeface="Courier New"/>
              </a:rPr>
              <a:t>email</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palabras[1]</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a:ln>
                  <a:noFill/>
                </a:ln>
                <a:solidFill>
                  <a:srgbClr val="FFFF00"/>
                </a:solidFill>
                <a:effectLst/>
                <a:uLnTx/>
                <a:uFillTx/>
                <a:latin typeface="Courier New"/>
                <a:ea typeface="Courier New"/>
                <a:cs typeface="Courier New"/>
                <a:sym typeface="Courier New"/>
              </a:rPr>
              <a:t>piezas</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email.split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s-419" sz="1800" b="0" i="0" u="none" strike="noStrike" kern="1200" cap="none" spc="0" normalizeH="0" baseline="0" noProof="0" dirty="0" err="1">
                <a:ln>
                  <a:noFill/>
                </a:ln>
                <a:solidFill>
                  <a:prstClr val="white"/>
                </a:solidFill>
                <a:effectLst/>
                <a:uLnTx/>
                <a:uFillTx/>
                <a:latin typeface="Courier New"/>
                <a:ea typeface="Courier New"/>
                <a:cs typeface="Courier New"/>
                <a:sym typeface="Courier New"/>
              </a:rPr>
              <a:t>print</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00" b="0" i="0" u="none" strike="noStrike" kern="1200" cap="none" spc="0" normalizeH="0" baseline="0" noProof="0" dirty="0">
                <a:ln>
                  <a:noFill/>
                </a:ln>
                <a:solidFill>
                  <a:srgbClr val="00FF00"/>
                </a:solidFill>
                <a:effectLst/>
                <a:uLnTx/>
                <a:uFillTx/>
                <a:latin typeface="Courier New"/>
                <a:ea typeface="Courier New"/>
                <a:cs typeface="Courier New"/>
                <a:sym typeface="Courier New"/>
              </a:rPr>
              <a:t>piezas[1]</a:t>
            </a:r>
            <a:r>
              <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endParaRPr kumimoji="0" lang="es-419" sz="1800" b="0" i="0" u="none" strike="noStrike" kern="1200" cap="none" spc="0" normalizeH="0" baseline="0" noProof="0" dirty="0">
              <a:ln>
                <a:noFill/>
              </a:ln>
              <a:solidFill>
                <a:prstClr val="white"/>
              </a:solidFill>
              <a:effectLst/>
              <a:uLnTx/>
              <a:uFillTx/>
              <a:latin typeface="Courier New"/>
              <a:ea typeface="Courier New"/>
              <a:cs typeface="Courier New"/>
              <a:sym typeface="Courier New"/>
            </a:endParaRPr>
          </a:p>
        </p:txBody>
      </p:sp>
      <p:sp>
        <p:nvSpPr>
          <p:cNvPr id="367" name="Shape 367"/>
          <p:cNvSpPr txBox="1"/>
          <p:nvPr/>
        </p:nvSpPr>
        <p:spPr>
          <a:xfrm>
            <a:off x="5502319" y="4319644"/>
            <a:ext cx="4930424" cy="5048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FF00FF"/>
              </a:buClr>
              <a:buSzPct val="25000"/>
              <a:buFontTx/>
              <a:buNone/>
              <a:tabLst/>
              <a:defRPr/>
            </a:pPr>
            <a:r>
              <a:rPr kumimoji="0" lang="en-US" sz="1800" b="0" i="0" u="none" strike="noStrike" kern="1200" cap="none" spc="0" normalizeH="0" baseline="0" noProof="0" dirty="0" err="1">
                <a:ln>
                  <a:noFill/>
                </a:ln>
                <a:solidFill>
                  <a:srgbClr val="FF00FF"/>
                </a:solidFill>
                <a:effectLst/>
                <a:uLnTx/>
                <a:uFillTx/>
                <a:latin typeface="Courier"/>
                <a:ea typeface="Courier"/>
                <a:cs typeface="Courier"/>
                <a:sym typeface="Courier New"/>
              </a:rPr>
              <a:t>stephen.marquard@uct.ac.za</a:t>
            </a:r>
            <a:endParaRPr kumimoji="0" lang="en-US" sz="1800" b="0" i="0" u="none" strike="noStrike" kern="1200" cap="none" spc="0" normalizeH="0" baseline="0" noProof="0" dirty="0">
              <a:ln>
                <a:noFill/>
              </a:ln>
              <a:solidFill>
                <a:srgbClr val="FF00FF"/>
              </a:solidFill>
              <a:effectLst/>
              <a:uLnTx/>
              <a:uFillTx/>
              <a:latin typeface="Courier"/>
              <a:ea typeface="Courier"/>
              <a:cs typeface="Courier"/>
              <a:sym typeface="Courier New"/>
            </a:endParaRPr>
          </a:p>
        </p:txBody>
      </p:sp>
      <p:sp>
        <p:nvSpPr>
          <p:cNvPr id="368" name="Shape 368"/>
          <p:cNvSpPr txBox="1"/>
          <p:nvPr/>
        </p:nvSpPr>
        <p:spPr>
          <a:xfrm>
            <a:off x="5434726" y="5075176"/>
            <a:ext cx="2046824" cy="411299"/>
          </a:xfrm>
          <a:prstGeom prst="rect">
            <a:avLst/>
          </a:prstGeom>
          <a:noFill/>
          <a:ln>
            <a:noFill/>
          </a:ln>
        </p:spPr>
        <p:txBody>
          <a:bodyPr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FF00"/>
              </a:buClr>
              <a:buSzPct val="25000"/>
              <a:buFontTx/>
              <a:buNone/>
              <a:tabLst/>
              <a:defRPr/>
            </a:pPr>
            <a:r>
              <a:rPr kumimoji="0" lang="en-US" sz="1800" b="1" i="0" u="none" strike="noStrike" kern="1200" cap="none" spc="0" normalizeH="0" baseline="0" noProof="0" dirty="0">
                <a:ln>
                  <a:noFill/>
                </a:ln>
                <a:solidFill>
                  <a:srgbClr val="00FF00"/>
                </a:solidFill>
                <a:effectLst/>
                <a:uLnTx/>
                <a:uFillTx/>
                <a:latin typeface="Courier"/>
                <a:ea typeface="Courier"/>
                <a:cs typeface="Courier"/>
                <a:sym typeface="Courier New"/>
              </a:rPr>
              <a:t>'</a:t>
            </a:r>
            <a:r>
              <a:rPr kumimoji="0" lang="en-US" sz="1800" b="0" i="0" u="none" strike="noStrike" kern="1200" cap="none" spc="0" normalizeH="0" baseline="0" noProof="0" dirty="0" err="1">
                <a:ln>
                  <a:noFill/>
                </a:ln>
                <a:solidFill>
                  <a:srgbClr val="00FF00"/>
                </a:solidFill>
                <a:effectLst/>
                <a:uLnTx/>
                <a:uFillTx/>
                <a:latin typeface="Courier"/>
                <a:ea typeface="Courier"/>
                <a:cs typeface="Courier"/>
                <a:sym typeface="Courier New"/>
              </a:rPr>
              <a:t>uct.ac.za</a:t>
            </a:r>
            <a:r>
              <a:rPr kumimoji="0" lang="en-US" sz="1800" b="0" i="0" u="none" strike="noStrike" kern="1200" cap="none" spc="0" normalizeH="0" baseline="0" noProof="0" dirty="0">
                <a:ln>
                  <a:noFill/>
                </a:ln>
                <a:solidFill>
                  <a:srgbClr val="00FF00"/>
                </a:solidFill>
                <a:effectLst/>
                <a:uLnTx/>
                <a:uFillTx/>
                <a:latin typeface="Courier"/>
                <a:ea typeface="Courier"/>
                <a:cs typeface="Courier"/>
                <a:sym typeface="Courier New"/>
              </a:rPr>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4"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 name="Título 2">
            <a:extLst>
              <a:ext uri="{FF2B5EF4-FFF2-40B4-BE49-F238E27FC236}">
                <a16:creationId xmlns:a16="http://schemas.microsoft.com/office/drawing/2014/main" id="{347496B9-AD65-4F3B-A29D-C622BDE220AA}"/>
              </a:ext>
            </a:extLst>
          </p:cNvPr>
          <p:cNvSpPr>
            <a:spLocks noGrp="1"/>
          </p:cNvSpPr>
          <p:nvPr>
            <p:ph type="title"/>
          </p:nvPr>
        </p:nvSpPr>
        <p:spPr>
          <a:xfrm>
            <a:off x="767290" y="1166932"/>
            <a:ext cx="3582073" cy="4279709"/>
          </a:xfrm>
        </p:spPr>
        <p:txBody>
          <a:bodyPr anchor="ctr">
            <a:normAutofit/>
          </a:bodyPr>
          <a:lstStyle/>
          <a:p>
            <a:r>
              <a:rPr lang="es-MX" sz="4800">
                <a:solidFill>
                  <a:schemeClr val="bg1"/>
                </a:solidFill>
              </a:rPr>
              <a:t>Referencias</a:t>
            </a:r>
          </a:p>
        </p:txBody>
      </p:sp>
      <p:sp>
        <p:nvSpPr>
          <p:cNvPr id="4" name="Marcador de contenido 3">
            <a:extLst>
              <a:ext uri="{FF2B5EF4-FFF2-40B4-BE49-F238E27FC236}">
                <a16:creationId xmlns:a16="http://schemas.microsoft.com/office/drawing/2014/main" id="{F9DDCB6D-0091-48F5-BB5C-27BE71748A76}"/>
              </a:ext>
            </a:extLst>
          </p:cNvPr>
          <p:cNvSpPr>
            <a:spLocks noGrp="1"/>
          </p:cNvSpPr>
          <p:nvPr>
            <p:ph idx="1"/>
          </p:nvPr>
        </p:nvSpPr>
        <p:spPr>
          <a:xfrm>
            <a:off x="5573864" y="1166933"/>
            <a:ext cx="5716988" cy="4279709"/>
          </a:xfrm>
        </p:spPr>
        <p:txBody>
          <a:bodyPr anchor="ctr">
            <a:normAutofit/>
          </a:bodyPr>
          <a:lstStyle/>
          <a:p>
            <a:r>
              <a:rPr lang="es-MX" sz="2400" dirty="0">
                <a:hlinkClick r:id="rId2"/>
              </a:rPr>
              <a:t>https://www.youtube.com/watch?v=TEHBEGj1MSU</a:t>
            </a:r>
            <a:endParaRPr lang="es-MX" sz="2400" dirty="0"/>
          </a:p>
          <a:p>
            <a:r>
              <a:rPr lang="es-MX" sz="2400" dirty="0">
                <a:hlinkClick r:id="rId3"/>
              </a:rPr>
              <a:t>https://youtu.be/0NTaCJQUE1I</a:t>
            </a:r>
            <a:endParaRPr lang="es-MX" sz="2400" dirty="0"/>
          </a:p>
          <a:p>
            <a:r>
              <a:rPr lang="es-MX" sz="2400">
                <a:hlinkClick r:id="rId4"/>
              </a:rPr>
              <a:t>https://youtu.be/8fKMHKvDieU</a:t>
            </a:r>
            <a:endParaRPr lang="es-MX" sz="2400"/>
          </a:p>
        </p:txBody>
      </p:sp>
    </p:spTree>
    <p:extLst>
      <p:ext uri="{BB962C8B-B14F-4D97-AF65-F5344CB8AC3E}">
        <p14:creationId xmlns:p14="http://schemas.microsoft.com/office/powerpoint/2010/main" val="37239842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36"/>
        <p:cNvGrpSpPr/>
        <p:nvPr/>
      </p:nvGrpSpPr>
      <p:grpSpPr>
        <a:xfrm>
          <a:off x="0" y="0"/>
          <a:ext cx="0" cy="0"/>
          <a:chOff x="0" y="0"/>
          <a:chExt cx="0" cy="0"/>
        </a:xfrm>
      </p:grpSpPr>
      <p:sp>
        <p:nvSpPr>
          <p:cNvPr id="178" name="Rectangle 177">
            <a:extLst>
              <a:ext uri="{FF2B5EF4-FFF2-40B4-BE49-F238E27FC236}">
                <a16:creationId xmlns:a16="http://schemas.microsoft.com/office/drawing/2014/main" id="{7264F718-7FAC-4056-9FA9-A603EC682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0"/>
            <a:ext cx="1219047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0" name="Freeform: Shape 179">
            <a:extLst>
              <a:ext uri="{FF2B5EF4-FFF2-40B4-BE49-F238E27FC236}">
                <a16:creationId xmlns:a16="http://schemas.microsoft.com/office/drawing/2014/main" id="{F74639F7-E3C7-4165-A83E-6386A86B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6356349"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2" name="Freeform: Shape 181">
            <a:extLst>
              <a:ext uri="{FF2B5EF4-FFF2-40B4-BE49-F238E27FC236}">
                <a16:creationId xmlns:a16="http://schemas.microsoft.com/office/drawing/2014/main" id="{8B3AF0F1-707A-463E-B5EE-33C63A40C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5979591"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37" name="Shape 237"/>
          <p:cNvSpPr txBox="1">
            <a:spLocks noGrp="1"/>
          </p:cNvSpPr>
          <p:nvPr>
            <p:ph type="title"/>
          </p:nvPr>
        </p:nvSpPr>
        <p:spPr>
          <a:xfrm>
            <a:off x="841248" y="704850"/>
            <a:ext cx="3785616" cy="2978150"/>
          </a:xfrm>
        </p:spPr>
        <p:txBody>
          <a:bodyPr anchor="b">
            <a:normAutofit/>
          </a:bodyPr>
          <a:lstStyle/>
          <a:p>
            <a:pPr lvl="0"/>
            <a:r>
              <a:rPr lang="en-US">
                <a:sym typeface="Cabin"/>
              </a:rPr>
              <a:t>Diccionarios</a:t>
            </a:r>
          </a:p>
        </p:txBody>
      </p:sp>
      <p:sp>
        <p:nvSpPr>
          <p:cNvPr id="3" name="Marcador de contenido 2">
            <a:extLst>
              <a:ext uri="{FF2B5EF4-FFF2-40B4-BE49-F238E27FC236}">
                <a16:creationId xmlns:a16="http://schemas.microsoft.com/office/drawing/2014/main" id="{42B8AA2E-FE14-4FE1-A4EC-7A7E7B4ECA97}"/>
              </a:ext>
            </a:extLst>
          </p:cNvPr>
          <p:cNvSpPr>
            <a:spLocks noGrp="1"/>
          </p:cNvSpPr>
          <p:nvPr>
            <p:ph idx="1"/>
          </p:nvPr>
        </p:nvSpPr>
        <p:spPr>
          <a:xfrm>
            <a:off x="6038850" y="704850"/>
            <a:ext cx="5314950" cy="5251450"/>
          </a:xfrm>
        </p:spPr>
        <p:txBody>
          <a:bodyPr anchor="ctr">
            <a:normAutofit fontScale="85000" lnSpcReduction="20000"/>
          </a:bodyPr>
          <a:lstStyle/>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endParaRPr lang="en-US" sz="2100" u="sng" dirty="0">
              <a:solidFill>
                <a:schemeClr val="bg1"/>
              </a:solidFill>
              <a:latin typeface="Arial" charset="0"/>
              <a:ea typeface="Arial" charset="0"/>
              <a:cs typeface="Arial" charset="0"/>
              <a:sym typeface="Cabin"/>
              <a:hlinkClick r:id="" action="ppaction://noaction"/>
            </a:endParaRPr>
          </a:p>
          <a:p>
            <a:pPr algn="ctr"/>
            <a:r>
              <a:rPr lang="en-US" sz="2100" u="sng" dirty="0">
                <a:solidFill>
                  <a:schemeClr val="bg1"/>
                </a:solidFill>
                <a:latin typeface="Arial" charset="0"/>
                <a:ea typeface="Arial" charset="0"/>
                <a:cs typeface="Arial" charset="0"/>
                <a:sym typeface="Cabin"/>
                <a:hlinkClick r:id="" action="ppaction://noaction"/>
              </a:rPr>
              <a:t>https://es.wikipedia.org/wiki/Vector_asociativo</a:t>
            </a:r>
            <a:endParaRPr lang="en-US" sz="2100" u="sng" dirty="0">
              <a:solidFill>
                <a:schemeClr val="bg1"/>
              </a:solidFill>
              <a:latin typeface="Arial" charset="0"/>
              <a:ea typeface="Arial" charset="0"/>
              <a:cs typeface="Arial" charset="0"/>
              <a:sym typeface="Cabin"/>
              <a:hlinkClick r:id="rId3"/>
            </a:endParaRPr>
          </a:p>
          <a:p>
            <a:endParaRPr lang="es-MX" sz="2100" dirty="0">
              <a:solidFill>
                <a:schemeClr val="bg1"/>
              </a:solidFill>
            </a:endParaRPr>
          </a:p>
        </p:txBody>
      </p:sp>
      <p:grpSp>
        <p:nvGrpSpPr>
          <p:cNvPr id="27" name="Grupo 26">
            <a:extLst>
              <a:ext uri="{FF2B5EF4-FFF2-40B4-BE49-F238E27FC236}">
                <a16:creationId xmlns:a16="http://schemas.microsoft.com/office/drawing/2014/main" id="{54286A26-1169-4132-B432-E57CF2CFD5A7}"/>
              </a:ext>
            </a:extLst>
          </p:cNvPr>
          <p:cNvGrpSpPr/>
          <p:nvPr/>
        </p:nvGrpSpPr>
        <p:grpSpPr>
          <a:xfrm>
            <a:off x="6097190" y="291742"/>
            <a:ext cx="5198270" cy="4870295"/>
            <a:chOff x="8128000" y="900108"/>
            <a:chExt cx="6931026" cy="6493727"/>
          </a:xfrm>
        </p:grpSpPr>
        <p:pic>
          <p:nvPicPr>
            <p:cNvPr id="28" name="Shape 238">
              <a:extLst>
                <a:ext uri="{FF2B5EF4-FFF2-40B4-BE49-F238E27FC236}">
                  <a16:creationId xmlns:a16="http://schemas.microsoft.com/office/drawing/2014/main" id="{933866E3-6B75-430F-8C37-1317DD637784}"/>
                </a:ext>
              </a:extLst>
            </p:cNvPr>
            <p:cNvPicPr preferRelativeResize="0"/>
            <p:nvPr/>
          </p:nvPicPr>
          <p:blipFill rotWithShape="1">
            <a:blip r:embed="rId4">
              <a:alphaModFix/>
            </a:blip>
            <a:srcRect/>
            <a:stretch/>
          </p:blipFill>
          <p:spPr>
            <a:xfrm>
              <a:off x="8990015" y="900108"/>
              <a:ext cx="6069011" cy="6376987"/>
            </a:xfrm>
            <a:prstGeom prst="rect">
              <a:avLst/>
            </a:prstGeom>
            <a:noFill/>
            <a:ln>
              <a:noFill/>
            </a:ln>
          </p:spPr>
        </p:pic>
        <p:sp>
          <p:nvSpPr>
            <p:cNvPr id="29" name="Shape 240">
              <a:extLst>
                <a:ext uri="{FF2B5EF4-FFF2-40B4-BE49-F238E27FC236}">
                  <a16:creationId xmlns:a16="http://schemas.microsoft.com/office/drawing/2014/main" id="{61757384-A204-4BF3-B88E-F66CC37F4EA6}"/>
                </a:ext>
              </a:extLst>
            </p:cNvPr>
            <p:cNvSpPr txBox="1"/>
            <p:nvPr/>
          </p:nvSpPr>
          <p:spPr>
            <a:xfrm>
              <a:off x="12075090" y="6225456"/>
              <a:ext cx="1117814" cy="511119"/>
            </a:xfrm>
            <a:prstGeom prst="rect">
              <a:avLst/>
            </a:prstGeom>
            <a:solidFill>
              <a:srgbClr val="FF40FF"/>
            </a:solid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dinero</a:t>
              </a:r>
            </a:p>
          </p:txBody>
        </p:sp>
        <p:sp>
          <p:nvSpPr>
            <p:cNvPr id="30" name="Shape 241">
              <a:extLst>
                <a:ext uri="{FF2B5EF4-FFF2-40B4-BE49-F238E27FC236}">
                  <a16:creationId xmlns:a16="http://schemas.microsoft.com/office/drawing/2014/main" id="{E93C5ABC-B6B1-4D0C-82FC-10B398B58006}"/>
                </a:ext>
              </a:extLst>
            </p:cNvPr>
            <p:cNvSpPr txBox="1"/>
            <p:nvPr/>
          </p:nvSpPr>
          <p:spPr>
            <a:xfrm>
              <a:off x="13268468" y="3763339"/>
              <a:ext cx="1149375" cy="511119"/>
            </a:xfrm>
            <a:prstGeom prst="rect">
              <a:avLst/>
            </a:prstGeom>
            <a:solidFill>
              <a:srgbClr val="FF40FF"/>
            </a:solid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papel</a:t>
              </a:r>
            </a:p>
          </p:txBody>
        </p:sp>
        <p:sp>
          <p:nvSpPr>
            <p:cNvPr id="31" name="Shape 242">
              <a:extLst>
                <a:ext uri="{FF2B5EF4-FFF2-40B4-BE49-F238E27FC236}">
                  <a16:creationId xmlns:a16="http://schemas.microsoft.com/office/drawing/2014/main" id="{8517DB38-E4E6-4A5B-B124-E0E4757C62A0}"/>
                </a:ext>
              </a:extLst>
            </p:cNvPr>
            <p:cNvSpPr txBox="1"/>
            <p:nvPr/>
          </p:nvSpPr>
          <p:spPr>
            <a:xfrm>
              <a:off x="8593669" y="4191079"/>
              <a:ext cx="1890616" cy="511119"/>
            </a:xfrm>
            <a:prstGeom prst="rect">
              <a:avLst/>
            </a:prstGeom>
            <a:solidFill>
              <a:srgbClr val="FF40FF"/>
            </a:solid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calculadora</a:t>
              </a:r>
            </a:p>
          </p:txBody>
        </p:sp>
        <p:sp>
          <p:nvSpPr>
            <p:cNvPr id="32" name="Shape 243">
              <a:extLst>
                <a:ext uri="{FF2B5EF4-FFF2-40B4-BE49-F238E27FC236}">
                  <a16:creationId xmlns:a16="http://schemas.microsoft.com/office/drawing/2014/main" id="{7C7A57C5-70B5-44E4-94F2-F67F63F675C7}"/>
                </a:ext>
              </a:extLst>
            </p:cNvPr>
            <p:cNvSpPr txBox="1"/>
            <p:nvPr/>
          </p:nvSpPr>
          <p:spPr>
            <a:xfrm>
              <a:off x="8128000" y="5536898"/>
              <a:ext cx="1345878" cy="511119"/>
            </a:xfrm>
            <a:prstGeom prst="rect">
              <a:avLst/>
            </a:prstGeom>
            <a:solidFill>
              <a:srgbClr val="FF40FF"/>
            </a:solid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perfume</a:t>
              </a:r>
            </a:p>
          </p:txBody>
        </p:sp>
        <p:sp>
          <p:nvSpPr>
            <p:cNvPr id="33" name="Shape 244">
              <a:extLst>
                <a:ext uri="{FF2B5EF4-FFF2-40B4-BE49-F238E27FC236}">
                  <a16:creationId xmlns:a16="http://schemas.microsoft.com/office/drawing/2014/main" id="{DE7CEB0E-DDDD-44E2-B99E-2D2A503B010E}"/>
                </a:ext>
              </a:extLst>
            </p:cNvPr>
            <p:cNvSpPr txBox="1"/>
            <p:nvPr/>
          </p:nvSpPr>
          <p:spPr>
            <a:xfrm>
              <a:off x="8590902" y="6882716"/>
              <a:ext cx="1096636" cy="511119"/>
            </a:xfrm>
            <a:prstGeom prst="rect">
              <a:avLst/>
            </a:prstGeom>
            <a:solidFill>
              <a:srgbClr val="FF40FF"/>
            </a:solid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dulce</a:t>
              </a:r>
            </a:p>
          </p:txBody>
        </p:sp>
      </p:grpSp>
    </p:spTree>
  </p:cSld>
  <p:clrMapOvr>
    <a:overrideClrMapping bg1="dk1" tx1="lt1" bg2="dk2" tx2="lt2" accent1="accent1" accent2="accent2" accent3="accent3" accent4="accent4" accent5="accent5" accent6="accent6" hlink="hlink" folHlink="folHlink"/>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9"/>
        <p:cNvGrpSpPr/>
        <p:nvPr/>
      </p:nvGrpSpPr>
      <p:grpSpPr>
        <a:xfrm>
          <a:off x="0" y="0"/>
          <a:ext cx="0" cy="0"/>
          <a:chOff x="0" y="0"/>
          <a:chExt cx="0" cy="0"/>
        </a:xfrm>
      </p:grpSpPr>
      <p:sp>
        <p:nvSpPr>
          <p:cNvPr id="263" name="Rectangle 12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sp>
        <p:nvSpPr>
          <p:cNvPr id="250" name="Shape 250"/>
          <p:cNvSpPr txBox="1">
            <a:spLocks noGrp="1"/>
          </p:cNvSpPr>
          <p:nvPr>
            <p:ph type="title"/>
          </p:nvPr>
        </p:nvSpPr>
        <p:spPr>
          <a:xfrm>
            <a:off x="922635" y="1250575"/>
            <a:ext cx="4604274" cy="4163210"/>
          </a:xfrm>
        </p:spPr>
        <p:txBody>
          <a:bodyPr anchor="ctr">
            <a:normAutofit/>
          </a:bodyPr>
          <a:lstStyle/>
          <a:p>
            <a:pPr lvl="0"/>
            <a:r>
              <a:rPr lang="en-US" sz="6750">
                <a:solidFill>
                  <a:schemeClr val="bg1"/>
                </a:solidFill>
                <a:sym typeface="Cabin"/>
              </a:rPr>
              <a:t>Diccionarios</a:t>
            </a:r>
          </a:p>
        </p:txBody>
      </p:sp>
      <p:sp>
        <p:nvSpPr>
          <p:cNvPr id="264" name="Rectangle 256">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476" y="1100949"/>
            <a:ext cx="4996593"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51" name="Shape 251"/>
          <p:cNvSpPr txBox="1">
            <a:spLocks noGrp="1"/>
          </p:cNvSpPr>
          <p:nvPr>
            <p:ph idx="1"/>
          </p:nvPr>
        </p:nvSpPr>
        <p:spPr>
          <a:xfrm>
            <a:off x="6293224" y="860612"/>
            <a:ext cx="4797909" cy="5023821"/>
          </a:xfrm>
        </p:spPr>
        <p:txBody>
          <a:bodyPr anchor="ctr">
            <a:normAutofit/>
          </a:bodyPr>
          <a:lstStyle/>
          <a:p>
            <a:pPr lvl="0"/>
            <a:r>
              <a:rPr lang="es-419" sz="2025" dirty="0">
                <a:solidFill>
                  <a:schemeClr val="bg1"/>
                </a:solidFill>
                <a:sym typeface="Cabin"/>
              </a:rPr>
              <a:t>Los diccionarios son la colección de datos más poderosa de Python</a:t>
            </a:r>
          </a:p>
          <a:p>
            <a:pPr lvl="0"/>
            <a:r>
              <a:rPr lang="es-419" sz="2025" dirty="0">
                <a:solidFill>
                  <a:schemeClr val="bg1"/>
                </a:solidFill>
                <a:sym typeface="Cabin"/>
              </a:rPr>
              <a:t>Los diccionarios nos permiten hacer operaciones rápidas similares a una base de datos en Python</a:t>
            </a:r>
          </a:p>
          <a:p>
            <a:pPr lvl="0"/>
            <a:r>
              <a:rPr lang="es-419" sz="2025" dirty="0">
                <a:solidFill>
                  <a:schemeClr val="bg1"/>
                </a:solidFill>
                <a:sym typeface="Cabin"/>
              </a:rPr>
              <a:t>Los diccionarios tienen diferentes nombres en diferentes lenguajes</a:t>
            </a:r>
          </a:p>
          <a:p>
            <a:pPr lvl="1"/>
            <a:r>
              <a:rPr lang="es-419" sz="2025" dirty="0">
                <a:solidFill>
                  <a:schemeClr val="bg1"/>
                </a:solidFill>
                <a:sym typeface="Cabin"/>
              </a:rPr>
              <a:t>Vectores Asociativos - Perl / PHP</a:t>
            </a:r>
          </a:p>
          <a:p>
            <a:pPr lvl="1"/>
            <a:r>
              <a:rPr lang="es-419" sz="2025" dirty="0">
                <a:solidFill>
                  <a:schemeClr val="bg1"/>
                </a:solidFill>
                <a:sym typeface="Cabin"/>
              </a:rPr>
              <a:t>Propiedades o Mapas o </a:t>
            </a:r>
            <a:r>
              <a:rPr lang="es-419" sz="2025" dirty="0" err="1">
                <a:solidFill>
                  <a:schemeClr val="bg1"/>
                </a:solidFill>
                <a:sym typeface="Cabin"/>
              </a:rPr>
              <a:t>HashMap</a:t>
            </a:r>
            <a:r>
              <a:rPr lang="es-419" sz="2025" dirty="0">
                <a:solidFill>
                  <a:schemeClr val="bg1"/>
                </a:solidFill>
                <a:sym typeface="Cabin"/>
              </a:rPr>
              <a:t> - Java</a:t>
            </a:r>
          </a:p>
          <a:p>
            <a:pPr lvl="1"/>
            <a:r>
              <a:rPr lang="es-419" sz="2025" dirty="0">
                <a:solidFill>
                  <a:schemeClr val="bg1"/>
                </a:solidFill>
                <a:sym typeface="Cabin"/>
              </a:rPr>
              <a:t>Bolsa de Propiedades - C# / </a:t>
            </a:r>
            <a:r>
              <a:rPr lang="es-419" sz="2025" dirty="0" err="1">
                <a:solidFill>
                  <a:schemeClr val="bg1"/>
                </a:solidFill>
                <a:sym typeface="Cabin"/>
              </a:rPr>
              <a:t>.Net</a:t>
            </a:r>
            <a:endParaRPr lang="es-419" sz="2025" dirty="0">
              <a:solidFill>
                <a:schemeClr val="bg1"/>
              </a:solidFill>
              <a:sym typeface="Cabi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7"/>
        <p:cNvGrpSpPr/>
        <p:nvPr/>
      </p:nvGrpSpPr>
      <p:grpSpPr>
        <a:xfrm>
          <a:off x="0" y="0"/>
          <a:ext cx="0" cy="0"/>
          <a:chOff x="0" y="0"/>
          <a:chExt cx="0" cy="0"/>
        </a:xfrm>
      </p:grpSpPr>
      <p:sp>
        <p:nvSpPr>
          <p:cNvPr id="72" name="Rectangle 71">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6" name="Shape 250"/>
          <p:cNvSpPr txBox="1">
            <a:spLocks noGrp="1"/>
          </p:cNvSpPr>
          <p:nvPr>
            <p:ph type="title"/>
          </p:nvPr>
        </p:nvSpPr>
        <p:spPr>
          <a:xfrm>
            <a:off x="838200" y="1412488"/>
            <a:ext cx="2899189" cy="4363844"/>
          </a:xfrm>
        </p:spPr>
        <p:txBody>
          <a:bodyPr anchor="t">
            <a:normAutofit/>
          </a:bodyPr>
          <a:lstStyle/>
          <a:p>
            <a:pPr lvl="0"/>
            <a:r>
              <a:rPr lang="en-US" sz="3975">
                <a:solidFill>
                  <a:srgbClr val="FFFFFF"/>
                </a:solidFill>
                <a:sym typeface="Cabin"/>
              </a:rPr>
              <a:t>Diccionarios</a:t>
            </a:r>
          </a:p>
        </p:txBody>
      </p:sp>
      <p:sp>
        <p:nvSpPr>
          <p:cNvPr id="259" name="Shape 259"/>
          <p:cNvSpPr txBox="1">
            <a:spLocks noGrp="1"/>
          </p:cNvSpPr>
          <p:nvPr>
            <p:ph sz="half" idx="1"/>
          </p:nvPr>
        </p:nvSpPr>
        <p:spPr>
          <a:xfrm>
            <a:off x="4380855" y="1412489"/>
            <a:ext cx="3427283" cy="4363844"/>
          </a:xfrm>
        </p:spPr>
        <p:txBody>
          <a:bodyPr>
            <a:normAutofit/>
          </a:bodyPr>
          <a:lstStyle/>
          <a:p>
            <a:pPr lvl="0"/>
            <a:r>
              <a:rPr lang="es-419" sz="2100" dirty="0">
                <a:sym typeface="Cabin"/>
              </a:rPr>
              <a:t>Las listas </a:t>
            </a:r>
            <a:r>
              <a:rPr lang="es-419" sz="2100" dirty="0">
                <a:solidFill>
                  <a:srgbClr val="00FFFF"/>
                </a:solidFill>
                <a:sym typeface="Cabin"/>
              </a:rPr>
              <a:t>indexan</a:t>
            </a:r>
            <a:r>
              <a:rPr lang="es-419" sz="2100" dirty="0">
                <a:sym typeface="Cabin"/>
              </a:rPr>
              <a:t> sus entradas basadas en la posición en la lista</a:t>
            </a:r>
          </a:p>
          <a:p>
            <a:pPr lvl="0"/>
            <a:r>
              <a:rPr lang="es-419" sz="2100" dirty="0">
                <a:sym typeface="Cabin"/>
              </a:rPr>
              <a:t>Los </a:t>
            </a:r>
            <a:r>
              <a:rPr lang="es-419" sz="2100" dirty="0">
                <a:solidFill>
                  <a:srgbClr val="FF40FF"/>
                </a:solidFill>
                <a:sym typeface="Cabin"/>
              </a:rPr>
              <a:t>Diccionarios</a:t>
            </a:r>
            <a:r>
              <a:rPr lang="es-419" sz="2100" dirty="0">
                <a:sym typeface="Cabin"/>
              </a:rPr>
              <a:t> son como bolsas – no tienen orden</a:t>
            </a:r>
          </a:p>
          <a:p>
            <a:pPr lvl="0"/>
            <a:r>
              <a:rPr lang="es-419" sz="2100" dirty="0">
                <a:sym typeface="Cabin"/>
              </a:rPr>
              <a:t>Así que </a:t>
            </a:r>
            <a:r>
              <a:rPr lang="es-419" sz="2100" dirty="0">
                <a:solidFill>
                  <a:srgbClr val="00FFFF"/>
                </a:solidFill>
                <a:sym typeface="Cabin"/>
              </a:rPr>
              <a:t>indexamos</a:t>
            </a:r>
            <a:r>
              <a:rPr lang="es-419" sz="2100" dirty="0">
                <a:sym typeface="Cabin"/>
              </a:rPr>
              <a:t> las cosas que ponemos en un </a:t>
            </a:r>
            <a:r>
              <a:rPr lang="es-419" sz="2100" dirty="0">
                <a:solidFill>
                  <a:srgbClr val="FF00FF"/>
                </a:solidFill>
                <a:sym typeface="Cabin"/>
              </a:rPr>
              <a:t>diccionario</a:t>
            </a:r>
            <a:r>
              <a:rPr lang="es-419" sz="2100" dirty="0">
                <a:sym typeface="Cabin"/>
              </a:rPr>
              <a:t> con una </a:t>
            </a:r>
            <a:r>
              <a:rPr lang="es-419" sz="2100" dirty="0">
                <a:sym typeface="Arial"/>
              </a:rPr>
              <a:t>“</a:t>
            </a:r>
            <a:r>
              <a:rPr lang="es-419" sz="2100" dirty="0">
                <a:solidFill>
                  <a:srgbClr val="00FFFF"/>
                </a:solidFill>
                <a:sym typeface="Arial"/>
              </a:rPr>
              <a:t>etiqueta de búsqueda</a:t>
            </a:r>
            <a:r>
              <a:rPr lang="es-419" sz="2100" dirty="0">
                <a:sym typeface="Arial"/>
              </a:rPr>
              <a:t>”</a:t>
            </a:r>
          </a:p>
        </p:txBody>
      </p:sp>
      <p:cxnSp>
        <p:nvCxnSpPr>
          <p:cNvPr id="74" name="Straight Connector 73">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0B01AA76-0C69-4B3B-9F67-14AAB285D975}"/>
              </a:ext>
            </a:extLst>
          </p:cNvPr>
          <p:cNvSpPr>
            <a:spLocks noGrp="1"/>
          </p:cNvSpPr>
          <p:nvPr>
            <p:ph sz="half" idx="2"/>
          </p:nvPr>
        </p:nvSpPr>
        <p:spPr>
          <a:xfrm>
            <a:off x="8451604" y="1412489"/>
            <a:ext cx="3197701" cy="4363844"/>
          </a:xfrm>
        </p:spPr>
        <p:txBody>
          <a:bodyPr>
            <a:normAutofit/>
          </a:bodyPr>
          <a:lstStyle/>
          <a:p>
            <a:pPr lvl="0">
              <a:buClr>
                <a:schemeClr val="lt1"/>
              </a:buClr>
              <a:buSzPct val="25000"/>
            </a:pPr>
            <a:r>
              <a:rPr lang="es-419" sz="1425" dirty="0">
                <a:latin typeface="Courier New"/>
                <a:ea typeface="Courier New"/>
                <a:cs typeface="Courier New"/>
                <a:sym typeface="Courier New"/>
              </a:rPr>
              <a:t>&gt;&gt;&gt; bolsa = </a:t>
            </a:r>
            <a:r>
              <a:rPr lang="es-419" sz="1425" dirty="0" err="1">
                <a:latin typeface="Courier New"/>
                <a:ea typeface="Courier New"/>
                <a:cs typeface="Courier New"/>
                <a:sym typeface="Courier New"/>
              </a:rPr>
              <a:t>dict</a:t>
            </a:r>
            <a:r>
              <a:rPr lang="es-419" sz="1425" dirty="0">
                <a:latin typeface="Courier New"/>
                <a:ea typeface="Courier New"/>
                <a:cs typeface="Courier New"/>
                <a:sym typeface="Courier New"/>
              </a:rPr>
              <a:t>()</a:t>
            </a:r>
          </a:p>
          <a:p>
            <a:pPr lvl="0">
              <a:buClr>
                <a:schemeClr val="lt1"/>
              </a:buClr>
              <a:buSzPct val="25000"/>
            </a:pPr>
            <a:r>
              <a:rPr lang="es-419" sz="1425" dirty="0">
                <a:latin typeface="Courier New"/>
                <a:ea typeface="Courier New"/>
                <a:cs typeface="Courier New"/>
                <a:sym typeface="Courier New"/>
              </a:rPr>
              <a:t>&gt;&gt;&gt; bolsa['dinero'] = 12</a:t>
            </a:r>
          </a:p>
          <a:p>
            <a:pPr lvl="0">
              <a:buClr>
                <a:schemeClr val="lt1"/>
              </a:buClr>
              <a:buSzPct val="25000"/>
            </a:pPr>
            <a:r>
              <a:rPr lang="es-419" sz="1425" dirty="0">
                <a:latin typeface="Courier New"/>
                <a:ea typeface="Courier New"/>
                <a:cs typeface="Courier New"/>
                <a:sym typeface="Courier New"/>
              </a:rPr>
              <a:t>&gt;&gt;&gt; bolsa['dulce'] = 3</a:t>
            </a:r>
          </a:p>
          <a:p>
            <a:pPr lvl="0">
              <a:buClr>
                <a:schemeClr val="lt1"/>
              </a:buClr>
              <a:buSzPct val="25000"/>
            </a:pPr>
            <a:r>
              <a:rPr lang="es-419" sz="1425" dirty="0">
                <a:latin typeface="Courier New"/>
                <a:ea typeface="Courier New"/>
                <a:cs typeface="Courier New"/>
                <a:sym typeface="Courier New"/>
              </a:rPr>
              <a:t>&gt;&gt;&gt; bolsa['papel'] = 75</a:t>
            </a:r>
          </a:p>
          <a:p>
            <a:pPr lvl="0">
              <a:buClr>
                <a:schemeClr val="lt1"/>
              </a:buClr>
              <a:buSzPct val="25000"/>
            </a:pPr>
            <a:r>
              <a:rPr lang="es-419" sz="1425" dirty="0">
                <a:latin typeface="Courier New"/>
                <a:ea typeface="Courier New"/>
                <a:cs typeface="Courier New"/>
                <a:sym typeface="Courier New"/>
              </a:rPr>
              <a:t>&gt;&gt;&gt; </a:t>
            </a:r>
            <a:r>
              <a:rPr lang="es-419" sz="1425" dirty="0" err="1">
                <a:latin typeface="Courier New"/>
                <a:ea typeface="Courier New"/>
                <a:cs typeface="Courier New"/>
                <a:sym typeface="Courier New"/>
              </a:rPr>
              <a:t>print</a:t>
            </a:r>
            <a:r>
              <a:rPr lang="es-419" sz="1425" dirty="0">
                <a:latin typeface="Courier New"/>
                <a:ea typeface="Courier New"/>
                <a:cs typeface="Courier New"/>
                <a:sym typeface="Courier New"/>
              </a:rPr>
              <a:t>(bolsa)</a:t>
            </a:r>
          </a:p>
          <a:p>
            <a:pPr lvl="0">
              <a:buClr>
                <a:schemeClr val="lt1"/>
              </a:buClr>
              <a:buSzPct val="25000"/>
            </a:pPr>
            <a:r>
              <a:rPr lang="es-419" sz="1425" dirty="0">
                <a:latin typeface="Courier New"/>
                <a:ea typeface="Courier New"/>
                <a:cs typeface="Courier New"/>
                <a:sym typeface="Courier New"/>
              </a:rPr>
              <a:t>{'dinero': 12, 'papel': 75, 'dulce': 3}</a:t>
            </a:r>
          </a:p>
          <a:p>
            <a:pPr>
              <a:buClr>
                <a:schemeClr val="lt1"/>
              </a:buClr>
              <a:buSzPct val="25000"/>
            </a:pPr>
            <a:r>
              <a:rPr lang="es-419" sz="1425" dirty="0">
                <a:latin typeface="Courier New"/>
                <a:ea typeface="Courier New"/>
                <a:cs typeface="Courier New"/>
                <a:sym typeface="Courier New"/>
              </a:rPr>
              <a:t>&gt;&gt;&gt; </a:t>
            </a:r>
            <a:r>
              <a:rPr lang="es-419" sz="1425" dirty="0" err="1">
                <a:latin typeface="Courier New"/>
                <a:ea typeface="Courier New"/>
                <a:cs typeface="Courier New"/>
                <a:sym typeface="Courier New"/>
              </a:rPr>
              <a:t>print</a:t>
            </a:r>
            <a:r>
              <a:rPr lang="es-419" sz="1425" dirty="0">
                <a:latin typeface="Courier New"/>
                <a:ea typeface="Courier New"/>
                <a:cs typeface="Courier New"/>
                <a:sym typeface="Courier New"/>
              </a:rPr>
              <a:t>(bolsa['dulce'])</a:t>
            </a:r>
          </a:p>
          <a:p>
            <a:pPr lvl="0">
              <a:buClr>
                <a:schemeClr val="lt1"/>
              </a:buClr>
              <a:buSzPct val="25000"/>
            </a:pPr>
            <a:r>
              <a:rPr lang="es-419" sz="1425" dirty="0">
                <a:latin typeface="Courier New"/>
                <a:ea typeface="Courier New"/>
                <a:cs typeface="Courier New"/>
                <a:sym typeface="Courier New"/>
              </a:rPr>
              <a:t>3</a:t>
            </a:r>
          </a:p>
          <a:p>
            <a:pPr lvl="0">
              <a:buClr>
                <a:schemeClr val="lt1"/>
              </a:buClr>
              <a:buSzPct val="25000"/>
            </a:pPr>
            <a:r>
              <a:rPr lang="es-419" sz="1425" dirty="0">
                <a:latin typeface="Courier New"/>
                <a:ea typeface="Courier New"/>
                <a:cs typeface="Courier New"/>
                <a:sym typeface="Courier New"/>
              </a:rPr>
              <a:t>&gt;&gt;&gt; bolsa['dulce'] = bolsa['dulce'] + 2</a:t>
            </a:r>
          </a:p>
          <a:p>
            <a:pPr>
              <a:buClr>
                <a:schemeClr val="lt1"/>
              </a:buClr>
              <a:buSzPct val="25000"/>
            </a:pPr>
            <a:r>
              <a:rPr lang="es-419" sz="1425" dirty="0">
                <a:latin typeface="Courier New"/>
                <a:ea typeface="Courier New"/>
                <a:cs typeface="Courier New"/>
                <a:sym typeface="Courier New"/>
              </a:rPr>
              <a:t>&gt;&gt;&gt; </a:t>
            </a:r>
            <a:r>
              <a:rPr lang="es-419" sz="1425" dirty="0" err="1">
                <a:latin typeface="Courier New"/>
                <a:ea typeface="Courier New"/>
                <a:cs typeface="Courier New"/>
                <a:sym typeface="Courier New"/>
              </a:rPr>
              <a:t>print</a:t>
            </a:r>
            <a:r>
              <a:rPr lang="es-419" sz="1425" dirty="0">
                <a:latin typeface="Courier New"/>
                <a:ea typeface="Courier New"/>
                <a:cs typeface="Courier New"/>
                <a:sym typeface="Courier New"/>
              </a:rPr>
              <a:t>(bolsa)</a:t>
            </a:r>
          </a:p>
          <a:p>
            <a:pPr lvl="0">
              <a:buClr>
                <a:schemeClr val="lt1"/>
              </a:buClr>
              <a:buSzPct val="25000"/>
            </a:pPr>
            <a:r>
              <a:rPr lang="es-419" sz="1425" dirty="0">
                <a:latin typeface="Courier New"/>
                <a:ea typeface="Courier New"/>
                <a:cs typeface="Courier New"/>
                <a:sym typeface="Courier New"/>
              </a:rPr>
              <a:t>{'dinero': 12, 'papel': 75, 'dulce': 5</a:t>
            </a:r>
            <a:endParaRPr lang="es-MX" sz="1425"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64"/>
        <p:cNvGrpSpPr/>
        <p:nvPr/>
      </p:nvGrpSpPr>
      <p:grpSpPr>
        <a:xfrm>
          <a:off x="0" y="0"/>
          <a:ext cx="0" cy="0"/>
          <a:chOff x="0" y="0"/>
          <a:chExt cx="0" cy="0"/>
        </a:xfrm>
      </p:grpSpPr>
      <p:sp>
        <p:nvSpPr>
          <p:cNvPr id="265" name="Shape 265"/>
          <p:cNvSpPr txBox="1">
            <a:spLocks noGrp="1"/>
          </p:cNvSpPr>
          <p:nvPr>
            <p:ph type="title"/>
          </p:nvPr>
        </p:nvSpPr>
        <p:spPr>
          <a:xfrm>
            <a:off x="0" y="678813"/>
            <a:ext cx="12192000" cy="935791"/>
          </a:xfrm>
          <a:prstGeom prst="rect">
            <a:avLst/>
          </a:prstGeom>
          <a:noFill/>
          <a:ln>
            <a:noFill/>
          </a:ln>
        </p:spPr>
        <p:txBody>
          <a:bodyPr vert="horz" lIns="28575" tIns="28575" rIns="28575" bIns="28575" rtlCol="0" anchor="ctr" anchorCtr="0">
            <a:noAutofit/>
          </a:bodyPr>
          <a:lstStyle/>
          <a:p>
            <a:pPr algn="ctr">
              <a:spcBef>
                <a:spcPts val="0"/>
              </a:spcBef>
              <a:buClr>
                <a:srgbClr val="FF7F00"/>
              </a:buClr>
              <a:buSzPct val="25000"/>
            </a:pPr>
            <a:r>
              <a:rPr lang="es-ES" sz="4950" dirty="0">
                <a:solidFill>
                  <a:srgbClr val="FFD966"/>
                </a:solidFill>
                <a:latin typeface="Arial" charset="0"/>
                <a:ea typeface="Arial" charset="0"/>
                <a:cs typeface="Arial" charset="0"/>
                <a:sym typeface="Cabin"/>
              </a:rPr>
              <a:t>Comparación de Listas y Diccionarios</a:t>
            </a:r>
            <a:endParaRPr lang="en-US" sz="4950" dirty="0">
              <a:solidFill>
                <a:srgbClr val="FFD966"/>
              </a:solidFill>
              <a:latin typeface="Arial" charset="0"/>
              <a:ea typeface="Arial" charset="0"/>
              <a:cs typeface="Arial" charset="0"/>
              <a:sym typeface="Cabin"/>
            </a:endParaRPr>
          </a:p>
        </p:txBody>
      </p:sp>
      <p:sp>
        <p:nvSpPr>
          <p:cNvPr id="266" name="Shape 266"/>
          <p:cNvSpPr txBox="1">
            <a:spLocks noGrp="1"/>
          </p:cNvSpPr>
          <p:nvPr>
            <p:ph idx="1"/>
          </p:nvPr>
        </p:nvSpPr>
        <p:spPr>
          <a:xfrm>
            <a:off x="866775" y="1952626"/>
            <a:ext cx="10448925" cy="1323975"/>
          </a:xfrm>
          <a:prstGeom prst="rect">
            <a:avLst/>
          </a:prstGeom>
          <a:noFill/>
          <a:ln>
            <a:noFill/>
          </a:ln>
        </p:spPr>
        <p:txBody>
          <a:bodyPr vert="horz" lIns="28575" tIns="28575" rIns="28575" bIns="28575" rtlCol="0" anchor="ctr" anchorCtr="0">
            <a:noAutofit/>
          </a:bodyPr>
          <a:lstStyle/>
          <a:p>
            <a:pPr marL="161925">
              <a:spcBef>
                <a:spcPts val="0"/>
              </a:spcBef>
              <a:buClr>
                <a:srgbClr val="FF00FF"/>
              </a:buClr>
              <a:buSzPct val="171000"/>
            </a:pPr>
            <a:r>
              <a:rPr lang="es-419" sz="2700" dirty="0">
                <a:solidFill>
                  <a:schemeClr val="lt1"/>
                </a:solidFill>
                <a:latin typeface="Arial" charset="0"/>
                <a:ea typeface="Arial" charset="0"/>
                <a:cs typeface="Arial" charset="0"/>
                <a:sym typeface="Cabin"/>
              </a:rPr>
              <a:t>Los </a:t>
            </a:r>
            <a:r>
              <a:rPr lang="es-419" sz="2700" dirty="0">
                <a:solidFill>
                  <a:srgbClr val="FF00FF"/>
                </a:solidFill>
                <a:latin typeface="Arial" charset="0"/>
                <a:ea typeface="Arial" charset="0"/>
                <a:cs typeface="Arial" charset="0"/>
                <a:sym typeface="Cabin"/>
              </a:rPr>
              <a:t>Diccionarios</a:t>
            </a:r>
            <a:r>
              <a:rPr lang="es-419" sz="2700" dirty="0">
                <a:solidFill>
                  <a:schemeClr val="lt1"/>
                </a:solidFill>
                <a:latin typeface="Arial" charset="0"/>
                <a:ea typeface="Arial" charset="0"/>
                <a:cs typeface="Arial" charset="0"/>
                <a:sym typeface="Cabin"/>
              </a:rPr>
              <a:t> son como </a:t>
            </a:r>
            <a:r>
              <a:rPr lang="es-419" sz="2700" dirty="0">
                <a:solidFill>
                  <a:srgbClr val="00FF00"/>
                </a:solidFill>
                <a:latin typeface="Arial" charset="0"/>
                <a:ea typeface="Arial" charset="0"/>
                <a:cs typeface="Arial" charset="0"/>
                <a:sym typeface="Cabin"/>
              </a:rPr>
              <a:t>listas</a:t>
            </a:r>
            <a:r>
              <a:rPr lang="es-419" sz="2700" dirty="0">
                <a:solidFill>
                  <a:schemeClr val="lt1"/>
                </a:solidFill>
                <a:latin typeface="Arial" charset="0"/>
                <a:ea typeface="Arial" charset="0"/>
                <a:cs typeface="Arial" charset="0"/>
                <a:sym typeface="Cabin"/>
              </a:rPr>
              <a:t> a excepción de que utilizan </a:t>
            </a:r>
            <a:r>
              <a:rPr lang="es-419" sz="2700" dirty="0">
                <a:solidFill>
                  <a:srgbClr val="FF7F00"/>
                </a:solidFill>
                <a:latin typeface="Arial" charset="0"/>
                <a:ea typeface="Arial" charset="0"/>
                <a:cs typeface="Arial" charset="0"/>
                <a:sym typeface="Cabin"/>
              </a:rPr>
              <a:t>claves</a:t>
            </a:r>
            <a:r>
              <a:rPr lang="es-419" sz="2700" dirty="0">
                <a:solidFill>
                  <a:schemeClr val="lt1"/>
                </a:solidFill>
                <a:latin typeface="Arial" charset="0"/>
                <a:ea typeface="Arial" charset="0"/>
                <a:cs typeface="Arial" charset="0"/>
                <a:sym typeface="Cabin"/>
              </a:rPr>
              <a:t> en vez de números para buscar </a:t>
            </a:r>
            <a:r>
              <a:rPr lang="es-419" sz="2700" dirty="0">
                <a:solidFill>
                  <a:srgbClr val="FFFF00"/>
                </a:solidFill>
                <a:latin typeface="Arial" charset="0"/>
                <a:ea typeface="Arial" charset="0"/>
                <a:cs typeface="Arial" charset="0"/>
                <a:sym typeface="Cabin"/>
              </a:rPr>
              <a:t>valores</a:t>
            </a:r>
          </a:p>
        </p:txBody>
      </p:sp>
      <p:sp>
        <p:nvSpPr>
          <p:cNvPr id="267" name="Shape 267"/>
          <p:cNvSpPr txBox="1"/>
          <p:nvPr/>
        </p:nvSpPr>
        <p:spPr>
          <a:xfrm>
            <a:off x="1785938" y="3413509"/>
            <a:ext cx="3794400" cy="2683682"/>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00FFFF"/>
                </a:solidFill>
                <a:effectLst/>
                <a:uLnTx/>
                <a:uFillTx/>
                <a:latin typeface="Courier"/>
                <a:ea typeface="Courier"/>
                <a:cs typeface="Courier"/>
                <a:sym typeface="Courier New"/>
              </a:rPr>
              <a:t>list()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err="1">
                <a:ln>
                  <a:noFill/>
                </a:ln>
                <a:solidFill>
                  <a:srgbClr val="FF00FF"/>
                </a:solidFill>
                <a:effectLst/>
                <a:uLnTx/>
                <a:uFillTx/>
                <a:latin typeface="Courier"/>
                <a:ea typeface="Courier"/>
                <a:cs typeface="Courier"/>
                <a:sym typeface="Courier New"/>
              </a:rPr>
              <a:t>append</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21</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err="1">
                <a:ln>
                  <a:noFill/>
                </a:ln>
                <a:solidFill>
                  <a:srgbClr val="FF00FF"/>
                </a:solidFill>
                <a:effectLst/>
                <a:uLnTx/>
                <a:uFillTx/>
                <a:latin typeface="Courier"/>
                <a:ea typeface="Courier"/>
                <a:cs typeface="Courier"/>
                <a:sym typeface="Courier New"/>
              </a:rPr>
              <a:t>append</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183</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21, 183</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250" b="0" i="0" u="none" strike="noStrike" kern="0" cap="none" spc="0" normalizeH="0" baseline="0" noProof="0" dirty="0">
                <a:ln>
                  <a:noFill/>
                </a:ln>
                <a:solidFill>
                  <a:srgbClr val="FFFFFF"/>
                </a:solidFill>
                <a:effectLst/>
                <a:uLnTx/>
                <a:uFillTx/>
                <a:latin typeface="Courier"/>
                <a:ea typeface="Courier"/>
                <a:cs typeface="Courier"/>
                <a:sym typeface="Courier New"/>
              </a:rPr>
              <a:t>0</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23</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23, 183</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a:t>
            </a:r>
          </a:p>
        </p:txBody>
      </p:sp>
      <p:sp>
        <p:nvSpPr>
          <p:cNvPr id="268" name="Shape 268"/>
          <p:cNvSpPr txBox="1"/>
          <p:nvPr/>
        </p:nvSpPr>
        <p:spPr>
          <a:xfrm>
            <a:off x="6812756" y="2997991"/>
            <a:ext cx="4869450" cy="3324149"/>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0000FF"/>
                </a:solidFill>
                <a:effectLst/>
                <a:uLnTx/>
                <a:uFillTx/>
                <a:latin typeface="Courier New"/>
                <a:ea typeface="Courier New"/>
                <a:cs typeface="Courier New"/>
                <a:sym typeface="Courier New"/>
              </a:rPr>
              <a:t> </a:t>
            </a:r>
            <a:r>
              <a:rPr kumimoji="0" lang="es-419" sz="22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dict</a:t>
            </a:r>
            <a:r>
              <a:rPr kumimoji="0" lang="es-419" sz="2250" b="0" i="0" u="none" strike="noStrike" kern="0" cap="none" spc="0" normalizeH="0" baseline="0" noProof="0" dirty="0">
                <a:ln>
                  <a:noFill/>
                </a:ln>
                <a:solidFill>
                  <a:srgbClr val="00FF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21</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21</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 23</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2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2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dct</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250" b="0" i="0" u="none" strike="noStrike" kern="0" cap="none" spc="0" normalizeH="0" baseline="0" noProof="0" dirty="0">
                <a:ln>
                  <a:noFill/>
                </a:ln>
                <a:solidFill>
                  <a:srgbClr val="FFFF00"/>
                </a:solidFill>
                <a:effectLst/>
                <a:uLnTx/>
                <a:uFillTx/>
                <a:latin typeface="Courier New"/>
                <a:ea typeface="Courier New"/>
                <a:cs typeface="Courier New"/>
                <a:sym typeface="Courier New"/>
              </a:rPr>
              <a:t>23</a:t>
            </a:r>
            <a:r>
              <a:rPr kumimoji="0" lang="es-419" sz="22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72"/>
        <p:cNvGrpSpPr/>
        <p:nvPr/>
      </p:nvGrpSpPr>
      <p:grpSpPr>
        <a:xfrm>
          <a:off x="0" y="0"/>
          <a:ext cx="0" cy="0"/>
          <a:chOff x="0" y="0"/>
          <a:chExt cx="0" cy="0"/>
        </a:xfrm>
      </p:grpSpPr>
      <p:sp>
        <p:nvSpPr>
          <p:cNvPr id="273" name="Shape 273"/>
          <p:cNvSpPr txBox="1"/>
          <p:nvPr/>
        </p:nvSpPr>
        <p:spPr>
          <a:xfrm>
            <a:off x="1190007" y="584549"/>
            <a:ext cx="4268249" cy="2694432"/>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 =</a:t>
            </a:r>
            <a:r>
              <a:rPr kumimoji="0" lang="en-US" sz="2100" b="0" i="0" u="none" strike="noStrike" kern="0" cap="none" spc="0" normalizeH="0" baseline="0" noProof="0" dirty="0">
                <a:ln>
                  <a:noFill/>
                </a:ln>
                <a:solidFill>
                  <a:srgbClr val="0000FF"/>
                </a:solidFill>
                <a:effectLst/>
                <a:uLnTx/>
                <a:uFillTx/>
                <a:latin typeface="Courier"/>
                <a:ea typeface="Courier"/>
                <a:cs typeface="Courier"/>
                <a:sym typeface="Courier New"/>
              </a:rPr>
              <a:t> </a:t>
            </a:r>
            <a:r>
              <a:rPr kumimoji="0" lang="en-US" sz="2100" b="0" i="0" u="none" strike="noStrike" kern="0" cap="none" spc="0" normalizeH="0" baseline="0" noProof="0" dirty="0">
                <a:ln>
                  <a:noFill/>
                </a:ln>
                <a:solidFill>
                  <a:srgbClr val="00FFFF"/>
                </a:solidFill>
                <a:effectLst/>
                <a:uLnTx/>
                <a:uFillTx/>
                <a:latin typeface="Courier"/>
                <a:ea typeface="Courier"/>
                <a:cs typeface="Courier"/>
                <a:sym typeface="Courier New"/>
              </a:rPr>
              <a:t>list()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lst.append</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21</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lst.append</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183</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a:t>
            </a:r>
            <a:endPar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21, 183</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100" b="0" i="0" u="none" strike="noStrike" kern="0" cap="none" spc="0" normalizeH="0" baseline="0" noProof="0" dirty="0">
                <a:ln>
                  <a:noFill/>
                </a:ln>
                <a:solidFill>
                  <a:srgbClr val="FF7F00"/>
                </a:solidFill>
                <a:effectLst/>
                <a:uLnTx/>
                <a:uFillTx/>
                <a:latin typeface="Courier"/>
                <a:ea typeface="Courier"/>
                <a:cs typeface="Courier"/>
                <a:sym typeface="Courier New"/>
              </a:rPr>
              <a:t>[0]</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 = </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23</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&gt;&gt;&gt; </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100" b="0" i="0" u="none" strike="noStrike" kern="0" cap="none" spc="0" normalizeH="0" baseline="0" noProof="0" dirty="0" err="1">
                <a:ln>
                  <a:noFill/>
                </a:ln>
                <a:solidFill>
                  <a:srgbClr val="00FF00"/>
                </a:solidFill>
                <a:effectLst/>
                <a:uLnTx/>
                <a:uFillTx/>
                <a:latin typeface="Courier"/>
                <a:ea typeface="Courier"/>
                <a:cs typeface="Courier"/>
                <a:sym typeface="Courier New"/>
              </a:rPr>
              <a:t>lst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a:t>
            </a:r>
            <a:endPar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r>
              <a:rPr kumimoji="0" lang="en-US" sz="2100" b="0" i="0" u="none" strike="noStrike" kern="0" cap="none" spc="0" normalizeH="0" baseline="0" noProof="0" dirty="0">
                <a:ln>
                  <a:noFill/>
                </a:ln>
                <a:solidFill>
                  <a:srgbClr val="FFFF00"/>
                </a:solidFill>
                <a:effectLst/>
                <a:uLnTx/>
                <a:uFillTx/>
                <a:latin typeface="Courier"/>
                <a:ea typeface="Courier"/>
                <a:cs typeface="Courier"/>
                <a:sym typeface="Courier New"/>
              </a:rPr>
              <a:t>23, 183</a:t>
            </a:r>
            <a:r>
              <a:rPr kumimoji="0" lang="en-US" sz="2100" b="0" i="0" u="none" strike="noStrike" kern="0" cap="none" spc="0" normalizeH="0" baseline="0" noProof="0" dirty="0">
                <a:ln>
                  <a:noFill/>
                </a:ln>
                <a:solidFill>
                  <a:srgbClr val="00FF00"/>
                </a:solidFill>
                <a:effectLst/>
                <a:uLnTx/>
                <a:uFillTx/>
                <a:latin typeface="Courier"/>
                <a:ea typeface="Courier"/>
                <a:cs typeface="Courier"/>
                <a:sym typeface="Courier New"/>
              </a:rPr>
              <a:t>]</a:t>
            </a:r>
          </a:p>
        </p:txBody>
      </p:sp>
      <p:sp>
        <p:nvSpPr>
          <p:cNvPr id="274" name="Shape 274"/>
          <p:cNvSpPr txBox="1"/>
          <p:nvPr/>
        </p:nvSpPr>
        <p:spPr>
          <a:xfrm>
            <a:off x="1190007" y="3389624"/>
            <a:ext cx="4661774" cy="2955150"/>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 </a:t>
            </a:r>
            <a:r>
              <a:rPr kumimoji="0" lang="es-419" sz="210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dict</a:t>
            </a:r>
            <a:r>
              <a:rPr kumimoji="0" lang="es-419" sz="2100" b="0" i="0" u="none" strike="noStrike" kern="0" cap="none" spc="0" normalizeH="0" baseline="0" noProof="0" dirty="0">
                <a:ln>
                  <a:noFill/>
                </a:ln>
                <a:solidFill>
                  <a:srgbClr val="00FF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21</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21</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 23</a:t>
            </a: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&gt;&gt;&gt; </a:t>
            </a:r>
            <a:r>
              <a:rPr kumimoji="0" lang="es-419" sz="21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21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ddd</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'curso'</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182</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7F00"/>
                </a:solidFill>
                <a:effectLst/>
                <a:uLnTx/>
                <a:uFillTx/>
                <a:latin typeface="Courier New"/>
                <a:ea typeface="Courier New"/>
                <a:cs typeface="Courier New"/>
                <a:sym typeface="Courier New"/>
              </a:rPr>
              <a:t>'edad'</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23</a:t>
            </a:r>
            <a:r>
              <a:rPr kumimoji="0" lang="es-419" sz="210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p:txBody>
      </p:sp>
      <p:sp>
        <p:nvSpPr>
          <p:cNvPr id="20" name="Shape 275">
            <a:extLst>
              <a:ext uri="{FF2B5EF4-FFF2-40B4-BE49-F238E27FC236}">
                <a16:creationId xmlns:a16="http://schemas.microsoft.com/office/drawing/2014/main" id="{776CAACF-C796-4D5E-82DF-20D7F2BAE212}"/>
              </a:ext>
            </a:extLst>
          </p:cNvPr>
          <p:cNvSpPr txBox="1"/>
          <p:nvPr/>
        </p:nvSpPr>
        <p:spPr>
          <a:xfrm>
            <a:off x="7697393" y="1689460"/>
            <a:ext cx="485775"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a:ln>
                  <a:noFill/>
                </a:ln>
                <a:solidFill>
                  <a:srgbClr val="FF7F00"/>
                </a:solidFill>
                <a:effectLst/>
                <a:uLnTx/>
                <a:uFillTx/>
                <a:latin typeface="Arial" charset="0"/>
                <a:ea typeface="Arial" charset="0"/>
                <a:cs typeface="Arial" charset="0"/>
                <a:sym typeface="Cabin"/>
              </a:rPr>
              <a:t>[0]</a:t>
            </a:r>
          </a:p>
        </p:txBody>
      </p:sp>
      <p:sp>
        <p:nvSpPr>
          <p:cNvPr id="21" name="Shape 276">
            <a:extLst>
              <a:ext uri="{FF2B5EF4-FFF2-40B4-BE49-F238E27FC236}">
                <a16:creationId xmlns:a16="http://schemas.microsoft.com/office/drawing/2014/main" id="{4719B373-D890-4142-A2B6-F59772369AAF}"/>
              </a:ext>
            </a:extLst>
          </p:cNvPr>
          <p:cNvSpPr txBox="1"/>
          <p:nvPr/>
        </p:nvSpPr>
        <p:spPr>
          <a:xfrm>
            <a:off x="8690375" y="1679935"/>
            <a:ext cx="447750"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400" b="0" i="0" u="none" strike="noStrike" kern="0" cap="none" spc="0" normalizeH="0" baseline="0" noProof="0">
                <a:ln>
                  <a:noFill/>
                </a:ln>
                <a:solidFill>
                  <a:prstClr val="white"/>
                </a:solidFill>
                <a:effectLst/>
                <a:uLnTx/>
                <a:uFillTx/>
                <a:latin typeface="Arial" charset="0"/>
                <a:ea typeface="Arial" charset="0"/>
                <a:cs typeface="Arial" charset="0"/>
                <a:sym typeface="Cabin"/>
              </a:rPr>
              <a:t> 21</a:t>
            </a:r>
          </a:p>
        </p:txBody>
      </p:sp>
      <p:sp>
        <p:nvSpPr>
          <p:cNvPr id="22" name="Shape 277">
            <a:extLst>
              <a:ext uri="{FF2B5EF4-FFF2-40B4-BE49-F238E27FC236}">
                <a16:creationId xmlns:a16="http://schemas.microsoft.com/office/drawing/2014/main" id="{0F2D7E7F-A118-4129-8FB9-4DC1CDC50CF9}"/>
              </a:ext>
            </a:extLst>
          </p:cNvPr>
          <p:cNvSpPr txBox="1"/>
          <p:nvPr/>
        </p:nvSpPr>
        <p:spPr>
          <a:xfrm>
            <a:off x="7697393" y="2260960"/>
            <a:ext cx="485775"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a:ln>
                  <a:noFill/>
                </a:ln>
                <a:solidFill>
                  <a:srgbClr val="FF7F00"/>
                </a:solidFill>
                <a:effectLst/>
                <a:uLnTx/>
                <a:uFillTx/>
                <a:latin typeface="Arial" charset="0"/>
                <a:ea typeface="Arial" charset="0"/>
                <a:cs typeface="Arial" charset="0"/>
                <a:sym typeface="Cabin"/>
              </a:rPr>
              <a:t>[1]</a:t>
            </a:r>
          </a:p>
        </p:txBody>
      </p:sp>
      <p:sp>
        <p:nvSpPr>
          <p:cNvPr id="23" name="Shape 278">
            <a:extLst>
              <a:ext uri="{FF2B5EF4-FFF2-40B4-BE49-F238E27FC236}">
                <a16:creationId xmlns:a16="http://schemas.microsoft.com/office/drawing/2014/main" id="{A91040C5-E7EC-4273-8A61-DABBA341B8DE}"/>
              </a:ext>
            </a:extLst>
          </p:cNvPr>
          <p:cNvSpPr txBox="1"/>
          <p:nvPr/>
        </p:nvSpPr>
        <p:spPr>
          <a:xfrm>
            <a:off x="8690375" y="2251435"/>
            <a:ext cx="710774"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400" b="0" i="0" u="none" strike="noStrike" kern="0" cap="none" spc="0" normalizeH="0" baseline="0" noProof="0">
                <a:ln>
                  <a:noFill/>
                </a:ln>
                <a:solidFill>
                  <a:prstClr val="white"/>
                </a:solidFill>
                <a:effectLst/>
                <a:uLnTx/>
                <a:uFillTx/>
                <a:latin typeface="Arial" charset="0"/>
                <a:ea typeface="Arial" charset="0"/>
                <a:cs typeface="Arial" charset="0"/>
                <a:sym typeface="Cabin"/>
              </a:rPr>
              <a:t> 183</a:t>
            </a:r>
          </a:p>
        </p:txBody>
      </p:sp>
      <p:sp>
        <p:nvSpPr>
          <p:cNvPr id="24" name="Shape 279">
            <a:extLst>
              <a:ext uri="{FF2B5EF4-FFF2-40B4-BE49-F238E27FC236}">
                <a16:creationId xmlns:a16="http://schemas.microsoft.com/office/drawing/2014/main" id="{F1758EB2-5905-4D07-979C-5A611083EB3A}"/>
              </a:ext>
            </a:extLst>
          </p:cNvPr>
          <p:cNvSpPr txBox="1"/>
          <p:nvPr/>
        </p:nvSpPr>
        <p:spPr>
          <a:xfrm>
            <a:off x="10319150" y="1803760"/>
            <a:ext cx="485775" cy="5809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00FF00"/>
              </a:buClr>
              <a:buSzPct val="25000"/>
              <a:buFontTx/>
              <a:buNone/>
              <a:tabLst/>
              <a:defRPr/>
            </a:pPr>
            <a:r>
              <a:rPr kumimoji="0" lang="es-419" sz="2400" b="0" i="0" u="none" strike="noStrike" kern="0" cap="none" spc="0" normalizeH="0" baseline="0" noProof="0">
                <a:ln>
                  <a:noFill/>
                </a:ln>
                <a:solidFill>
                  <a:srgbClr val="00FF00"/>
                </a:solidFill>
                <a:effectLst/>
                <a:uLnTx/>
                <a:uFillTx/>
                <a:latin typeface="Arial" charset="0"/>
                <a:ea typeface="Arial" charset="0"/>
                <a:cs typeface="Arial" charset="0"/>
                <a:sym typeface="Cabin"/>
              </a:rPr>
              <a:t>lst</a:t>
            </a:r>
          </a:p>
        </p:txBody>
      </p:sp>
      <p:sp>
        <p:nvSpPr>
          <p:cNvPr id="25" name="Shape 280">
            <a:extLst>
              <a:ext uri="{FF2B5EF4-FFF2-40B4-BE49-F238E27FC236}">
                <a16:creationId xmlns:a16="http://schemas.microsoft.com/office/drawing/2014/main" id="{00B7FC81-B1C6-4C8C-BE08-A4A77B4AC64A}"/>
              </a:ext>
            </a:extLst>
          </p:cNvPr>
          <p:cNvSpPr txBox="1"/>
          <p:nvPr/>
        </p:nvSpPr>
        <p:spPr>
          <a:xfrm>
            <a:off x="7640243" y="1089385"/>
            <a:ext cx="829865" cy="4666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Clave</a:t>
            </a:r>
          </a:p>
        </p:txBody>
      </p:sp>
      <p:sp>
        <p:nvSpPr>
          <p:cNvPr id="26" name="Shape 281">
            <a:extLst>
              <a:ext uri="{FF2B5EF4-FFF2-40B4-BE49-F238E27FC236}">
                <a16:creationId xmlns:a16="http://schemas.microsoft.com/office/drawing/2014/main" id="{0F35AE6A-EF26-4F06-8F1F-BF8F837605F4}"/>
              </a:ext>
            </a:extLst>
          </p:cNvPr>
          <p:cNvSpPr txBox="1"/>
          <p:nvPr/>
        </p:nvSpPr>
        <p:spPr>
          <a:xfrm>
            <a:off x="8705852" y="1089385"/>
            <a:ext cx="829865" cy="466724"/>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4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Valor</a:t>
            </a:r>
          </a:p>
        </p:txBody>
      </p:sp>
      <p:sp>
        <p:nvSpPr>
          <p:cNvPr id="27" name="Shape 282">
            <a:extLst>
              <a:ext uri="{FF2B5EF4-FFF2-40B4-BE49-F238E27FC236}">
                <a16:creationId xmlns:a16="http://schemas.microsoft.com/office/drawing/2014/main" id="{350D0F96-4BE8-4506-96DB-717BF766D997}"/>
              </a:ext>
            </a:extLst>
          </p:cNvPr>
          <p:cNvSpPr txBox="1"/>
          <p:nvPr/>
        </p:nvSpPr>
        <p:spPr>
          <a:xfrm>
            <a:off x="7063981" y="4764841"/>
            <a:ext cx="1385774"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['curso']</a:t>
            </a:r>
          </a:p>
        </p:txBody>
      </p:sp>
      <p:sp>
        <p:nvSpPr>
          <p:cNvPr id="28" name="Shape 283">
            <a:extLst>
              <a:ext uri="{FF2B5EF4-FFF2-40B4-BE49-F238E27FC236}">
                <a16:creationId xmlns:a16="http://schemas.microsoft.com/office/drawing/2014/main" id="{BEDCB589-1EA2-4F01-B78C-DB5200FB44BA}"/>
              </a:ext>
            </a:extLst>
          </p:cNvPr>
          <p:cNvSpPr txBox="1"/>
          <p:nvPr/>
        </p:nvSpPr>
        <p:spPr>
          <a:xfrm>
            <a:off x="8842775" y="4755316"/>
            <a:ext cx="710774"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400" b="0" i="0" u="none" strike="noStrike" kern="0" cap="none" spc="0" normalizeH="0" baseline="0" noProof="0">
                <a:ln>
                  <a:noFill/>
                </a:ln>
                <a:solidFill>
                  <a:prstClr val="white"/>
                </a:solidFill>
                <a:effectLst/>
                <a:uLnTx/>
                <a:uFillTx/>
                <a:latin typeface="Arial" charset="0"/>
                <a:ea typeface="Arial" charset="0"/>
                <a:cs typeface="Arial" charset="0"/>
                <a:sym typeface="Cabin"/>
              </a:rPr>
              <a:t> 182</a:t>
            </a:r>
          </a:p>
        </p:txBody>
      </p:sp>
      <p:sp>
        <p:nvSpPr>
          <p:cNvPr id="29" name="Shape 284">
            <a:extLst>
              <a:ext uri="{FF2B5EF4-FFF2-40B4-BE49-F238E27FC236}">
                <a16:creationId xmlns:a16="http://schemas.microsoft.com/office/drawing/2014/main" id="{B55012B8-617E-427A-9E6D-E2A68D3701F8}"/>
              </a:ext>
            </a:extLst>
          </p:cNvPr>
          <p:cNvSpPr txBox="1"/>
          <p:nvPr/>
        </p:nvSpPr>
        <p:spPr>
          <a:xfrm>
            <a:off x="7318332" y="5336341"/>
            <a:ext cx="1131649"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['edad']</a:t>
            </a:r>
          </a:p>
        </p:txBody>
      </p:sp>
      <p:sp>
        <p:nvSpPr>
          <p:cNvPr id="30" name="Shape 285">
            <a:extLst>
              <a:ext uri="{FF2B5EF4-FFF2-40B4-BE49-F238E27FC236}">
                <a16:creationId xmlns:a16="http://schemas.microsoft.com/office/drawing/2014/main" id="{CF7EA940-3ADC-4CD8-90DA-4B37FC986BFC}"/>
              </a:ext>
            </a:extLst>
          </p:cNvPr>
          <p:cNvSpPr txBox="1"/>
          <p:nvPr/>
        </p:nvSpPr>
        <p:spPr>
          <a:xfrm>
            <a:off x="8842775" y="5326816"/>
            <a:ext cx="447750"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400" b="0" i="0" u="none" strike="noStrike" kern="0" cap="none" spc="0" normalizeH="0" baseline="0" noProof="0">
                <a:ln>
                  <a:noFill/>
                </a:ln>
                <a:solidFill>
                  <a:prstClr val="white"/>
                </a:solidFill>
                <a:effectLst/>
                <a:uLnTx/>
                <a:uFillTx/>
                <a:latin typeface="Arial" charset="0"/>
                <a:ea typeface="Arial" charset="0"/>
                <a:cs typeface="Arial" charset="0"/>
                <a:sym typeface="Cabin"/>
              </a:rPr>
              <a:t> 21</a:t>
            </a:r>
          </a:p>
        </p:txBody>
      </p:sp>
      <p:sp>
        <p:nvSpPr>
          <p:cNvPr id="31" name="Shape 286">
            <a:extLst>
              <a:ext uri="{FF2B5EF4-FFF2-40B4-BE49-F238E27FC236}">
                <a16:creationId xmlns:a16="http://schemas.microsoft.com/office/drawing/2014/main" id="{DC97C5AC-795A-4665-BA2A-363F2DB46D69}"/>
              </a:ext>
            </a:extLst>
          </p:cNvPr>
          <p:cNvSpPr txBox="1"/>
          <p:nvPr/>
        </p:nvSpPr>
        <p:spPr>
          <a:xfrm>
            <a:off x="10195324" y="4917241"/>
            <a:ext cx="747713" cy="581025"/>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0" cap="none" spc="0" normalizeH="0" baseline="0" noProof="0">
                <a:ln>
                  <a:noFill/>
                </a:ln>
                <a:solidFill>
                  <a:srgbClr val="FF00FF"/>
                </a:solidFill>
                <a:effectLst/>
                <a:uLnTx/>
                <a:uFillTx/>
                <a:latin typeface="Arial" charset="0"/>
                <a:ea typeface="Arial" charset="0"/>
                <a:cs typeface="Arial" charset="0"/>
                <a:sym typeface="Cabin"/>
              </a:rPr>
              <a:t>ddd</a:t>
            </a:r>
          </a:p>
        </p:txBody>
      </p:sp>
      <p:sp>
        <p:nvSpPr>
          <p:cNvPr id="32" name="Shape 287">
            <a:extLst>
              <a:ext uri="{FF2B5EF4-FFF2-40B4-BE49-F238E27FC236}">
                <a16:creationId xmlns:a16="http://schemas.microsoft.com/office/drawing/2014/main" id="{931ECB07-9DDB-465B-8CEF-47C3D8729E68}"/>
              </a:ext>
            </a:extLst>
          </p:cNvPr>
          <p:cNvSpPr txBox="1"/>
          <p:nvPr/>
        </p:nvSpPr>
        <p:spPr>
          <a:xfrm>
            <a:off x="7735493" y="4164766"/>
            <a:ext cx="829800" cy="466724"/>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7F00"/>
              </a:buClr>
              <a:buSzPct val="25000"/>
              <a:buFontTx/>
              <a:buNone/>
              <a:tabLst/>
              <a:defRPr/>
            </a:pPr>
            <a:r>
              <a:rPr kumimoji="0" lang="es-419" sz="24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Clave</a:t>
            </a:r>
          </a:p>
        </p:txBody>
      </p:sp>
      <p:sp>
        <p:nvSpPr>
          <p:cNvPr id="33" name="Shape 288">
            <a:extLst>
              <a:ext uri="{FF2B5EF4-FFF2-40B4-BE49-F238E27FC236}">
                <a16:creationId xmlns:a16="http://schemas.microsoft.com/office/drawing/2014/main" id="{EF93525B-F165-4552-8572-A02D279B13C5}"/>
              </a:ext>
            </a:extLst>
          </p:cNvPr>
          <p:cNvSpPr txBox="1"/>
          <p:nvPr/>
        </p:nvSpPr>
        <p:spPr>
          <a:xfrm>
            <a:off x="8801102" y="4164766"/>
            <a:ext cx="829800" cy="4666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4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Valor</a:t>
            </a:r>
          </a:p>
        </p:txBody>
      </p:sp>
      <p:sp>
        <p:nvSpPr>
          <p:cNvPr id="34" name="Shape 289">
            <a:extLst>
              <a:ext uri="{FF2B5EF4-FFF2-40B4-BE49-F238E27FC236}">
                <a16:creationId xmlns:a16="http://schemas.microsoft.com/office/drawing/2014/main" id="{EAD090E1-EC43-4EBA-86D0-C5B6E5ECBC27}"/>
              </a:ext>
            </a:extLst>
          </p:cNvPr>
          <p:cNvSpPr txBox="1"/>
          <p:nvPr/>
        </p:nvSpPr>
        <p:spPr>
          <a:xfrm>
            <a:off x="8117683" y="575035"/>
            <a:ext cx="710803" cy="581025"/>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00FF00"/>
              </a:buClr>
              <a:buSzPct val="25000"/>
              <a:buFontTx/>
              <a:buNone/>
              <a:tabLst/>
              <a:defRPr/>
            </a:pPr>
            <a:r>
              <a:rPr kumimoji="0" lang="es-419" sz="24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Lista</a:t>
            </a:r>
          </a:p>
        </p:txBody>
      </p:sp>
      <p:sp>
        <p:nvSpPr>
          <p:cNvPr id="35" name="Shape 290">
            <a:extLst>
              <a:ext uri="{FF2B5EF4-FFF2-40B4-BE49-F238E27FC236}">
                <a16:creationId xmlns:a16="http://schemas.microsoft.com/office/drawing/2014/main" id="{C83FFFF4-508E-4271-9CD5-B707FD573CEE}"/>
              </a:ext>
            </a:extLst>
          </p:cNvPr>
          <p:cNvSpPr txBox="1"/>
          <p:nvPr/>
        </p:nvSpPr>
        <p:spPr>
          <a:xfrm>
            <a:off x="7564043" y="3564691"/>
            <a:ext cx="1970550" cy="5809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00FF"/>
              </a:buClr>
              <a:buSzPct val="25000"/>
              <a:buFontTx/>
              <a:buNone/>
              <a:tabLst/>
              <a:defRPr/>
            </a:pPr>
            <a:r>
              <a:rPr kumimoji="0" lang="es-419"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Diccionario</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94"/>
        <p:cNvGrpSpPr/>
        <p:nvPr/>
      </p:nvGrpSpPr>
      <p:grpSpPr>
        <a:xfrm>
          <a:off x="0" y="0"/>
          <a:ext cx="0" cy="0"/>
          <a:chOff x="0" y="0"/>
          <a:chExt cx="0" cy="0"/>
        </a:xfrm>
      </p:grpSpPr>
      <p:sp>
        <p:nvSpPr>
          <p:cNvPr id="108" name="Rectangle 10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95" name="Shape 295"/>
          <p:cNvSpPr txBox="1">
            <a:spLocks noGrp="1"/>
          </p:cNvSpPr>
          <p:nvPr>
            <p:ph type="title"/>
          </p:nvPr>
        </p:nvSpPr>
        <p:spPr>
          <a:xfrm>
            <a:off x="1156851" y="637762"/>
            <a:ext cx="2898276" cy="5576770"/>
          </a:xfrm>
        </p:spPr>
        <p:txBody>
          <a:bodyPr anchor="t">
            <a:normAutofit/>
          </a:bodyPr>
          <a:lstStyle/>
          <a:p>
            <a:pPr lvl="0"/>
            <a:r>
              <a:rPr lang="en-US" sz="4050">
                <a:solidFill>
                  <a:schemeClr val="bg1"/>
                </a:solidFill>
                <a:sym typeface="Cabin"/>
              </a:rPr>
              <a:t>Literales de Diccionarios (Constantes)</a:t>
            </a:r>
          </a:p>
        </p:txBody>
      </p:sp>
      <p:sp>
        <p:nvSpPr>
          <p:cNvPr id="110" name="Rectangle 10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12" name="Rectangle 111">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7"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8" name="Shape 296">
            <a:extLst>
              <a:ext uri="{FF2B5EF4-FFF2-40B4-BE49-F238E27FC236}">
                <a16:creationId xmlns:a16="http://schemas.microsoft.com/office/drawing/2014/main" id="{868CFAF5-2DFD-46C1-AB75-38DDFDD4DE21}"/>
              </a:ext>
            </a:extLst>
          </p:cNvPr>
          <p:cNvSpPr txBox="1">
            <a:spLocks noGrp="1"/>
          </p:cNvSpPr>
          <p:nvPr>
            <p:ph idx="1"/>
          </p:nvPr>
        </p:nvSpPr>
        <p:spPr>
          <a:xfrm>
            <a:off x="5439976" y="850052"/>
            <a:ext cx="5605373" cy="5326911"/>
          </a:xfrm>
        </p:spPr>
        <p:txBody>
          <a:bodyPr>
            <a:normAutofit/>
          </a:bodyPr>
          <a:lstStyle/>
          <a:p>
            <a:pPr lvl="0"/>
            <a:r>
              <a:rPr lang="es-419" sz="2400" dirty="0">
                <a:sym typeface="Cabin"/>
              </a:rPr>
              <a:t>Las literales de diccionarios se escriben con llaves y tienen una lista en par tipo clave : valor</a:t>
            </a:r>
          </a:p>
          <a:p>
            <a:pPr lvl="0"/>
            <a:r>
              <a:rPr lang="es-419" sz="2400" dirty="0">
                <a:sym typeface="Cabin"/>
              </a:rPr>
              <a:t>Puedes inicializar un diccionario vacío escribiendo corchetes vacíos</a:t>
            </a:r>
          </a:p>
          <a:p>
            <a:pPr lvl="0"/>
            <a:endParaRPr lang="es-419" sz="2400" dirty="0">
              <a:sym typeface="Cabin"/>
            </a:endParaRPr>
          </a:p>
          <a:p>
            <a:pPr marL="0" indent="0">
              <a:spcBef>
                <a:spcPts val="0"/>
              </a:spcBef>
              <a:buClr>
                <a:schemeClr val="lt1"/>
              </a:buClr>
              <a:buSzPct val="25000"/>
              <a:buNone/>
            </a:pPr>
            <a:r>
              <a:rPr lang="en-US" sz="2400" dirty="0">
                <a:latin typeface="Courier"/>
                <a:ea typeface="Courier"/>
                <a:cs typeface="Courier"/>
                <a:sym typeface="Courier New"/>
              </a:rPr>
              <a:t>&gt;&gt;&gt; </a:t>
            </a:r>
            <a:r>
              <a:rPr lang="en-US" sz="2400" dirty="0" err="1">
                <a:latin typeface="Courier"/>
                <a:ea typeface="Courier"/>
                <a:cs typeface="Courier"/>
                <a:sym typeface="Courier New"/>
              </a:rPr>
              <a:t>jjj</a:t>
            </a:r>
            <a:r>
              <a:rPr lang="en-US" sz="2400" dirty="0">
                <a:latin typeface="Courier"/>
                <a:ea typeface="Courier"/>
                <a:cs typeface="Courier"/>
                <a:sym typeface="Courier New"/>
              </a:rPr>
              <a:t> = { 'chuck' : 1 , '</a:t>
            </a:r>
            <a:r>
              <a:rPr lang="en-US" sz="2400" dirty="0" err="1">
                <a:latin typeface="Courier"/>
                <a:ea typeface="Courier"/>
                <a:cs typeface="Courier"/>
                <a:sym typeface="Courier New"/>
              </a:rPr>
              <a:t>fred</a:t>
            </a:r>
            <a:r>
              <a:rPr lang="en-US" sz="2400" dirty="0">
                <a:latin typeface="Courier"/>
                <a:ea typeface="Courier"/>
                <a:cs typeface="Courier"/>
                <a:sym typeface="Courier New"/>
              </a:rPr>
              <a:t>' : 42, '</a:t>
            </a:r>
            <a:r>
              <a:rPr lang="en-US" sz="2400" dirty="0" err="1">
                <a:latin typeface="Courier"/>
                <a:ea typeface="Courier"/>
                <a:cs typeface="Courier"/>
                <a:sym typeface="Courier New"/>
              </a:rPr>
              <a:t>jan</a:t>
            </a:r>
            <a:r>
              <a:rPr lang="en-US" sz="2400" dirty="0">
                <a:latin typeface="Courier"/>
                <a:ea typeface="Courier"/>
                <a:cs typeface="Courier"/>
                <a:sym typeface="Courier New"/>
              </a:rPr>
              <a:t>': 100}</a:t>
            </a:r>
          </a:p>
          <a:p>
            <a:pPr marL="0" indent="0">
              <a:spcBef>
                <a:spcPts val="0"/>
              </a:spcBef>
              <a:buClr>
                <a:schemeClr val="lt1"/>
              </a:buClr>
              <a:buSzPct val="25000"/>
              <a:buNone/>
            </a:pPr>
            <a:r>
              <a:rPr lang="en-US" sz="2400" dirty="0">
                <a:latin typeface="Courier"/>
                <a:ea typeface="Courier"/>
                <a:cs typeface="Courier"/>
                <a:sym typeface="Courier New"/>
              </a:rPr>
              <a:t>&gt;&gt;&gt; print(</a:t>
            </a:r>
            <a:r>
              <a:rPr lang="en-US" sz="2400" dirty="0" err="1">
                <a:latin typeface="Courier"/>
                <a:ea typeface="Courier"/>
                <a:cs typeface="Courier"/>
                <a:sym typeface="Courier New"/>
              </a:rPr>
              <a:t>jjj</a:t>
            </a:r>
            <a:r>
              <a:rPr lang="en-US" sz="2400" dirty="0">
                <a:latin typeface="Courier"/>
                <a:ea typeface="Courier"/>
                <a:cs typeface="Courier"/>
                <a:sym typeface="Courier New"/>
              </a:rPr>
              <a:t>)</a:t>
            </a:r>
          </a:p>
          <a:p>
            <a:pPr marL="0" indent="0">
              <a:spcBef>
                <a:spcPts val="0"/>
              </a:spcBef>
              <a:buClr>
                <a:schemeClr val="lt1"/>
              </a:buClr>
              <a:buSzPct val="25000"/>
              <a:buNone/>
            </a:pPr>
            <a:r>
              <a:rPr lang="en-US" sz="2400" dirty="0">
                <a:latin typeface="Courier"/>
                <a:ea typeface="Courier"/>
                <a:cs typeface="Courier"/>
                <a:sym typeface="Courier New"/>
              </a:rPr>
              <a:t>{'</a:t>
            </a:r>
            <a:r>
              <a:rPr lang="en-US" sz="2400" dirty="0" err="1">
                <a:latin typeface="Courier"/>
                <a:ea typeface="Courier"/>
                <a:cs typeface="Courier"/>
                <a:sym typeface="Courier New"/>
              </a:rPr>
              <a:t>jan</a:t>
            </a:r>
            <a:r>
              <a:rPr lang="en-US" sz="2400" dirty="0">
                <a:latin typeface="Courier"/>
                <a:ea typeface="Courier"/>
                <a:cs typeface="Courier"/>
                <a:sym typeface="Courier New"/>
              </a:rPr>
              <a:t>': 100, 'chuck': 1, '</a:t>
            </a:r>
            <a:r>
              <a:rPr lang="en-US" sz="2400" dirty="0" err="1">
                <a:latin typeface="Courier"/>
                <a:ea typeface="Courier"/>
                <a:cs typeface="Courier"/>
                <a:sym typeface="Courier New"/>
              </a:rPr>
              <a:t>fred</a:t>
            </a:r>
            <a:r>
              <a:rPr lang="en-US" sz="2400" dirty="0">
                <a:latin typeface="Courier"/>
                <a:ea typeface="Courier"/>
                <a:cs typeface="Courier"/>
                <a:sym typeface="Courier New"/>
              </a:rPr>
              <a:t>': 42}</a:t>
            </a:r>
          </a:p>
          <a:p>
            <a:pPr marL="0" indent="0">
              <a:spcBef>
                <a:spcPts val="0"/>
              </a:spcBef>
              <a:buClr>
                <a:schemeClr val="lt1"/>
              </a:buClr>
              <a:buSzPct val="25000"/>
              <a:buNone/>
            </a:pPr>
            <a:r>
              <a:rPr lang="en-US" sz="2400" dirty="0">
                <a:latin typeface="Courier"/>
                <a:ea typeface="Courier"/>
                <a:cs typeface="Courier"/>
                <a:sym typeface="Courier New"/>
              </a:rPr>
              <a:t>&gt;&gt;&gt; </a:t>
            </a:r>
            <a:r>
              <a:rPr lang="en-US" sz="2400" dirty="0" err="1">
                <a:latin typeface="Courier"/>
                <a:ea typeface="Courier"/>
                <a:cs typeface="Courier"/>
                <a:sym typeface="Courier New"/>
              </a:rPr>
              <a:t>ooo</a:t>
            </a:r>
            <a:r>
              <a:rPr lang="en-US" sz="2400" dirty="0">
                <a:latin typeface="Courier"/>
                <a:ea typeface="Courier"/>
                <a:cs typeface="Courier"/>
                <a:sym typeface="Courier New"/>
              </a:rPr>
              <a:t> = { }</a:t>
            </a:r>
          </a:p>
          <a:p>
            <a:pPr marL="0" indent="0">
              <a:spcBef>
                <a:spcPts val="0"/>
              </a:spcBef>
              <a:buClr>
                <a:schemeClr val="lt1"/>
              </a:buClr>
              <a:buSzPct val="25000"/>
              <a:buNone/>
            </a:pPr>
            <a:r>
              <a:rPr lang="en-US" sz="2400" dirty="0">
                <a:latin typeface="Courier"/>
                <a:ea typeface="Courier"/>
                <a:cs typeface="Courier"/>
                <a:sym typeface="Courier New"/>
              </a:rPr>
              <a:t>&gt;&gt;&gt; print(</a:t>
            </a:r>
            <a:r>
              <a:rPr lang="en-US" sz="2400" dirty="0" err="1">
                <a:latin typeface="Courier"/>
                <a:ea typeface="Courier"/>
                <a:cs typeface="Courier"/>
                <a:sym typeface="Courier New"/>
              </a:rPr>
              <a:t>ooo</a:t>
            </a:r>
            <a:r>
              <a:rPr lang="en-US" sz="2400" dirty="0">
                <a:latin typeface="Courier"/>
                <a:ea typeface="Courier"/>
                <a:cs typeface="Courier"/>
                <a:sym typeface="Courier New"/>
              </a:rPr>
              <a:t>)</a:t>
            </a:r>
          </a:p>
          <a:p>
            <a:pPr marL="0" indent="0">
              <a:spcBef>
                <a:spcPts val="0"/>
              </a:spcBef>
              <a:buClr>
                <a:schemeClr val="lt1"/>
              </a:buClr>
              <a:buSzPct val="25000"/>
              <a:buNone/>
            </a:pPr>
            <a:r>
              <a:rPr lang="en-US" sz="2400" dirty="0">
                <a:latin typeface="Courier"/>
                <a:ea typeface="Courier"/>
                <a:cs typeface="Courier"/>
                <a:sym typeface="Courier New"/>
              </a:rPr>
              <a:t>{}</a:t>
            </a:r>
          </a:p>
          <a:p>
            <a:pPr marL="0" indent="0">
              <a:spcBef>
                <a:spcPts val="0"/>
              </a:spcBef>
              <a:buClr>
                <a:schemeClr val="lt1"/>
              </a:buClr>
              <a:buSzPct val="25000"/>
              <a:buNone/>
            </a:pPr>
            <a:r>
              <a:rPr lang="en-US" sz="2400" dirty="0">
                <a:latin typeface="Courier"/>
                <a:ea typeface="Courier"/>
                <a:cs typeface="Courier"/>
                <a:sym typeface="Courier New"/>
              </a:rPr>
              <a:t>&gt;&gt;&gt;</a:t>
            </a:r>
            <a:endParaRPr lang="es-419" sz="2400" dirty="0">
              <a:sym typeface="Cabi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30"/>
        <p:cNvGrpSpPr/>
        <p:nvPr/>
      </p:nvGrpSpPr>
      <p:grpSpPr>
        <a:xfrm>
          <a:off x="0" y="0"/>
          <a:ext cx="0" cy="0"/>
          <a:chOff x="0" y="0"/>
          <a:chExt cx="0" cy="0"/>
        </a:xfrm>
      </p:grpSpPr>
      <p:sp>
        <p:nvSpPr>
          <p:cNvPr id="92" name="Rectangle 9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331" name="Shape 331"/>
          <p:cNvSpPr txBox="1">
            <a:spLocks noGrp="1"/>
          </p:cNvSpPr>
          <p:nvPr>
            <p:ph type="title"/>
          </p:nvPr>
        </p:nvSpPr>
        <p:spPr>
          <a:xfrm>
            <a:off x="6527800" y="448721"/>
            <a:ext cx="4713997" cy="1225650"/>
          </a:xfrm>
        </p:spPr>
        <p:txBody>
          <a:bodyPr anchor="b">
            <a:normAutofit/>
          </a:bodyPr>
          <a:lstStyle/>
          <a:p>
            <a:pPr lvl="0"/>
            <a:r>
              <a:rPr lang="en-US" sz="3825">
                <a:solidFill>
                  <a:schemeClr val="bg1"/>
                </a:solidFill>
                <a:sym typeface="Cabin"/>
              </a:rPr>
              <a:t>¿El Nombre Más Común?</a:t>
            </a:r>
          </a:p>
        </p:txBody>
      </p:sp>
      <p:pic>
        <p:nvPicPr>
          <p:cNvPr id="344" name="Picture 343">
            <a:extLst>
              <a:ext uri="{FF2B5EF4-FFF2-40B4-BE49-F238E27FC236}">
                <a16:creationId xmlns:a16="http://schemas.microsoft.com/office/drawing/2014/main" id="{98B02313-BD0A-449A-A9E0-D10CF6104BBB}"/>
              </a:ext>
            </a:extLst>
          </p:cNvPr>
          <p:cNvPicPr>
            <a:picLocks noChangeAspect="1"/>
          </p:cNvPicPr>
          <p:nvPr/>
        </p:nvPicPr>
        <p:blipFill>
          <a:blip r:embed="rId3"/>
          <a:stretch>
            <a:fillRect/>
          </a:stretch>
        </p:blipFill>
        <p:spPr>
          <a:xfrm>
            <a:off x="-2346" y="1551957"/>
            <a:ext cx="5666547" cy="3754087"/>
          </a:xfrm>
          <a:prstGeom prst="rect">
            <a:avLst/>
          </a:prstGeom>
        </p:spPr>
      </p:pic>
      <p:cxnSp>
        <p:nvCxnSpPr>
          <p:cNvPr id="94" name="Straight Connector 9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C5625306-1621-4AFB-959B-3756871B4508}"/>
              </a:ext>
            </a:extLst>
          </p:cNvPr>
          <p:cNvSpPr>
            <a:spLocks noGrp="1"/>
          </p:cNvSpPr>
          <p:nvPr>
            <p:ph idx="1"/>
          </p:nvPr>
        </p:nvSpPr>
        <p:spPr>
          <a:xfrm>
            <a:off x="6527800" y="1909192"/>
            <a:ext cx="4713997" cy="3647710"/>
          </a:xfrm>
        </p:spPr>
        <p:txBody>
          <a:bodyPr>
            <a:normAutofit/>
          </a:bodyPr>
          <a:lstStyle/>
          <a:p>
            <a:pPr marL="0" indent="0">
              <a:buNone/>
            </a:pPr>
            <a:r>
              <a:rPr lang="en-US" sz="2025" dirty="0" err="1">
                <a:solidFill>
                  <a:schemeClr val="bg1"/>
                </a:solidFill>
                <a:latin typeface="Arial" charset="0"/>
                <a:ea typeface="Arial" charset="0"/>
                <a:cs typeface="Arial" charset="0"/>
                <a:sym typeface="Cabin"/>
              </a:rPr>
              <a:t>Marquard</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cwen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cwen</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Zhen		</a:t>
            </a:r>
            <a:r>
              <a:rPr lang="en-US" sz="2025" dirty="0" err="1">
                <a:solidFill>
                  <a:schemeClr val="bg1"/>
                </a:solidFill>
                <a:latin typeface="Arial" charset="0"/>
                <a:ea typeface="Arial" charset="0"/>
                <a:cs typeface="Arial" charset="0"/>
                <a:sym typeface="Cabin"/>
              </a:rPr>
              <a:t>marquard</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endParaRPr lang="en-US" sz="2025" dirty="0">
              <a:solidFill>
                <a:schemeClr val="bg1"/>
              </a:solidFill>
              <a:latin typeface="Arial" charset="0"/>
              <a:ea typeface="Arial" charset="0"/>
              <a:cs typeface="Arial" charset="0"/>
              <a:sym typeface="Cabin"/>
            </a:endParaRPr>
          </a:p>
          <a:p>
            <a:pPr marL="0" indent="0">
              <a:buNone/>
            </a:pPr>
            <a:r>
              <a:rPr lang="en-US" sz="2025" dirty="0" err="1">
                <a:solidFill>
                  <a:schemeClr val="bg1"/>
                </a:solidFill>
                <a:latin typeface="Arial" charset="0"/>
                <a:ea typeface="Arial" charset="0"/>
                <a:cs typeface="Arial" charset="0"/>
                <a:sym typeface="Cabin"/>
              </a:rPr>
              <a:t>Csev</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csev</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Zhen		</a:t>
            </a:r>
            <a:r>
              <a:rPr lang="en-US" sz="2025" dirty="0" err="1">
                <a:solidFill>
                  <a:schemeClr val="bg1"/>
                </a:solidFill>
                <a:latin typeface="Arial" charset="0"/>
                <a:ea typeface="Arial" charset="0"/>
                <a:cs typeface="Arial" charset="0"/>
                <a:sym typeface="Cabin"/>
              </a:rPr>
              <a:t>csev</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marquard</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			</a:t>
            </a:r>
          </a:p>
          <a:p>
            <a:endParaRPr lang="es-MX" sz="2025" dirty="0">
              <a:solidFill>
                <a:schemeClr val="bg1"/>
              </a:solidFill>
            </a:endParaRPr>
          </a:p>
        </p:txBody>
      </p:sp>
      <p:cxnSp>
        <p:nvCxnSpPr>
          <p:cNvPr id="96" name="Straight Connector 9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2" name="Shape 342"/>
          <p:cNvSpPr txBox="1"/>
          <p:nvPr/>
        </p:nvSpPr>
        <p:spPr>
          <a:xfrm>
            <a:off x="4537085" y="5331732"/>
            <a:ext cx="1432125" cy="800099"/>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endParaRPr kumimoji="0" lang="en-US" sz="4500" b="0" i="0" u="none" strike="noStrike" kern="0" cap="none" spc="0" normalizeH="0" baseline="0" noProof="0" dirty="0">
              <a:ln>
                <a:noFill/>
              </a:ln>
              <a:solidFill>
                <a:srgbClr val="FF00FF"/>
              </a:solidFill>
              <a:effectLst/>
              <a:uLnTx/>
              <a:uFillTx/>
              <a:latin typeface="Arial" charset="0"/>
              <a:ea typeface="Arial" charset="0"/>
              <a:cs typeface="Arial" charset="0"/>
              <a:sym typeface="Cabi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30"/>
        <p:cNvGrpSpPr/>
        <p:nvPr/>
      </p:nvGrpSpPr>
      <p:grpSpPr>
        <a:xfrm>
          <a:off x="0" y="0"/>
          <a:ext cx="0" cy="0"/>
          <a:chOff x="0" y="0"/>
          <a:chExt cx="0" cy="0"/>
        </a:xfrm>
      </p:grpSpPr>
      <p:sp>
        <p:nvSpPr>
          <p:cNvPr id="92" name="Rectangle 9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331" name="Shape 331"/>
          <p:cNvSpPr txBox="1">
            <a:spLocks noGrp="1"/>
          </p:cNvSpPr>
          <p:nvPr>
            <p:ph type="title"/>
          </p:nvPr>
        </p:nvSpPr>
        <p:spPr>
          <a:xfrm>
            <a:off x="6527800" y="448721"/>
            <a:ext cx="4713997" cy="1225650"/>
          </a:xfrm>
        </p:spPr>
        <p:txBody>
          <a:bodyPr anchor="b">
            <a:normAutofit/>
          </a:bodyPr>
          <a:lstStyle/>
          <a:p>
            <a:pPr lvl="0"/>
            <a:r>
              <a:rPr lang="en-US" sz="3825">
                <a:solidFill>
                  <a:schemeClr val="bg1"/>
                </a:solidFill>
                <a:sym typeface="Cabin"/>
              </a:rPr>
              <a:t>¿El Nombre Más Común?</a:t>
            </a:r>
          </a:p>
        </p:txBody>
      </p:sp>
      <p:pic>
        <p:nvPicPr>
          <p:cNvPr id="344" name="Picture 343">
            <a:extLst>
              <a:ext uri="{FF2B5EF4-FFF2-40B4-BE49-F238E27FC236}">
                <a16:creationId xmlns:a16="http://schemas.microsoft.com/office/drawing/2014/main" id="{98B02313-BD0A-449A-A9E0-D10CF6104BBB}"/>
              </a:ext>
            </a:extLst>
          </p:cNvPr>
          <p:cNvPicPr>
            <a:picLocks noChangeAspect="1"/>
          </p:cNvPicPr>
          <p:nvPr/>
        </p:nvPicPr>
        <p:blipFill>
          <a:blip r:embed="rId3"/>
          <a:stretch>
            <a:fillRect/>
          </a:stretch>
        </p:blipFill>
        <p:spPr>
          <a:xfrm>
            <a:off x="-2346" y="1551957"/>
            <a:ext cx="5666547" cy="3754087"/>
          </a:xfrm>
          <a:prstGeom prst="rect">
            <a:avLst/>
          </a:prstGeom>
        </p:spPr>
      </p:pic>
      <p:cxnSp>
        <p:nvCxnSpPr>
          <p:cNvPr id="94" name="Straight Connector 9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C5625306-1621-4AFB-959B-3756871B4508}"/>
              </a:ext>
            </a:extLst>
          </p:cNvPr>
          <p:cNvSpPr>
            <a:spLocks noGrp="1"/>
          </p:cNvSpPr>
          <p:nvPr>
            <p:ph idx="1"/>
          </p:nvPr>
        </p:nvSpPr>
        <p:spPr>
          <a:xfrm>
            <a:off x="6527800" y="1909192"/>
            <a:ext cx="4713997" cy="3647710"/>
          </a:xfrm>
        </p:spPr>
        <p:txBody>
          <a:bodyPr>
            <a:normAutofit/>
          </a:bodyPr>
          <a:lstStyle/>
          <a:p>
            <a:pPr marL="0" indent="0">
              <a:buNone/>
            </a:pPr>
            <a:r>
              <a:rPr lang="en-US" sz="2025" dirty="0" err="1">
                <a:solidFill>
                  <a:schemeClr val="bg1"/>
                </a:solidFill>
                <a:latin typeface="Arial" charset="0"/>
                <a:ea typeface="Arial" charset="0"/>
                <a:cs typeface="Arial" charset="0"/>
                <a:sym typeface="Cabin"/>
              </a:rPr>
              <a:t>Marquard</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cwen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cwen</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Zhen		</a:t>
            </a:r>
            <a:r>
              <a:rPr lang="en-US" sz="2025" dirty="0" err="1">
                <a:solidFill>
                  <a:schemeClr val="bg1"/>
                </a:solidFill>
                <a:latin typeface="Arial" charset="0"/>
                <a:ea typeface="Arial" charset="0"/>
                <a:cs typeface="Arial" charset="0"/>
                <a:sym typeface="Cabin"/>
              </a:rPr>
              <a:t>marquard</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endParaRPr lang="en-US" sz="2025" dirty="0">
              <a:solidFill>
                <a:schemeClr val="bg1"/>
              </a:solidFill>
              <a:latin typeface="Arial" charset="0"/>
              <a:ea typeface="Arial" charset="0"/>
              <a:cs typeface="Arial" charset="0"/>
              <a:sym typeface="Cabin"/>
            </a:endParaRPr>
          </a:p>
          <a:p>
            <a:pPr marL="0" indent="0">
              <a:buNone/>
            </a:pPr>
            <a:r>
              <a:rPr lang="en-US" sz="2025" dirty="0" err="1">
                <a:solidFill>
                  <a:schemeClr val="bg1"/>
                </a:solidFill>
                <a:latin typeface="Arial" charset="0"/>
                <a:ea typeface="Arial" charset="0"/>
                <a:cs typeface="Arial" charset="0"/>
                <a:sym typeface="Cabin"/>
              </a:rPr>
              <a:t>Csev</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csev</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Zhen		</a:t>
            </a:r>
            <a:r>
              <a:rPr lang="en-US" sz="2025" dirty="0" err="1">
                <a:solidFill>
                  <a:schemeClr val="bg1"/>
                </a:solidFill>
                <a:latin typeface="Arial" charset="0"/>
                <a:ea typeface="Arial" charset="0"/>
                <a:cs typeface="Arial" charset="0"/>
                <a:sym typeface="Cabin"/>
              </a:rPr>
              <a:t>csev</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zhen</a:t>
            </a:r>
            <a:r>
              <a:rPr lang="en-US" sz="2025" dirty="0">
                <a:solidFill>
                  <a:schemeClr val="bg1"/>
                </a:solidFill>
                <a:latin typeface="Arial" charset="0"/>
                <a:ea typeface="Arial" charset="0"/>
                <a:cs typeface="Arial" charset="0"/>
                <a:sym typeface="Cabin"/>
              </a:rPr>
              <a:t> </a:t>
            </a:r>
            <a:r>
              <a:rPr lang="en-US" sz="2025" dirty="0" err="1">
                <a:solidFill>
                  <a:schemeClr val="bg1"/>
                </a:solidFill>
                <a:latin typeface="Arial" charset="0"/>
                <a:ea typeface="Arial" charset="0"/>
                <a:cs typeface="Arial" charset="0"/>
                <a:sym typeface="Cabin"/>
              </a:rPr>
              <a:t>marquard</a:t>
            </a:r>
            <a:endParaRPr lang="en-US" sz="2025" dirty="0">
              <a:solidFill>
                <a:schemeClr val="bg1"/>
              </a:solidFill>
              <a:latin typeface="Arial" charset="0"/>
              <a:ea typeface="Arial" charset="0"/>
              <a:cs typeface="Arial" charset="0"/>
              <a:sym typeface="Cabin"/>
            </a:endParaRPr>
          </a:p>
          <a:p>
            <a:pPr marL="0" indent="0">
              <a:buNone/>
            </a:pPr>
            <a:r>
              <a:rPr lang="en-US" sz="2025" dirty="0">
                <a:solidFill>
                  <a:schemeClr val="bg1"/>
                </a:solidFill>
                <a:latin typeface="Arial" charset="0"/>
                <a:ea typeface="Arial" charset="0"/>
                <a:cs typeface="Arial" charset="0"/>
                <a:sym typeface="Cabin"/>
              </a:rPr>
              <a:t>			</a:t>
            </a:r>
          </a:p>
          <a:p>
            <a:endParaRPr lang="es-MX" sz="2025" dirty="0">
              <a:solidFill>
                <a:schemeClr val="bg1"/>
              </a:solidFill>
            </a:endParaRPr>
          </a:p>
        </p:txBody>
      </p:sp>
      <p:cxnSp>
        <p:nvCxnSpPr>
          <p:cNvPr id="96" name="Straight Connector 9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2" name="Shape 342"/>
          <p:cNvSpPr txBox="1"/>
          <p:nvPr/>
        </p:nvSpPr>
        <p:spPr>
          <a:xfrm>
            <a:off x="4537085" y="5331732"/>
            <a:ext cx="1432125" cy="800099"/>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endParaRPr kumimoji="0" lang="en-US" sz="4500" b="0" i="0" u="none" strike="noStrike" kern="0" cap="none" spc="0" normalizeH="0" baseline="0" noProof="0" dirty="0">
              <a:ln>
                <a:noFill/>
              </a:ln>
              <a:solidFill>
                <a:srgbClr val="FF00FF"/>
              </a:solidFill>
              <a:effectLst/>
              <a:uLnTx/>
              <a:uFillTx/>
              <a:latin typeface="Arial" charset="0"/>
              <a:ea typeface="Arial" charset="0"/>
              <a:cs typeface="Arial" charset="0"/>
              <a:sym typeface="Cabin"/>
            </a:endParaRPr>
          </a:p>
        </p:txBody>
      </p:sp>
      <p:pic>
        <p:nvPicPr>
          <p:cNvPr id="2" name="Shape 363">
            <a:extLst>
              <a:ext uri="{FF2B5EF4-FFF2-40B4-BE49-F238E27FC236}">
                <a16:creationId xmlns:a16="http://schemas.microsoft.com/office/drawing/2014/main" id="{56E27B8D-D0B8-48C2-85E0-90616F519703}"/>
              </a:ext>
            </a:extLst>
          </p:cNvPr>
          <p:cNvPicPr preferRelativeResize="0"/>
          <p:nvPr/>
        </p:nvPicPr>
        <p:blipFill rotWithShape="1">
          <a:blip r:embed="rId4">
            <a:alphaModFix/>
          </a:blip>
          <a:srcRect/>
          <a:stretch/>
        </p:blipFill>
        <p:spPr>
          <a:xfrm>
            <a:off x="6974562" y="2242213"/>
            <a:ext cx="3570750" cy="2514599"/>
          </a:xfrm>
          <a:prstGeom prst="rect">
            <a:avLst/>
          </a:prstGeom>
          <a:noFill/>
          <a:ln>
            <a:noFill/>
          </a:ln>
        </p:spPr>
      </p:pic>
    </p:spTree>
    <p:extLst>
      <p:ext uri="{BB962C8B-B14F-4D97-AF65-F5344CB8AC3E}">
        <p14:creationId xmlns:p14="http://schemas.microsoft.com/office/powerpoint/2010/main" val="11936321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67"/>
        <p:cNvGrpSpPr/>
        <p:nvPr/>
      </p:nvGrpSpPr>
      <p:grpSpPr>
        <a:xfrm>
          <a:off x="0" y="0"/>
          <a:ext cx="0" cy="0"/>
          <a:chOff x="0" y="0"/>
          <a:chExt cx="0" cy="0"/>
        </a:xfrm>
      </p:grpSpPr>
      <p:sp>
        <p:nvSpPr>
          <p:cNvPr id="368" name="Shape 368"/>
          <p:cNvSpPr txBox="1">
            <a:spLocks noGrp="1"/>
          </p:cNvSpPr>
          <p:nvPr>
            <p:ph type="title"/>
          </p:nvPr>
        </p:nvSpPr>
        <p:spPr>
          <a:xfrm>
            <a:off x="0" y="678813"/>
            <a:ext cx="12192000" cy="935791"/>
          </a:xfrm>
          <a:prstGeom prst="rect">
            <a:avLst/>
          </a:prstGeom>
          <a:noFill/>
          <a:ln>
            <a:noFill/>
          </a:ln>
        </p:spPr>
        <p:txBody>
          <a:bodyPr vert="horz" lIns="28575" tIns="28575" rIns="28575" bIns="28575" rtlCol="0" anchor="ctr" anchorCtr="0">
            <a:noAutofit/>
          </a:bodyPr>
          <a:lstStyle/>
          <a:p>
            <a:pPr algn="ctr">
              <a:spcBef>
                <a:spcPts val="0"/>
              </a:spcBef>
              <a:buClr>
                <a:srgbClr val="FFFF00"/>
              </a:buClr>
              <a:buSzPct val="25000"/>
            </a:pPr>
            <a:r>
              <a:rPr lang="es-ES" sz="5400" dirty="0">
                <a:solidFill>
                  <a:srgbClr val="FFD966"/>
                </a:solidFill>
                <a:latin typeface="Arial" charset="0"/>
                <a:ea typeface="Arial" charset="0"/>
                <a:cs typeface="Arial" charset="0"/>
                <a:sym typeface="Cabin"/>
              </a:rPr>
              <a:t>Múltiples Contadores con un Diccionario</a:t>
            </a:r>
            <a:endParaRPr lang="en-US" sz="5400" dirty="0">
              <a:solidFill>
                <a:srgbClr val="FFD966"/>
              </a:solidFill>
              <a:latin typeface="Arial" charset="0"/>
              <a:ea typeface="Arial" charset="0"/>
              <a:cs typeface="Arial" charset="0"/>
              <a:sym typeface="Cabin"/>
            </a:endParaRPr>
          </a:p>
        </p:txBody>
      </p:sp>
      <p:sp>
        <p:nvSpPr>
          <p:cNvPr id="369" name="Shape 369"/>
          <p:cNvSpPr txBox="1">
            <a:spLocks noGrp="1"/>
          </p:cNvSpPr>
          <p:nvPr>
            <p:ph idx="1"/>
          </p:nvPr>
        </p:nvSpPr>
        <p:spPr>
          <a:xfrm>
            <a:off x="866775" y="1952626"/>
            <a:ext cx="6687741" cy="1497806"/>
          </a:xfrm>
          <a:prstGeom prst="rect">
            <a:avLst/>
          </a:prstGeom>
          <a:noFill/>
          <a:ln>
            <a:noFill/>
          </a:ln>
        </p:spPr>
        <p:txBody>
          <a:bodyPr vert="horz" lIns="28575" tIns="28575" rIns="28575" bIns="28575" rtlCol="0" anchor="ctr" anchorCtr="0">
            <a:noAutofit/>
          </a:bodyPr>
          <a:lstStyle/>
          <a:p>
            <a:pPr marL="161925">
              <a:spcBef>
                <a:spcPts val="0"/>
              </a:spcBef>
              <a:buClr>
                <a:schemeClr val="lt1"/>
              </a:buClr>
              <a:buSzPct val="171000"/>
            </a:pPr>
            <a:r>
              <a:rPr lang="es-419" sz="2700" dirty="0">
                <a:solidFill>
                  <a:schemeClr val="lt1"/>
                </a:solidFill>
                <a:latin typeface="Arial" charset="0"/>
                <a:ea typeface="Arial" charset="0"/>
                <a:cs typeface="Arial" charset="0"/>
                <a:sym typeface="Cabin"/>
              </a:rPr>
              <a:t>Un uso común de diccionarios es </a:t>
            </a:r>
            <a:r>
              <a:rPr lang="es-419" sz="2700" dirty="0">
                <a:solidFill>
                  <a:srgbClr val="FFFF00"/>
                </a:solidFill>
                <a:latin typeface="Arial" charset="0"/>
                <a:ea typeface="Arial" charset="0"/>
                <a:cs typeface="Arial" charset="0"/>
                <a:sym typeface="Cabin"/>
              </a:rPr>
              <a:t>contar</a:t>
            </a:r>
            <a:r>
              <a:rPr lang="es-419" sz="2700" dirty="0">
                <a:solidFill>
                  <a:schemeClr val="lt1"/>
                </a:solidFill>
                <a:latin typeface="Arial" charset="0"/>
                <a:ea typeface="Arial" charset="0"/>
                <a:cs typeface="Arial" charset="0"/>
                <a:sym typeface="Cabin"/>
              </a:rPr>
              <a:t> con qué frecuencia </a:t>
            </a:r>
            <a:r>
              <a:rPr lang="es-419" sz="2700" dirty="0">
                <a:solidFill>
                  <a:schemeClr val="lt1"/>
                </a:solidFill>
                <a:latin typeface="Arial"/>
                <a:ea typeface="Arial"/>
                <a:cs typeface="Arial"/>
                <a:sym typeface="Arial"/>
              </a:rPr>
              <a:t>“vemos”</a:t>
            </a:r>
            <a:r>
              <a:rPr lang="es-419" sz="2700" dirty="0">
                <a:solidFill>
                  <a:schemeClr val="lt1"/>
                </a:solidFill>
                <a:latin typeface="Arial" charset="0"/>
                <a:ea typeface="Arial" charset="0"/>
                <a:cs typeface="Arial" charset="0"/>
                <a:sym typeface="Cabin"/>
              </a:rPr>
              <a:t> algo</a:t>
            </a:r>
          </a:p>
        </p:txBody>
      </p:sp>
      <p:pic>
        <p:nvPicPr>
          <p:cNvPr id="370" name="Shape 370"/>
          <p:cNvPicPr preferRelativeResize="0"/>
          <p:nvPr/>
        </p:nvPicPr>
        <p:blipFill rotWithShape="1">
          <a:blip r:embed="rId3">
            <a:alphaModFix/>
          </a:blip>
          <a:srcRect/>
          <a:stretch/>
        </p:blipFill>
        <p:spPr>
          <a:xfrm>
            <a:off x="7715250" y="2708672"/>
            <a:ext cx="3570684" cy="2514599"/>
          </a:xfrm>
          <a:prstGeom prst="rect">
            <a:avLst/>
          </a:prstGeom>
          <a:noFill/>
          <a:ln>
            <a:noFill/>
          </a:ln>
        </p:spPr>
      </p:pic>
      <p:sp>
        <p:nvSpPr>
          <p:cNvPr id="371" name="Shape 371"/>
          <p:cNvSpPr txBox="1"/>
          <p:nvPr/>
        </p:nvSpPr>
        <p:spPr>
          <a:xfrm>
            <a:off x="8164060" y="2085976"/>
            <a:ext cx="1038419" cy="466724"/>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Clave</a:t>
            </a:r>
          </a:p>
        </p:txBody>
      </p:sp>
      <p:sp>
        <p:nvSpPr>
          <p:cNvPr id="372" name="Shape 372"/>
          <p:cNvSpPr txBox="1"/>
          <p:nvPr/>
        </p:nvSpPr>
        <p:spPr>
          <a:xfrm>
            <a:off x="9728425" y="2085976"/>
            <a:ext cx="1179910" cy="466724"/>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00FF"/>
              </a:buClr>
              <a:buSzPct val="25000"/>
              <a:buFontTx/>
              <a:buNone/>
              <a:tabLst/>
              <a:defRPr/>
            </a:pPr>
            <a:r>
              <a:rPr kumimoji="0" lang="en-US" sz="27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Valor</a:t>
            </a:r>
          </a:p>
        </p:txBody>
      </p:sp>
      <p:sp>
        <p:nvSpPr>
          <p:cNvPr id="373" name="Shape 373"/>
          <p:cNvSpPr txBox="1"/>
          <p:nvPr/>
        </p:nvSpPr>
        <p:spPr>
          <a:xfrm>
            <a:off x="1352550" y="3124201"/>
            <a:ext cx="5869125" cy="3200399"/>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0" cap="none" spc="0" normalizeH="0" baseline="0" noProof="0" dirty="0" err="1">
                <a:ln>
                  <a:noFill/>
                </a:ln>
                <a:solidFill>
                  <a:srgbClr val="FF00FF"/>
                </a:solidFill>
                <a:effectLst/>
                <a:uLnTx/>
                <a:uFillTx/>
                <a:latin typeface="Courier"/>
                <a:ea typeface="Courier"/>
                <a:cs typeface="Courier"/>
                <a:sym typeface="Courier New"/>
              </a:rPr>
              <a:t>dict</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csev</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cwen</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csev</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cwen</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cwen</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00FF00"/>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cwen</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&gt;&gt;&gt; </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print(</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ccc</a:t>
            </a:r>
            <a:r>
              <a:rPr kumimoji="0" lang="en-US" sz="2250" b="0" i="0" u="none" strike="noStrike" kern="0" cap="none" spc="0" normalizeH="0" baseline="0" noProof="0" dirty="0">
                <a:ln>
                  <a:noFill/>
                </a:ln>
                <a:solidFill>
                  <a:srgbClr val="FFFF00"/>
                </a:solidFill>
                <a:effectLst/>
                <a:uLnTx/>
                <a:uFillTx/>
                <a:latin typeface="Courier"/>
                <a:ea typeface="Courier"/>
                <a:cs typeface="Courier"/>
                <a:sym typeface="Courier New"/>
              </a:rPr>
              <a:t>)</a:t>
            </a:r>
            <a:endPar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csev</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1</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err="1">
                <a:ln>
                  <a:noFill/>
                </a:ln>
                <a:solidFill>
                  <a:srgbClr val="FF7F00"/>
                </a:solidFill>
                <a:effectLst/>
                <a:uLnTx/>
                <a:uFillTx/>
                <a:latin typeface="Courier"/>
                <a:ea typeface="Courier"/>
                <a:cs typeface="Courier"/>
                <a:sym typeface="Courier New"/>
              </a:rPr>
              <a:t>cwen</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2250" b="0" i="0" u="none" strike="noStrike" kern="0" cap="none" spc="0" normalizeH="0" baseline="0" noProof="0" dirty="0">
                <a:ln>
                  <a:noFill/>
                </a:ln>
                <a:solidFill>
                  <a:srgbClr val="FF00FF"/>
                </a:solidFill>
                <a:effectLst/>
                <a:uLnTx/>
                <a:uFillTx/>
                <a:latin typeface="Courier"/>
                <a:ea typeface="Courier"/>
                <a:cs typeface="Courier"/>
                <a:sym typeface="Courier New"/>
              </a:rPr>
              <a:t>2</a:t>
            </a:r>
            <a:r>
              <a:rPr kumimoji="0" lang="en-US" sz="2250" b="0" i="0" u="none" strike="noStrike" kern="0" cap="none" spc="0" normalizeH="0" baseline="0" noProof="0" dirty="0">
                <a:ln>
                  <a:noFill/>
                </a:ln>
                <a:solidFill>
                  <a:prstClr val="white"/>
                </a:solidFill>
                <a:effectLst/>
                <a:uLnTx/>
                <a:uFillTx/>
                <a:latin typeface="Courier"/>
                <a:ea typeface="Courier"/>
                <a:cs typeface="Courier"/>
                <a:sym typeface="Courier New"/>
              </a:rPr>
              <a: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77"/>
        <p:cNvGrpSpPr/>
        <p:nvPr/>
      </p:nvGrpSpPr>
      <p:grpSpPr>
        <a:xfrm>
          <a:off x="0" y="0"/>
          <a:ext cx="0" cy="0"/>
          <a:chOff x="0" y="0"/>
          <a:chExt cx="0" cy="0"/>
        </a:xfrm>
      </p:grpSpPr>
      <p:sp useBgFill="1">
        <p:nvSpPr>
          <p:cNvPr id="128" name="Rectangle 12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3" name="Rectangle 192">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grpSp>
        <p:nvGrpSpPr>
          <p:cNvPr id="195" name="Group 194">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96"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7"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378" name="Shape 378"/>
          <p:cNvSpPr txBox="1">
            <a:spLocks noGrp="1"/>
          </p:cNvSpPr>
          <p:nvPr>
            <p:ph type="title"/>
          </p:nvPr>
        </p:nvSpPr>
        <p:spPr>
          <a:xfrm>
            <a:off x="767290" y="1166932"/>
            <a:ext cx="3582073" cy="4279709"/>
          </a:xfrm>
        </p:spPr>
        <p:txBody>
          <a:bodyPr anchor="ctr">
            <a:normAutofit/>
          </a:bodyPr>
          <a:lstStyle/>
          <a:p>
            <a:pPr lvl="0"/>
            <a:r>
              <a:rPr lang="en-US" sz="4800">
                <a:solidFill>
                  <a:schemeClr val="bg1"/>
                </a:solidFill>
                <a:sym typeface="Cabin"/>
              </a:rPr>
              <a:t>Errores de Diccionarios</a:t>
            </a:r>
          </a:p>
        </p:txBody>
      </p:sp>
      <p:sp>
        <p:nvSpPr>
          <p:cNvPr id="379" name="Shape 379"/>
          <p:cNvSpPr txBox="1">
            <a:spLocks noGrp="1"/>
          </p:cNvSpPr>
          <p:nvPr>
            <p:ph idx="1"/>
          </p:nvPr>
        </p:nvSpPr>
        <p:spPr>
          <a:xfrm>
            <a:off x="5573864" y="1166933"/>
            <a:ext cx="5716988" cy="4279709"/>
          </a:xfrm>
        </p:spPr>
        <p:txBody>
          <a:bodyPr anchor="ctr">
            <a:normAutofit/>
          </a:bodyPr>
          <a:lstStyle/>
          <a:p>
            <a:pPr lvl="0"/>
            <a:r>
              <a:rPr lang="es-419" sz="2025" dirty="0">
                <a:sym typeface="Cabin"/>
              </a:rPr>
              <a:t>Es un </a:t>
            </a:r>
            <a:r>
              <a:rPr lang="es-419" sz="2025" dirty="0">
                <a:solidFill>
                  <a:srgbClr val="FF40FF"/>
                </a:solidFill>
                <a:sym typeface="Cabin"/>
              </a:rPr>
              <a:t>error</a:t>
            </a:r>
            <a:r>
              <a:rPr lang="es-419" sz="2025" dirty="0">
                <a:sym typeface="Cabin"/>
              </a:rPr>
              <a:t> hacer referencia a una clave que no existe en un diccionario</a:t>
            </a:r>
          </a:p>
          <a:p>
            <a:pPr lvl="0"/>
            <a:r>
              <a:rPr lang="es-419" sz="2025" dirty="0">
                <a:sym typeface="Cabin"/>
              </a:rPr>
              <a:t>Podemos usar el operador in para comprobar si una clave se encuentra en un diccionario</a:t>
            </a:r>
          </a:p>
          <a:p>
            <a:pPr marL="0" indent="0">
              <a:buNone/>
            </a:pPr>
            <a:endParaRPr lang="es-419" sz="2025" dirty="0">
              <a:sym typeface="Cabin"/>
            </a:endParaRPr>
          </a:p>
          <a:p>
            <a:pPr marL="0" indent="0">
              <a:spcBef>
                <a:spcPts val="0"/>
              </a:spcBef>
              <a:buClr>
                <a:schemeClr val="lt1"/>
              </a:buClr>
              <a:buSzPct val="25000"/>
              <a:buNone/>
            </a:pPr>
            <a:r>
              <a:rPr lang="en-US" sz="2025" dirty="0">
                <a:latin typeface="Courier"/>
                <a:ea typeface="Courier"/>
                <a:cs typeface="Courier"/>
                <a:sym typeface="Courier New"/>
              </a:rPr>
              <a:t>&gt;&gt;&gt; ccc = </a:t>
            </a:r>
            <a:r>
              <a:rPr lang="en-US" sz="2025" dirty="0" err="1">
                <a:latin typeface="Courier"/>
                <a:ea typeface="Courier"/>
                <a:cs typeface="Courier"/>
                <a:sym typeface="Courier New"/>
              </a:rPr>
              <a:t>dict</a:t>
            </a:r>
            <a:r>
              <a:rPr lang="en-US" sz="2025" dirty="0">
                <a:latin typeface="Courier"/>
                <a:ea typeface="Courier"/>
                <a:cs typeface="Courier"/>
                <a:sym typeface="Courier New"/>
              </a:rPr>
              <a:t>()</a:t>
            </a:r>
          </a:p>
          <a:p>
            <a:pPr lvl="0">
              <a:buClr>
                <a:schemeClr val="lt1"/>
              </a:buClr>
              <a:buSzPct val="25000"/>
            </a:pPr>
            <a:r>
              <a:rPr lang="en-US" sz="2025" dirty="0">
                <a:latin typeface="Courier"/>
                <a:ea typeface="Courier"/>
                <a:cs typeface="Courier"/>
                <a:sym typeface="Courier New"/>
              </a:rPr>
              <a:t>&gt;&gt;&gt; print(</a:t>
            </a:r>
            <a:r>
              <a:rPr lang="en-US" sz="2025" dirty="0">
                <a:solidFill>
                  <a:srgbClr val="FF40FF"/>
                </a:solidFill>
                <a:latin typeface="Courier"/>
                <a:ea typeface="Courier"/>
                <a:cs typeface="Courier"/>
                <a:sym typeface="Courier New"/>
              </a:rPr>
              <a:t>ccc['</a:t>
            </a:r>
            <a:r>
              <a:rPr lang="en-US" sz="2025" dirty="0" err="1">
                <a:solidFill>
                  <a:srgbClr val="FF40FF"/>
                </a:solidFill>
                <a:latin typeface="Courier"/>
                <a:ea typeface="Courier"/>
                <a:cs typeface="Courier"/>
                <a:sym typeface="Courier New"/>
              </a:rPr>
              <a:t>csev</a:t>
            </a:r>
            <a:r>
              <a:rPr lang="en-US" sz="2025" dirty="0">
                <a:solidFill>
                  <a:srgbClr val="FF40FF"/>
                </a:solidFill>
                <a:latin typeface="Courier"/>
                <a:ea typeface="Courier"/>
                <a:cs typeface="Courier"/>
                <a:sym typeface="Courier New"/>
              </a:rPr>
              <a:t>']</a:t>
            </a:r>
            <a:r>
              <a:rPr lang="en-US" sz="2025" dirty="0">
                <a:latin typeface="Courier"/>
                <a:ea typeface="Courier"/>
                <a:cs typeface="Courier"/>
                <a:sym typeface="Courier New"/>
              </a:rPr>
              <a:t>)</a:t>
            </a:r>
          </a:p>
          <a:p>
            <a:pPr marL="0" indent="0">
              <a:spcBef>
                <a:spcPts val="0"/>
              </a:spcBef>
              <a:buClr>
                <a:schemeClr val="lt1"/>
              </a:buClr>
              <a:buSzPct val="25000"/>
              <a:buNone/>
            </a:pPr>
            <a:r>
              <a:rPr lang="en-US" sz="2025" dirty="0">
                <a:latin typeface="Courier"/>
                <a:ea typeface="Courier"/>
                <a:cs typeface="Courier"/>
                <a:sym typeface="Courier New"/>
              </a:rPr>
              <a:t>Traceback (most recent call last):</a:t>
            </a:r>
          </a:p>
          <a:p>
            <a:pPr marL="0" indent="0">
              <a:spcBef>
                <a:spcPts val="0"/>
              </a:spcBef>
              <a:buClr>
                <a:schemeClr val="lt1"/>
              </a:buClr>
              <a:buSzPct val="25000"/>
              <a:buNone/>
            </a:pPr>
            <a:r>
              <a:rPr lang="en-US" sz="2025" dirty="0">
                <a:latin typeface="Courier"/>
                <a:ea typeface="Courier"/>
                <a:cs typeface="Courier"/>
                <a:sym typeface="Courier New"/>
              </a:rPr>
              <a:t>  File "&lt;stdin&gt;", line 1, in &lt;module&gt;</a:t>
            </a:r>
          </a:p>
          <a:p>
            <a:pPr marL="0" indent="0">
              <a:spcBef>
                <a:spcPts val="0"/>
              </a:spcBef>
              <a:buClr>
                <a:srgbClr val="FF66FF"/>
              </a:buClr>
              <a:buSzPct val="25000"/>
              <a:buNone/>
            </a:pPr>
            <a:r>
              <a:rPr lang="en-US" sz="2025" dirty="0" err="1">
                <a:solidFill>
                  <a:srgbClr val="FF40FF"/>
                </a:solidFill>
                <a:latin typeface="Courier"/>
                <a:ea typeface="Courier"/>
                <a:cs typeface="Courier"/>
                <a:sym typeface="Courier New"/>
              </a:rPr>
              <a:t>KeyError</a:t>
            </a:r>
            <a:r>
              <a:rPr lang="en-US" sz="2025" dirty="0">
                <a:solidFill>
                  <a:srgbClr val="FF40FF"/>
                </a:solidFill>
                <a:latin typeface="Courier"/>
                <a:ea typeface="Courier"/>
                <a:cs typeface="Courier"/>
                <a:sym typeface="Courier New"/>
              </a:rPr>
              <a:t>: '</a:t>
            </a:r>
            <a:r>
              <a:rPr lang="en-US" sz="2025" dirty="0" err="1">
                <a:solidFill>
                  <a:srgbClr val="FF40FF"/>
                </a:solidFill>
                <a:latin typeface="Courier"/>
                <a:ea typeface="Courier"/>
                <a:cs typeface="Courier"/>
                <a:sym typeface="Courier New"/>
              </a:rPr>
              <a:t>csev</a:t>
            </a:r>
            <a:r>
              <a:rPr lang="en-US" sz="2025" dirty="0">
                <a:solidFill>
                  <a:srgbClr val="FF40FF"/>
                </a:solidFill>
                <a:latin typeface="Courier"/>
                <a:ea typeface="Courier"/>
                <a:cs typeface="Courier"/>
                <a:sym typeface="Courier New"/>
              </a:rPr>
              <a:t>'</a:t>
            </a:r>
          </a:p>
          <a:p>
            <a:pPr marL="0" indent="0">
              <a:spcBef>
                <a:spcPts val="0"/>
              </a:spcBef>
              <a:buClr>
                <a:schemeClr val="lt1"/>
              </a:buClr>
              <a:buSzPct val="25000"/>
              <a:buNone/>
            </a:pPr>
            <a:r>
              <a:rPr lang="en-US" sz="2025" dirty="0">
                <a:latin typeface="Courier"/>
                <a:ea typeface="Courier"/>
                <a:cs typeface="Courier"/>
                <a:sym typeface="Courier New"/>
              </a:rPr>
              <a:t>&gt;&gt;&gt; '</a:t>
            </a:r>
            <a:r>
              <a:rPr lang="en-US" sz="2025" dirty="0" err="1">
                <a:latin typeface="Courier"/>
                <a:ea typeface="Courier"/>
                <a:cs typeface="Courier"/>
                <a:sym typeface="Courier New"/>
              </a:rPr>
              <a:t>csev</a:t>
            </a:r>
            <a:r>
              <a:rPr lang="en-US" sz="2025" dirty="0">
                <a:latin typeface="Courier"/>
                <a:ea typeface="Courier"/>
                <a:cs typeface="Courier"/>
                <a:sym typeface="Courier New"/>
              </a:rPr>
              <a:t>' in ccc</a:t>
            </a:r>
          </a:p>
          <a:p>
            <a:pPr marL="0" indent="0">
              <a:spcBef>
                <a:spcPts val="0"/>
              </a:spcBef>
              <a:buClr>
                <a:schemeClr val="lt1"/>
              </a:buClr>
              <a:buSzPct val="25000"/>
              <a:buNone/>
            </a:pPr>
            <a:r>
              <a:rPr lang="en-US" sz="2025" dirty="0">
                <a:latin typeface="Courier"/>
                <a:ea typeface="Courier"/>
                <a:cs typeface="Courier"/>
                <a:sym typeface="Courier New"/>
              </a:rPr>
              <a:t>False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4"/>
        <p:cNvGrpSpPr/>
        <p:nvPr/>
      </p:nvGrpSpPr>
      <p:grpSpPr>
        <a:xfrm>
          <a:off x="0" y="0"/>
          <a:ext cx="0" cy="0"/>
          <a:chOff x="0" y="0"/>
          <a:chExt cx="0" cy="0"/>
        </a:xfrm>
      </p:grpSpPr>
      <p:sp>
        <p:nvSpPr>
          <p:cNvPr id="70" name="Rectangle 6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385" name="Shape 385"/>
          <p:cNvSpPr txBox="1">
            <a:spLocks noGrp="1"/>
          </p:cNvSpPr>
          <p:nvPr>
            <p:ph type="title"/>
          </p:nvPr>
        </p:nvSpPr>
        <p:spPr>
          <a:xfrm>
            <a:off x="838200" y="1412488"/>
            <a:ext cx="2899189" cy="4363844"/>
          </a:xfrm>
        </p:spPr>
        <p:txBody>
          <a:bodyPr anchor="t">
            <a:normAutofit/>
          </a:bodyPr>
          <a:lstStyle/>
          <a:p>
            <a:pPr lvl="0"/>
            <a:r>
              <a:rPr lang="es-ES" sz="3975">
                <a:solidFill>
                  <a:srgbClr val="FFFFFF"/>
                </a:solidFill>
                <a:sym typeface="Cabin"/>
              </a:rPr>
              <a:t>Cuando Encontramos un Nuevo Valor</a:t>
            </a:r>
            <a:endParaRPr lang="en-US" sz="3975">
              <a:solidFill>
                <a:srgbClr val="FFFFFF"/>
              </a:solidFill>
              <a:sym typeface="Cabin"/>
            </a:endParaRPr>
          </a:p>
        </p:txBody>
      </p:sp>
      <p:sp>
        <p:nvSpPr>
          <p:cNvPr id="9" name="Shape 386">
            <a:extLst>
              <a:ext uri="{FF2B5EF4-FFF2-40B4-BE49-F238E27FC236}">
                <a16:creationId xmlns:a16="http://schemas.microsoft.com/office/drawing/2014/main" id="{BB5292D7-C736-496F-A969-71EE4BF1B385}"/>
              </a:ext>
            </a:extLst>
          </p:cNvPr>
          <p:cNvSpPr txBox="1">
            <a:spLocks noGrp="1"/>
          </p:cNvSpPr>
          <p:nvPr>
            <p:ph sz="half" idx="1"/>
          </p:nvPr>
        </p:nvSpPr>
        <p:spPr>
          <a:xfrm>
            <a:off x="4380855" y="1412489"/>
            <a:ext cx="3427283" cy="4363844"/>
          </a:xfrm>
        </p:spPr>
        <p:txBody>
          <a:bodyPr>
            <a:normAutofit/>
          </a:bodyPr>
          <a:lstStyle/>
          <a:p>
            <a:pPr lvl="0"/>
            <a:r>
              <a:rPr lang="es-419" sz="2025">
                <a:sym typeface="Cabin"/>
              </a:rPr>
              <a:t>Cuando encontramos un nuevo nombre, necesitamos agregar una nueva entrada en el diccionario y si es la segunda vez o después encontramos de nuevo el nombre, simplemente sumamos uno al contador en el diccionario bajo ese nombre</a:t>
            </a:r>
          </a:p>
        </p:txBody>
      </p:sp>
      <p:cxnSp>
        <p:nvCxnSpPr>
          <p:cNvPr id="72" name="Straight Connector 7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D855589F-E6D2-4418-B0C5-81455B4FC93F}"/>
              </a:ext>
            </a:extLst>
          </p:cNvPr>
          <p:cNvSpPr>
            <a:spLocks noGrp="1"/>
          </p:cNvSpPr>
          <p:nvPr>
            <p:ph sz="half" idx="2"/>
          </p:nvPr>
        </p:nvSpPr>
        <p:spPr>
          <a:xfrm>
            <a:off x="8451604" y="1412489"/>
            <a:ext cx="3197701" cy="4363844"/>
          </a:xfrm>
        </p:spPr>
        <p:txBody>
          <a:bodyPr>
            <a:normAutofit/>
          </a:bodyPr>
          <a:lstStyle/>
          <a:p>
            <a:pPr lvl="0">
              <a:buClr>
                <a:srgbClr val="00FF00"/>
              </a:buClr>
              <a:buSzPct val="25000"/>
            </a:pPr>
            <a:r>
              <a:rPr lang="es-419" sz="1575" dirty="0">
                <a:latin typeface="Courier New"/>
                <a:ea typeface="Courier New"/>
                <a:cs typeface="Courier New"/>
                <a:sym typeface="Courier New"/>
              </a:rPr>
              <a:t>contadores = </a:t>
            </a:r>
            <a:r>
              <a:rPr lang="es-419" sz="1575" dirty="0" err="1">
                <a:latin typeface="Courier New"/>
                <a:ea typeface="Courier New"/>
                <a:cs typeface="Courier New"/>
                <a:sym typeface="Courier New"/>
              </a:rPr>
              <a:t>dict</a:t>
            </a:r>
            <a:r>
              <a:rPr lang="es-419" sz="1575" dirty="0">
                <a:latin typeface="Courier New"/>
                <a:ea typeface="Courier New"/>
                <a:cs typeface="Courier New"/>
                <a:sym typeface="Courier New"/>
              </a:rPr>
              <a:t>()</a:t>
            </a:r>
          </a:p>
          <a:p>
            <a:pPr lvl="0">
              <a:buClr>
                <a:srgbClr val="00FF00"/>
              </a:buClr>
              <a:buSzPct val="25000"/>
            </a:pPr>
            <a:r>
              <a:rPr lang="es-419" sz="1575" dirty="0">
                <a:latin typeface="Courier New"/>
                <a:ea typeface="Courier New"/>
                <a:cs typeface="Courier New"/>
                <a:sym typeface="Courier New"/>
              </a:rPr>
              <a:t>nombres = ['</a:t>
            </a:r>
            <a:r>
              <a:rPr lang="es-419" sz="1575" dirty="0" err="1">
                <a:latin typeface="Courier New"/>
                <a:ea typeface="Courier New"/>
                <a:cs typeface="Courier New"/>
                <a:sym typeface="Courier New"/>
              </a:rPr>
              <a:t>csev</a:t>
            </a: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cwen</a:t>
            </a: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csev</a:t>
            </a: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zqian</a:t>
            </a: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cwen</a:t>
            </a:r>
            <a:r>
              <a:rPr lang="es-419" sz="1575" dirty="0">
                <a:latin typeface="Courier New"/>
                <a:ea typeface="Courier New"/>
                <a:cs typeface="Courier New"/>
                <a:sym typeface="Courier New"/>
              </a:rPr>
              <a:t>']</a:t>
            </a:r>
          </a:p>
          <a:p>
            <a:pPr lvl="0">
              <a:buClr>
                <a:srgbClr val="FFFF00"/>
              </a:buClr>
              <a:buSzPct val="25000"/>
            </a:pPr>
            <a:r>
              <a:rPr lang="es-419" sz="1575" dirty="0" err="1">
                <a:latin typeface="Courier New"/>
                <a:ea typeface="Courier New"/>
                <a:cs typeface="Courier New"/>
                <a:sym typeface="Courier New"/>
              </a:rPr>
              <a:t>for</a:t>
            </a:r>
            <a:r>
              <a:rPr lang="es-419" sz="1575" dirty="0">
                <a:latin typeface="Courier New"/>
                <a:ea typeface="Courier New"/>
                <a:cs typeface="Courier New"/>
                <a:sym typeface="Courier New"/>
              </a:rPr>
              <a:t> nombre in nombres :</a:t>
            </a:r>
          </a:p>
          <a:p>
            <a:pPr lvl="0">
              <a:buClr>
                <a:schemeClr val="lt1"/>
              </a:buClr>
              <a:buSzPct val="25000"/>
            </a:pP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if</a:t>
            </a:r>
            <a:r>
              <a:rPr lang="es-419" sz="1575" dirty="0">
                <a:latin typeface="Courier New"/>
                <a:ea typeface="Courier New"/>
                <a:cs typeface="Courier New"/>
                <a:sym typeface="Courier New"/>
              </a:rPr>
              <a:t> nombre </a:t>
            </a:r>
            <a:r>
              <a:rPr lang="es-419" sz="1575" dirty="0" err="1">
                <a:latin typeface="Courier New"/>
                <a:ea typeface="Courier New"/>
                <a:cs typeface="Courier New"/>
                <a:sym typeface="Courier New"/>
              </a:rPr>
              <a:t>not</a:t>
            </a:r>
            <a:r>
              <a:rPr lang="es-419" sz="1575" dirty="0">
                <a:latin typeface="Courier New"/>
                <a:ea typeface="Courier New"/>
                <a:cs typeface="Courier New"/>
                <a:sym typeface="Courier New"/>
              </a:rPr>
              <a:t> in contadores: </a:t>
            </a:r>
          </a:p>
          <a:p>
            <a:pPr lvl="0">
              <a:buClr>
                <a:schemeClr val="lt1"/>
              </a:buClr>
              <a:buSzPct val="25000"/>
            </a:pPr>
            <a:r>
              <a:rPr lang="es-419" sz="1575" dirty="0">
                <a:latin typeface="Courier New"/>
                <a:ea typeface="Courier New"/>
                <a:cs typeface="Courier New"/>
                <a:sym typeface="Courier New"/>
              </a:rPr>
              <a:t>        contadores[nombre] = 1</a:t>
            </a:r>
          </a:p>
          <a:p>
            <a:pPr lvl="0">
              <a:buClr>
                <a:schemeClr val="lt1"/>
              </a:buClr>
              <a:buSzPct val="25000"/>
            </a:pPr>
            <a:r>
              <a:rPr lang="es-419" sz="1575" dirty="0">
                <a:latin typeface="Courier New"/>
                <a:ea typeface="Courier New"/>
                <a:cs typeface="Courier New"/>
                <a:sym typeface="Courier New"/>
              </a:rPr>
              <a:t>    </a:t>
            </a:r>
            <a:r>
              <a:rPr lang="es-419" sz="1575" dirty="0" err="1">
                <a:latin typeface="Courier New"/>
                <a:ea typeface="Courier New"/>
                <a:cs typeface="Courier New"/>
                <a:sym typeface="Courier New"/>
              </a:rPr>
              <a:t>else</a:t>
            </a:r>
            <a:r>
              <a:rPr lang="es-419" sz="1575" dirty="0">
                <a:latin typeface="Courier New"/>
                <a:ea typeface="Courier New"/>
                <a:cs typeface="Courier New"/>
                <a:sym typeface="Courier New"/>
              </a:rPr>
              <a:t> :</a:t>
            </a:r>
          </a:p>
          <a:p>
            <a:pPr lvl="0">
              <a:buClr>
                <a:schemeClr val="lt1"/>
              </a:buClr>
              <a:buSzPct val="25000"/>
            </a:pPr>
            <a:r>
              <a:rPr lang="es-419" sz="1575" dirty="0">
                <a:latin typeface="Courier New"/>
                <a:ea typeface="Courier New"/>
                <a:cs typeface="Courier New"/>
                <a:sym typeface="Courier New"/>
              </a:rPr>
              <a:t>        contadores[nombre] = contadores[nombre] + 1</a:t>
            </a:r>
          </a:p>
          <a:p>
            <a:pPr lvl="0">
              <a:buClr>
                <a:srgbClr val="FFFF00"/>
              </a:buClr>
              <a:buSzPct val="25000"/>
            </a:pPr>
            <a:r>
              <a:rPr lang="es-419" sz="1575" dirty="0" err="1">
                <a:latin typeface="Courier New"/>
                <a:ea typeface="Courier New"/>
                <a:cs typeface="Courier New"/>
                <a:sym typeface="Courier New"/>
              </a:rPr>
              <a:t>print</a:t>
            </a:r>
            <a:r>
              <a:rPr lang="es-419" sz="1575" dirty="0">
                <a:latin typeface="Courier New"/>
                <a:ea typeface="Courier New"/>
                <a:cs typeface="Courier New"/>
                <a:sym typeface="Courier New"/>
              </a:rPr>
              <a:t>(contadores)</a:t>
            </a:r>
          </a:p>
          <a:p>
            <a:endParaRPr lang="es-MX" sz="1575" dirty="0"/>
          </a:p>
        </p:txBody>
      </p:sp>
      <p:sp>
        <p:nvSpPr>
          <p:cNvPr id="10" name="Shape 388">
            <a:extLst>
              <a:ext uri="{FF2B5EF4-FFF2-40B4-BE49-F238E27FC236}">
                <a16:creationId xmlns:a16="http://schemas.microsoft.com/office/drawing/2014/main" id="{BF55E0C6-C0DA-4B3C-96AE-CCE74BA50E81}"/>
              </a:ext>
            </a:extLst>
          </p:cNvPr>
          <p:cNvSpPr txBox="1"/>
          <p:nvPr/>
        </p:nvSpPr>
        <p:spPr>
          <a:xfrm>
            <a:off x="3599134" y="4460483"/>
            <a:ext cx="4990654" cy="523800"/>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00FF"/>
              </a:buClr>
              <a:buSzPct val="25000"/>
              <a:buFontTx/>
              <a:buNone/>
              <a:tabLst/>
              <a:defRPr/>
            </a:pP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csev</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2, </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zqian</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1,</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 '</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cwen</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2}</a:t>
            </a:r>
          </a:p>
        </p:txBody>
      </p:sp>
      <p:pic>
        <p:nvPicPr>
          <p:cNvPr id="11" name="Shape 370">
            <a:extLst>
              <a:ext uri="{FF2B5EF4-FFF2-40B4-BE49-F238E27FC236}">
                <a16:creationId xmlns:a16="http://schemas.microsoft.com/office/drawing/2014/main" id="{E4FFE9DD-86C5-4A71-847E-5F8063DE4809}"/>
              </a:ext>
            </a:extLst>
          </p:cNvPr>
          <p:cNvPicPr preferRelativeResize="0"/>
          <p:nvPr/>
        </p:nvPicPr>
        <p:blipFill rotWithShape="1">
          <a:blip r:embed="rId3">
            <a:alphaModFix/>
          </a:blip>
          <a:srcRect/>
          <a:stretch/>
        </p:blipFill>
        <p:spPr>
          <a:xfrm>
            <a:off x="4561616" y="5070088"/>
            <a:ext cx="2990392" cy="1701952"/>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92"/>
        <p:cNvGrpSpPr/>
        <p:nvPr/>
      </p:nvGrpSpPr>
      <p:grpSpPr>
        <a:xfrm>
          <a:off x="0" y="0"/>
          <a:ext cx="0" cy="0"/>
          <a:chOff x="0" y="0"/>
          <a:chExt cx="0" cy="0"/>
        </a:xfrm>
      </p:grpSpPr>
      <p:sp>
        <p:nvSpPr>
          <p:cNvPr id="79" name="Rectangle 7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4"/>
            <a:ext cx="12191990" cy="169434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393" name="Shape 393"/>
          <p:cNvSpPr txBox="1">
            <a:spLocks noGrp="1"/>
          </p:cNvSpPr>
          <p:nvPr>
            <p:ph type="title"/>
          </p:nvPr>
        </p:nvSpPr>
        <p:spPr>
          <a:xfrm>
            <a:off x="1156851" y="637762"/>
            <a:ext cx="9888496" cy="900131"/>
          </a:xfrm>
        </p:spPr>
        <p:txBody>
          <a:bodyPr anchor="t">
            <a:normAutofit/>
          </a:bodyPr>
          <a:lstStyle/>
          <a:p>
            <a:pPr lvl="0"/>
            <a:r>
              <a:rPr lang="en-US" sz="3975">
                <a:solidFill>
                  <a:schemeClr val="bg1"/>
                </a:solidFill>
                <a:sym typeface="Cabin"/>
              </a:rPr>
              <a:t>El Método get de un Diccionario</a:t>
            </a:r>
          </a:p>
        </p:txBody>
      </p:sp>
      <p:sp>
        <p:nvSpPr>
          <p:cNvPr id="399" name="Rectangle 8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400" name="Rectangle 8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394" name="Shape 394"/>
          <p:cNvSpPr txBox="1">
            <a:spLocks noGrp="1"/>
          </p:cNvSpPr>
          <p:nvPr>
            <p:ph idx="1"/>
          </p:nvPr>
        </p:nvSpPr>
        <p:spPr>
          <a:xfrm>
            <a:off x="1155548" y="2217343"/>
            <a:ext cx="9880893" cy="3959619"/>
          </a:xfrm>
        </p:spPr>
        <p:txBody>
          <a:bodyPr>
            <a:normAutofit/>
          </a:bodyPr>
          <a:lstStyle/>
          <a:p>
            <a:pPr lvl="0"/>
            <a:r>
              <a:rPr lang="es-419" sz="2025" dirty="0">
                <a:sym typeface="Cabin"/>
              </a:rPr>
              <a:t>El patrón de verificar si una clave ya existe en un diccionario y asumir un valor por defecto si la clave no se encuentra es tan común, que hay un método llamado </a:t>
            </a:r>
            <a:r>
              <a:rPr lang="es-419" sz="2025" dirty="0" err="1">
                <a:sym typeface="Cabin"/>
              </a:rPr>
              <a:t>get</a:t>
            </a:r>
            <a:r>
              <a:rPr lang="es-419" sz="2025" dirty="0">
                <a:sym typeface="Cabin"/>
              </a:rPr>
              <a:t>() que hace esto por nosotros.</a:t>
            </a:r>
          </a:p>
          <a:p>
            <a:r>
              <a:rPr lang="es-419" sz="2025" dirty="0">
                <a:sym typeface="Cabin"/>
              </a:rPr>
              <a:t>Valor por defecto si la clave no existe (y no produce errores).</a:t>
            </a:r>
          </a:p>
          <a:p>
            <a:pPr lvl="0">
              <a:buClr>
                <a:schemeClr val="lt1"/>
              </a:buClr>
              <a:buSzPct val="25000"/>
            </a:pPr>
            <a:r>
              <a:rPr lang="es-419" sz="2025" dirty="0">
                <a:latin typeface="Courier New"/>
                <a:ea typeface="Courier New"/>
                <a:cs typeface="Courier New"/>
                <a:sym typeface="Courier New"/>
              </a:rPr>
              <a:t> </a:t>
            </a:r>
            <a:r>
              <a:rPr lang="es-419" sz="2025" dirty="0" err="1">
                <a:latin typeface="Courier New"/>
                <a:ea typeface="Courier New"/>
                <a:cs typeface="Courier New"/>
                <a:sym typeface="Courier New"/>
              </a:rPr>
              <a:t>if</a:t>
            </a:r>
            <a:r>
              <a:rPr lang="es-419" sz="2025" dirty="0">
                <a:latin typeface="Courier New"/>
                <a:ea typeface="Courier New"/>
                <a:cs typeface="Courier New"/>
                <a:sym typeface="Courier New"/>
              </a:rPr>
              <a:t> nombre in contadores:</a:t>
            </a:r>
          </a:p>
          <a:p>
            <a:pPr lvl="0">
              <a:buClr>
                <a:schemeClr val="lt1"/>
              </a:buClr>
              <a:buSzPct val="25000"/>
            </a:pPr>
            <a:r>
              <a:rPr lang="es-419" sz="2025" dirty="0">
                <a:latin typeface="Courier New"/>
                <a:ea typeface="Courier New"/>
                <a:cs typeface="Courier New"/>
                <a:sym typeface="Courier New"/>
              </a:rPr>
              <a:t>       x = contadores[nombre]</a:t>
            </a:r>
          </a:p>
          <a:p>
            <a:pPr lvl="0">
              <a:buClr>
                <a:schemeClr val="lt1"/>
              </a:buClr>
              <a:buSzPct val="25000"/>
            </a:pPr>
            <a:r>
              <a:rPr lang="es-419" sz="2025" dirty="0">
                <a:latin typeface="Courier New"/>
                <a:ea typeface="Courier New"/>
                <a:cs typeface="Courier New"/>
                <a:sym typeface="Courier New"/>
              </a:rPr>
              <a:t>    </a:t>
            </a:r>
            <a:r>
              <a:rPr lang="es-419" sz="2025" dirty="0" err="1">
                <a:latin typeface="Courier New"/>
                <a:ea typeface="Courier New"/>
                <a:cs typeface="Courier New"/>
                <a:sym typeface="Courier New"/>
              </a:rPr>
              <a:t>else</a:t>
            </a:r>
            <a:r>
              <a:rPr lang="es-419" sz="2025" dirty="0">
                <a:latin typeface="Courier New"/>
                <a:ea typeface="Courier New"/>
                <a:cs typeface="Courier New"/>
                <a:sym typeface="Courier New"/>
              </a:rPr>
              <a:t> :</a:t>
            </a:r>
          </a:p>
          <a:p>
            <a:pPr lvl="0">
              <a:buClr>
                <a:schemeClr val="lt1"/>
              </a:buClr>
              <a:buSzPct val="25000"/>
            </a:pPr>
            <a:r>
              <a:rPr lang="es-419" sz="2025" dirty="0">
                <a:latin typeface="Courier New"/>
                <a:ea typeface="Courier New"/>
                <a:cs typeface="Courier New"/>
                <a:sym typeface="Courier New"/>
              </a:rPr>
              <a:t>       x = 0</a:t>
            </a:r>
          </a:p>
          <a:p>
            <a:pPr>
              <a:buClr>
                <a:schemeClr val="lt1"/>
              </a:buClr>
              <a:buSzPct val="25000"/>
            </a:pPr>
            <a:r>
              <a:rPr lang="en-US" sz="2025" dirty="0">
                <a:latin typeface="Courier"/>
                <a:ea typeface="Courier"/>
                <a:cs typeface="Courier"/>
                <a:sym typeface="Courier New"/>
              </a:rPr>
              <a:t>x = </a:t>
            </a:r>
            <a:r>
              <a:rPr lang="en-US" sz="2025" dirty="0" err="1">
                <a:latin typeface="Courier"/>
                <a:ea typeface="Courier"/>
                <a:cs typeface="Courier"/>
                <a:sym typeface="Courier New"/>
              </a:rPr>
              <a:t>contadores.get</a:t>
            </a:r>
            <a:r>
              <a:rPr lang="en-US" sz="2025" dirty="0">
                <a:latin typeface="Courier"/>
                <a:ea typeface="Courier"/>
                <a:cs typeface="Courier"/>
                <a:sym typeface="Courier New"/>
              </a:rPr>
              <a:t>(name, 0)</a:t>
            </a:r>
          </a:p>
          <a:p>
            <a:pPr>
              <a:buClr>
                <a:schemeClr val="lt1"/>
              </a:buClr>
              <a:buSzPct val="25000"/>
            </a:pPr>
            <a:r>
              <a:rPr lang="en-US" sz="2025" dirty="0">
                <a:latin typeface="Arial" charset="0"/>
                <a:ea typeface="Arial" charset="0"/>
                <a:cs typeface="Arial" charset="0"/>
                <a:sym typeface="Cabin"/>
              </a:rPr>
              <a:t>{'</a:t>
            </a:r>
            <a:r>
              <a:rPr lang="en-US" sz="2025" dirty="0" err="1">
                <a:latin typeface="Arial" charset="0"/>
                <a:ea typeface="Arial" charset="0"/>
                <a:cs typeface="Arial" charset="0"/>
                <a:sym typeface="Cabin"/>
              </a:rPr>
              <a:t>csev</a:t>
            </a:r>
            <a:r>
              <a:rPr lang="en-US" sz="2025" dirty="0">
                <a:latin typeface="Arial" charset="0"/>
                <a:ea typeface="Arial" charset="0"/>
                <a:cs typeface="Arial" charset="0"/>
                <a:sym typeface="Cabin"/>
              </a:rPr>
              <a:t>': 2, '</a:t>
            </a:r>
            <a:r>
              <a:rPr lang="en-US" sz="2025" dirty="0" err="1">
                <a:latin typeface="Arial" charset="0"/>
                <a:ea typeface="Arial" charset="0"/>
                <a:cs typeface="Arial" charset="0"/>
                <a:sym typeface="Cabin"/>
              </a:rPr>
              <a:t>zqian</a:t>
            </a:r>
            <a:r>
              <a:rPr lang="en-US" sz="2025" dirty="0">
                <a:latin typeface="Arial" charset="0"/>
                <a:ea typeface="Arial" charset="0"/>
                <a:cs typeface="Arial" charset="0"/>
                <a:sym typeface="Cabin"/>
              </a:rPr>
              <a:t>': 1, '</a:t>
            </a:r>
            <a:r>
              <a:rPr lang="en-US" sz="2025" dirty="0" err="1">
                <a:latin typeface="Arial" charset="0"/>
                <a:ea typeface="Arial" charset="0"/>
                <a:cs typeface="Arial" charset="0"/>
                <a:sym typeface="Cabin"/>
              </a:rPr>
              <a:t>cwen</a:t>
            </a:r>
            <a:r>
              <a:rPr lang="en-US" sz="2025" dirty="0">
                <a:latin typeface="Arial" charset="0"/>
                <a:ea typeface="Arial" charset="0"/>
                <a:cs typeface="Arial" charset="0"/>
                <a:sym typeface="Cabin"/>
              </a:rPr>
              <a:t>': 2}</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02"/>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91" name="Rectangle 90">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grpSp>
        <p:nvGrpSpPr>
          <p:cNvPr id="93" name="Group 92">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94"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5"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403" name="Shape 403"/>
          <p:cNvSpPr txBox="1">
            <a:spLocks noGrp="1"/>
          </p:cNvSpPr>
          <p:nvPr>
            <p:ph type="title"/>
          </p:nvPr>
        </p:nvSpPr>
        <p:spPr>
          <a:xfrm>
            <a:off x="767290" y="1166932"/>
            <a:ext cx="3582073" cy="4279709"/>
          </a:xfrm>
        </p:spPr>
        <p:txBody>
          <a:bodyPr anchor="ctr">
            <a:normAutofit/>
          </a:bodyPr>
          <a:lstStyle/>
          <a:p>
            <a:pPr lvl="0"/>
            <a:r>
              <a:rPr lang="en-US" sz="4800">
                <a:solidFill>
                  <a:schemeClr val="bg1"/>
                </a:solidFill>
                <a:sym typeface="Cabin"/>
              </a:rPr>
              <a:t>Conteo Simplificado usando get()</a:t>
            </a:r>
          </a:p>
        </p:txBody>
      </p:sp>
      <p:sp>
        <p:nvSpPr>
          <p:cNvPr id="404" name="Shape 404"/>
          <p:cNvSpPr txBox="1">
            <a:spLocks noGrp="1"/>
          </p:cNvSpPr>
          <p:nvPr>
            <p:ph idx="1"/>
          </p:nvPr>
        </p:nvSpPr>
        <p:spPr>
          <a:xfrm>
            <a:off x="5573864" y="1166933"/>
            <a:ext cx="5716988" cy="4279709"/>
          </a:xfrm>
        </p:spPr>
        <p:txBody>
          <a:bodyPr anchor="ctr">
            <a:normAutofit/>
          </a:bodyPr>
          <a:lstStyle/>
          <a:p>
            <a:pPr marL="0" indent="0">
              <a:buNone/>
            </a:pPr>
            <a:r>
              <a:rPr lang="es-419" sz="2100" dirty="0">
                <a:sym typeface="Cabin"/>
              </a:rPr>
              <a:t>Se puede usar </a:t>
            </a:r>
            <a:r>
              <a:rPr lang="es-419" sz="2100" dirty="0" err="1">
                <a:sym typeface="Cabin"/>
              </a:rPr>
              <a:t>get</a:t>
            </a:r>
            <a:r>
              <a:rPr lang="es-419" sz="2100" dirty="0">
                <a:sym typeface="Cabin"/>
              </a:rPr>
              <a:t>() y proveer un valor por defecto de cero cuando la clave no existe aún en el diccionario - y después sumar uno</a:t>
            </a:r>
          </a:p>
          <a:p>
            <a:pPr lvl="0"/>
            <a:endParaRPr lang="es-419" sz="2100" dirty="0">
              <a:sym typeface="Cabin"/>
            </a:endParaRPr>
          </a:p>
          <a:p>
            <a:pPr marL="0" indent="0">
              <a:buNone/>
            </a:pPr>
            <a:r>
              <a:rPr lang="es-419" sz="2100" dirty="0">
                <a:latin typeface="Courier New" panose="02070309020205020404" pitchFamily="49" charset="0"/>
                <a:cs typeface="Courier New" panose="02070309020205020404" pitchFamily="49" charset="0"/>
                <a:sym typeface="Courier New"/>
              </a:rPr>
              <a:t>contadores = </a:t>
            </a:r>
            <a:r>
              <a:rPr lang="es-419" sz="2100" dirty="0" err="1">
                <a:latin typeface="Courier New" panose="02070309020205020404" pitchFamily="49" charset="0"/>
                <a:cs typeface="Courier New" panose="02070309020205020404" pitchFamily="49" charset="0"/>
                <a:sym typeface="Courier New"/>
              </a:rPr>
              <a:t>dict</a:t>
            </a:r>
            <a:r>
              <a:rPr lang="es-419" sz="2100" dirty="0">
                <a:latin typeface="Courier New" panose="02070309020205020404" pitchFamily="49" charset="0"/>
                <a:cs typeface="Courier New" panose="02070309020205020404" pitchFamily="49" charset="0"/>
                <a:sym typeface="Courier New"/>
              </a:rPr>
              <a:t>()</a:t>
            </a:r>
          </a:p>
          <a:p>
            <a:pPr marL="0" indent="0">
              <a:buNone/>
            </a:pPr>
            <a:r>
              <a:rPr lang="es-419" sz="2100" dirty="0">
                <a:latin typeface="Courier New" panose="02070309020205020404" pitchFamily="49" charset="0"/>
                <a:cs typeface="Courier New" panose="02070309020205020404" pitchFamily="49" charset="0"/>
                <a:sym typeface="Courier New"/>
              </a:rPr>
              <a:t>nombres = ['</a:t>
            </a:r>
            <a:r>
              <a:rPr lang="es-419" sz="2100" dirty="0" err="1">
                <a:latin typeface="Courier New" panose="02070309020205020404" pitchFamily="49" charset="0"/>
                <a:cs typeface="Courier New" panose="02070309020205020404" pitchFamily="49" charset="0"/>
                <a:sym typeface="Courier New"/>
              </a:rPr>
              <a:t>csev</a:t>
            </a:r>
            <a:r>
              <a:rPr lang="es-419" sz="2100" dirty="0">
                <a:latin typeface="Courier New" panose="02070309020205020404" pitchFamily="49" charset="0"/>
                <a:cs typeface="Courier New" panose="02070309020205020404" pitchFamily="49" charset="0"/>
                <a:sym typeface="Courier New"/>
              </a:rPr>
              <a:t>', '</a:t>
            </a:r>
            <a:r>
              <a:rPr lang="es-419" sz="2100" dirty="0" err="1">
                <a:latin typeface="Courier New" panose="02070309020205020404" pitchFamily="49" charset="0"/>
                <a:cs typeface="Courier New" panose="02070309020205020404" pitchFamily="49" charset="0"/>
                <a:sym typeface="Courier New"/>
              </a:rPr>
              <a:t>cwen</a:t>
            </a:r>
            <a:r>
              <a:rPr lang="es-419" sz="2100" dirty="0">
                <a:latin typeface="Courier New" panose="02070309020205020404" pitchFamily="49" charset="0"/>
                <a:cs typeface="Courier New" panose="02070309020205020404" pitchFamily="49" charset="0"/>
                <a:sym typeface="Courier New"/>
              </a:rPr>
              <a:t>', '</a:t>
            </a:r>
            <a:r>
              <a:rPr lang="es-419" sz="2100" dirty="0" err="1">
                <a:latin typeface="Courier New" panose="02070309020205020404" pitchFamily="49" charset="0"/>
                <a:cs typeface="Courier New" panose="02070309020205020404" pitchFamily="49" charset="0"/>
                <a:sym typeface="Courier New"/>
              </a:rPr>
              <a:t>csev</a:t>
            </a:r>
            <a:r>
              <a:rPr lang="es-419" sz="2100" dirty="0">
                <a:latin typeface="Courier New" panose="02070309020205020404" pitchFamily="49" charset="0"/>
                <a:cs typeface="Courier New" panose="02070309020205020404" pitchFamily="49" charset="0"/>
                <a:sym typeface="Courier New"/>
              </a:rPr>
              <a:t>', '</a:t>
            </a:r>
            <a:r>
              <a:rPr lang="es-419" sz="2100" dirty="0" err="1">
                <a:latin typeface="Courier New" panose="02070309020205020404" pitchFamily="49" charset="0"/>
                <a:cs typeface="Courier New" panose="02070309020205020404" pitchFamily="49" charset="0"/>
                <a:sym typeface="Courier New"/>
              </a:rPr>
              <a:t>zqian</a:t>
            </a:r>
            <a:r>
              <a:rPr lang="es-419" sz="2100" dirty="0">
                <a:latin typeface="Courier New" panose="02070309020205020404" pitchFamily="49" charset="0"/>
                <a:cs typeface="Courier New" panose="02070309020205020404" pitchFamily="49" charset="0"/>
                <a:sym typeface="Courier New"/>
              </a:rPr>
              <a:t>', '</a:t>
            </a:r>
            <a:r>
              <a:rPr lang="es-419" sz="2100" dirty="0" err="1">
                <a:latin typeface="Courier New" panose="02070309020205020404" pitchFamily="49" charset="0"/>
                <a:cs typeface="Courier New" panose="02070309020205020404" pitchFamily="49" charset="0"/>
                <a:sym typeface="Courier New"/>
              </a:rPr>
              <a:t>cwen</a:t>
            </a:r>
            <a:r>
              <a:rPr lang="es-419" sz="2100" dirty="0">
                <a:latin typeface="Courier New" panose="02070309020205020404" pitchFamily="49" charset="0"/>
                <a:cs typeface="Courier New" panose="02070309020205020404" pitchFamily="49" charset="0"/>
                <a:sym typeface="Courier New"/>
              </a:rPr>
              <a:t>']</a:t>
            </a:r>
          </a:p>
          <a:p>
            <a:pPr marL="0" indent="0">
              <a:buNone/>
            </a:pPr>
            <a:r>
              <a:rPr lang="es-419" sz="2100" dirty="0" err="1">
                <a:latin typeface="Courier New" panose="02070309020205020404" pitchFamily="49" charset="0"/>
                <a:cs typeface="Courier New" panose="02070309020205020404" pitchFamily="49" charset="0"/>
                <a:sym typeface="Courier New"/>
              </a:rPr>
              <a:t>for</a:t>
            </a:r>
            <a:r>
              <a:rPr lang="es-419" sz="2100" dirty="0">
                <a:latin typeface="Courier New" panose="02070309020205020404" pitchFamily="49" charset="0"/>
                <a:cs typeface="Courier New" panose="02070309020205020404" pitchFamily="49" charset="0"/>
                <a:sym typeface="Courier New"/>
              </a:rPr>
              <a:t> nombre in nombres:</a:t>
            </a:r>
          </a:p>
          <a:p>
            <a:pPr marL="0" indent="0">
              <a:buNone/>
            </a:pPr>
            <a:r>
              <a:rPr lang="es-419" sz="2100" dirty="0">
                <a:latin typeface="Courier New" panose="02070309020205020404" pitchFamily="49" charset="0"/>
                <a:cs typeface="Courier New" panose="02070309020205020404" pitchFamily="49" charset="0"/>
                <a:sym typeface="Courier New"/>
              </a:rPr>
              <a:t>    contadores[nombre] = </a:t>
            </a:r>
            <a:r>
              <a:rPr lang="es-419" sz="2100" dirty="0" err="1">
                <a:latin typeface="Courier New" panose="02070309020205020404" pitchFamily="49" charset="0"/>
                <a:cs typeface="Courier New" panose="02070309020205020404" pitchFamily="49" charset="0"/>
                <a:sym typeface="Courier New"/>
              </a:rPr>
              <a:t>contadores.get</a:t>
            </a:r>
            <a:r>
              <a:rPr lang="es-419" sz="2100" dirty="0">
                <a:latin typeface="Courier New" panose="02070309020205020404" pitchFamily="49" charset="0"/>
                <a:cs typeface="Courier New" panose="02070309020205020404" pitchFamily="49" charset="0"/>
                <a:sym typeface="Courier New"/>
              </a:rPr>
              <a:t>(nombre, 0) + 1</a:t>
            </a:r>
          </a:p>
          <a:p>
            <a:pPr marL="0" indent="0">
              <a:buNone/>
            </a:pPr>
            <a:r>
              <a:rPr lang="es-419" sz="2100" dirty="0" err="1">
                <a:latin typeface="Courier New" panose="02070309020205020404" pitchFamily="49" charset="0"/>
                <a:cs typeface="Courier New" panose="02070309020205020404" pitchFamily="49" charset="0"/>
                <a:sym typeface="Courier New"/>
              </a:rPr>
              <a:t>print</a:t>
            </a:r>
            <a:r>
              <a:rPr lang="es-419" sz="2100" dirty="0">
                <a:latin typeface="Courier New" panose="02070309020205020404" pitchFamily="49" charset="0"/>
                <a:cs typeface="Courier New" panose="02070309020205020404" pitchFamily="49" charset="0"/>
                <a:sym typeface="Courier New"/>
              </a:rPr>
              <a:t>(contadores)</a:t>
            </a:r>
          </a:p>
          <a:p>
            <a:pPr lvl="0"/>
            <a:endParaRPr lang="es-419" sz="2100" dirty="0">
              <a:sym typeface="Cabin"/>
            </a:endParaRPr>
          </a:p>
        </p:txBody>
      </p:sp>
      <p:sp>
        <p:nvSpPr>
          <p:cNvPr id="17" name="Shape 406">
            <a:extLst>
              <a:ext uri="{FF2B5EF4-FFF2-40B4-BE49-F238E27FC236}">
                <a16:creationId xmlns:a16="http://schemas.microsoft.com/office/drawing/2014/main" id="{A6B1A1D9-8575-476A-946E-622BFF7152C4}"/>
              </a:ext>
            </a:extLst>
          </p:cNvPr>
          <p:cNvSpPr txBox="1"/>
          <p:nvPr/>
        </p:nvSpPr>
        <p:spPr>
          <a:xfrm>
            <a:off x="5045774" y="5718720"/>
            <a:ext cx="2628839" cy="523800"/>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dirty="0">
                <a:ln>
                  <a:noFill/>
                </a:ln>
                <a:solidFill>
                  <a:srgbClr val="FF7F00"/>
                </a:solidFill>
                <a:effectLst/>
                <a:uLnTx/>
                <a:uFillTx/>
                <a:latin typeface="Arial" charset="0"/>
                <a:ea typeface="Arial" charset="0"/>
                <a:cs typeface="Arial" charset="0"/>
                <a:sym typeface="Cabin"/>
              </a:rPr>
              <a:t>Valor por </a:t>
            </a:r>
            <a:r>
              <a:rPr kumimoji="0" lang="en-US" sz="2700" b="0" i="0" u="none" strike="noStrike" kern="0" cap="none" spc="0" normalizeH="0" baseline="0" noProof="0" dirty="0" err="1">
                <a:ln>
                  <a:noFill/>
                </a:ln>
                <a:solidFill>
                  <a:srgbClr val="FF7F00"/>
                </a:solidFill>
                <a:effectLst/>
                <a:uLnTx/>
                <a:uFillTx/>
                <a:latin typeface="Arial" charset="0"/>
                <a:ea typeface="Arial" charset="0"/>
                <a:cs typeface="Arial" charset="0"/>
                <a:sym typeface="Cabin"/>
              </a:rPr>
              <a:t>defecto</a:t>
            </a:r>
            <a:endParaRPr kumimoji="0" lang="en-US" sz="2700" b="0" i="0" u="none" strike="noStrike" kern="0" cap="none" spc="0" normalizeH="0" baseline="0" noProof="0" dirty="0">
              <a:ln>
                <a:noFill/>
              </a:ln>
              <a:solidFill>
                <a:srgbClr val="FF7F00"/>
              </a:solidFill>
              <a:effectLst/>
              <a:uLnTx/>
              <a:uFillTx/>
              <a:latin typeface="Arial" charset="0"/>
              <a:ea typeface="Arial" charset="0"/>
              <a:cs typeface="Arial" charset="0"/>
              <a:sym typeface="Cabin"/>
            </a:endParaRPr>
          </a:p>
        </p:txBody>
      </p:sp>
      <p:cxnSp>
        <p:nvCxnSpPr>
          <p:cNvPr id="18" name="Shape 407">
            <a:extLst>
              <a:ext uri="{FF2B5EF4-FFF2-40B4-BE49-F238E27FC236}">
                <a16:creationId xmlns:a16="http://schemas.microsoft.com/office/drawing/2014/main" id="{AF2C0B2A-0CB5-4299-A0F5-21029DF38520}"/>
              </a:ext>
            </a:extLst>
          </p:cNvPr>
          <p:cNvCxnSpPr>
            <a:cxnSpLocks/>
          </p:cNvCxnSpPr>
          <p:nvPr/>
        </p:nvCxnSpPr>
        <p:spPr>
          <a:xfrm flipH="1">
            <a:off x="6681166" y="4581144"/>
            <a:ext cx="2618282" cy="1208899"/>
          </a:xfrm>
          <a:prstGeom prst="straightConnector1">
            <a:avLst/>
          </a:prstGeom>
          <a:noFill/>
          <a:ln w="63500" cap="rnd" cmpd="sng">
            <a:solidFill>
              <a:srgbClr val="FF7F00"/>
            </a:solidFill>
            <a:prstDash val="solid"/>
            <a:miter/>
            <a:headEnd type="stealth" w="med" len="med"/>
            <a:tailEnd type="none" w="med" len="med"/>
          </a:ln>
        </p:spPr>
      </p:cxnSp>
      <p:sp>
        <p:nvSpPr>
          <p:cNvPr id="19" name="Shape 408">
            <a:extLst>
              <a:ext uri="{FF2B5EF4-FFF2-40B4-BE49-F238E27FC236}">
                <a16:creationId xmlns:a16="http://schemas.microsoft.com/office/drawing/2014/main" id="{53F37194-FF8F-41D7-818C-A06C8E1BFF93}"/>
              </a:ext>
            </a:extLst>
          </p:cNvPr>
          <p:cNvSpPr txBox="1"/>
          <p:nvPr/>
        </p:nvSpPr>
        <p:spPr>
          <a:xfrm>
            <a:off x="7204427" y="5691068"/>
            <a:ext cx="5338800" cy="523800"/>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00FF"/>
              </a:buClr>
              <a:buSzPct val="25000"/>
              <a:buFontTx/>
              <a:buNone/>
              <a:tabLst/>
              <a:defRPr/>
            </a:pP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csev</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2, </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zqian</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1,</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 '</a:t>
            </a:r>
            <a:r>
              <a:rPr kumimoji="0" lang="en-US" sz="2400" b="0" i="0" u="none" strike="noStrike" kern="0" cap="none" spc="0" normalizeH="0" baseline="0" noProof="0" dirty="0" err="1">
                <a:ln>
                  <a:noFill/>
                </a:ln>
                <a:solidFill>
                  <a:srgbClr val="00FFFF"/>
                </a:solidFill>
                <a:effectLst/>
                <a:uLnTx/>
                <a:uFillTx/>
                <a:latin typeface="Arial" charset="0"/>
                <a:ea typeface="Arial" charset="0"/>
                <a:cs typeface="Arial" charset="0"/>
                <a:sym typeface="Cabin"/>
              </a:rPr>
              <a:t>cwen</a:t>
            </a:r>
            <a:r>
              <a:rPr kumimoji="0" lang="en-US" sz="2400" b="0" i="0" u="none" strike="noStrike" kern="0" cap="none" spc="0" normalizeH="0" baseline="0" noProof="0" dirty="0">
                <a:ln>
                  <a:noFill/>
                </a:ln>
                <a:solidFill>
                  <a:srgbClr val="00FFFF"/>
                </a:solidFill>
                <a:effectLst/>
                <a:uLnTx/>
                <a:uFillTx/>
                <a:latin typeface="Arial" charset="0"/>
                <a:ea typeface="Arial" charset="0"/>
                <a:cs typeface="Arial" charset="0"/>
                <a:sym typeface="Cabin"/>
              </a:rPr>
              <a:t>'</a:t>
            </a:r>
            <a:r>
              <a:rPr kumimoji="0" lang="en-US" sz="2400" b="0" i="0" u="none" strike="noStrike" kern="0" cap="none" spc="0" normalizeH="0" baseline="0" noProof="0" dirty="0">
                <a:ln>
                  <a:noFill/>
                </a:ln>
                <a:solidFill>
                  <a:srgbClr val="FF00FF"/>
                </a:solidFill>
                <a:effectLst/>
                <a:uLnTx/>
                <a:uFillTx/>
                <a:latin typeface="Arial" charset="0"/>
                <a:ea typeface="Arial" charset="0"/>
                <a:cs typeface="Arial" charset="0"/>
                <a:sym typeface="Cabin"/>
              </a:rPr>
              <a:t>: 2}</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0"/>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 name="Título 1">
            <a:extLst>
              <a:ext uri="{FF2B5EF4-FFF2-40B4-BE49-F238E27FC236}">
                <a16:creationId xmlns:a16="http://schemas.microsoft.com/office/drawing/2014/main" id="{E7D43B31-A54F-436E-A3D0-83F6D7505B49}"/>
              </a:ext>
            </a:extLst>
          </p:cNvPr>
          <p:cNvSpPr>
            <a:spLocks noGrp="1"/>
          </p:cNvSpPr>
          <p:nvPr>
            <p:ph type="title"/>
          </p:nvPr>
        </p:nvSpPr>
        <p:spPr>
          <a:xfrm>
            <a:off x="1156851" y="637762"/>
            <a:ext cx="9888496" cy="1520377"/>
          </a:xfrm>
        </p:spPr>
        <p:txBody>
          <a:bodyPr anchor="ctr">
            <a:normAutofit/>
          </a:bodyPr>
          <a:lstStyle/>
          <a:p>
            <a:r>
              <a:rPr lang="en-US">
                <a:solidFill>
                  <a:schemeClr val="bg1"/>
                </a:solidFill>
                <a:latin typeface="Arial" charset="0"/>
                <a:ea typeface="Arial" charset="0"/>
                <a:cs typeface="Arial" charset="0"/>
                <a:sym typeface="Cabin"/>
              </a:rPr>
              <a:t>Conteo de Palabras en un Texto</a:t>
            </a:r>
            <a:endParaRPr lang="es-MX">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3" name="Marcador de contenido 2">
            <a:extLst>
              <a:ext uri="{FF2B5EF4-FFF2-40B4-BE49-F238E27FC236}">
                <a16:creationId xmlns:a16="http://schemas.microsoft.com/office/drawing/2014/main" id="{68AFBCE7-1BAD-4A34-B114-E6D9B41F7A53}"/>
              </a:ext>
            </a:extLst>
          </p:cNvPr>
          <p:cNvSpPr>
            <a:spLocks noGrp="1"/>
          </p:cNvSpPr>
          <p:nvPr>
            <p:ph idx="1"/>
          </p:nvPr>
        </p:nvSpPr>
        <p:spPr>
          <a:xfrm>
            <a:off x="1155559" y="3100283"/>
            <a:ext cx="9889788" cy="3076679"/>
          </a:xfrm>
        </p:spPr>
        <p:txBody>
          <a:bodyPr>
            <a:normAutofit fontScale="92500"/>
          </a:bodyPr>
          <a:lstStyle/>
          <a:p>
            <a:pPr marL="0" indent="0">
              <a:buNone/>
            </a:pPr>
            <a:r>
              <a:rPr lang="es-419" sz="1500" dirty="0">
                <a:latin typeface="Arial" charset="0"/>
                <a:ea typeface="Arial" charset="0"/>
                <a:cs typeface="Arial" charset="0"/>
                <a:sym typeface="Cabin"/>
              </a:rPr>
              <a:t>Escribir programas (o programar) es una actividad muy creativa y gratificante. Puedes escribir programas por muchas razones, desde resolver un problema complicado de </a:t>
            </a:r>
            <a:r>
              <a:rPr lang="es-MX" sz="1500" dirty="0">
                <a:latin typeface="Arial" charset="0"/>
                <a:ea typeface="Arial" charset="0"/>
                <a:cs typeface="Arial" charset="0"/>
                <a:sym typeface="Cabin"/>
              </a:rPr>
              <a:t>análisis de datos hasta pasar un rato divertido con alguien resolviendo un problema.</a:t>
            </a:r>
            <a:r>
              <a:rPr lang="es-419" sz="1500" dirty="0">
                <a:latin typeface="Arial" charset="0"/>
                <a:ea typeface="Arial" charset="0"/>
                <a:cs typeface="Arial" charset="0"/>
                <a:sym typeface="Cabin"/>
              </a:rPr>
              <a:t> Este curso asume que todos necesitan saber cómo programar, y que, una vez que aprendes a programar, serás capaz de encontrar qué quieres hacer con ese nuevo conocimiento.</a:t>
            </a:r>
          </a:p>
          <a:p>
            <a:pPr marL="0" indent="0">
              <a:buNone/>
            </a:pPr>
            <a:r>
              <a:rPr lang="es-419" sz="1500" dirty="0">
                <a:latin typeface="Courier New" panose="02070309020205020404" pitchFamily="49" charset="0"/>
                <a:ea typeface="Arial" charset="0"/>
                <a:cs typeface="Courier New" panose="02070309020205020404" pitchFamily="49" charset="0"/>
                <a:sym typeface="Cabin"/>
              </a:rPr>
              <a:t>En nuestra vida diaria nos encontramos rodeados de computadoras, desde computadoras portátiles hasta teléfonos celulares. Podemos pensar en esas computadoras como “asistentes personales” que pueden ocuparse de muchas cosas por nosotros. El hardware en las computadoras de hoy es esencialmente construido para preguntarnos continuamente, “¿Qué te gustaría que haga ahora?”</a:t>
            </a:r>
          </a:p>
          <a:p>
            <a:pPr marL="0" indent="0">
              <a:buNone/>
            </a:pPr>
            <a:r>
              <a:rPr lang="es-419" sz="1500" dirty="0">
                <a:latin typeface="Bookman Old Style" panose="02050604050505020204" pitchFamily="18" charset="0"/>
                <a:ea typeface="Arial" charset="0"/>
                <a:cs typeface="Arial" charset="0"/>
                <a:sym typeface="Cabin"/>
              </a:rPr>
              <a:t>Nuestras computadoras son rápidas y tienen cantidades grandes de memoria, y pueden sernos muy útiles solamente si sabemos hablar el lenguaje correcto para explicarle a la computadora lo que queremos que haga ahora. Si supiéramos este lenguaje podríamos decirle a la computadora que se encargue de las tareas que repetimos con frecuencia. Es interesante saber que las cosas que las computadoras pueden hacer mejor son con frecuencia las cosas que los humanos encontramos aburridas y poco interesantes.</a:t>
            </a:r>
          </a:p>
          <a:p>
            <a:pPr marL="0" indent="0">
              <a:buNone/>
            </a:pPr>
            <a:endParaRPr lang="es-419" sz="1500" dirty="0">
              <a:latin typeface="Arial" charset="0"/>
              <a:ea typeface="Arial" charset="0"/>
              <a:cs typeface="Arial" charset="0"/>
              <a:sym typeface="Cabin"/>
            </a:endParaRPr>
          </a:p>
          <a:p>
            <a:pPr marL="0" indent="0">
              <a:buNone/>
            </a:pPr>
            <a:endParaRPr lang="es-MX" sz="15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33"/>
        <p:cNvGrpSpPr/>
        <p:nvPr/>
      </p:nvGrpSpPr>
      <p:grpSpPr>
        <a:xfrm>
          <a:off x="0" y="0"/>
          <a:ext cx="0" cy="0"/>
          <a:chOff x="0" y="0"/>
          <a:chExt cx="0" cy="0"/>
        </a:xfrm>
      </p:grpSpPr>
      <p:sp>
        <p:nvSpPr>
          <p:cNvPr id="119" name="Rectangle 11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434" name="Shape 434"/>
          <p:cNvSpPr txBox="1">
            <a:spLocks noGrp="1"/>
          </p:cNvSpPr>
          <p:nvPr>
            <p:ph type="title"/>
          </p:nvPr>
        </p:nvSpPr>
        <p:spPr>
          <a:xfrm>
            <a:off x="838200" y="1412488"/>
            <a:ext cx="2899189" cy="4363844"/>
          </a:xfrm>
        </p:spPr>
        <p:txBody>
          <a:bodyPr anchor="t">
            <a:normAutofit/>
          </a:bodyPr>
          <a:lstStyle/>
          <a:p>
            <a:pPr lvl="0"/>
            <a:r>
              <a:rPr lang="en-US" sz="3975">
                <a:solidFill>
                  <a:srgbClr val="FFFFFF"/>
                </a:solidFill>
                <a:sym typeface="Cabin"/>
              </a:rPr>
              <a:t>Patrón del Contador</a:t>
            </a:r>
          </a:p>
        </p:txBody>
      </p:sp>
      <p:sp>
        <p:nvSpPr>
          <p:cNvPr id="5" name="Marcador de contenido 4">
            <a:extLst>
              <a:ext uri="{FF2B5EF4-FFF2-40B4-BE49-F238E27FC236}">
                <a16:creationId xmlns:a16="http://schemas.microsoft.com/office/drawing/2014/main" id="{E9F3386D-C1AE-4899-8597-C7010F3D70D5}"/>
              </a:ext>
            </a:extLst>
          </p:cNvPr>
          <p:cNvSpPr>
            <a:spLocks noGrp="1"/>
          </p:cNvSpPr>
          <p:nvPr>
            <p:ph sz="half" idx="1"/>
          </p:nvPr>
        </p:nvSpPr>
        <p:spPr>
          <a:xfrm>
            <a:off x="4380855" y="1412489"/>
            <a:ext cx="3427283" cy="4363844"/>
          </a:xfrm>
        </p:spPr>
        <p:txBody>
          <a:bodyPr>
            <a:normAutofit fontScale="92500" lnSpcReduction="10000"/>
          </a:bodyPr>
          <a:lstStyle/>
          <a:p>
            <a:pPr marL="57144" indent="0">
              <a:spcAft>
                <a:spcPts val="450"/>
              </a:spcAft>
              <a:buClr>
                <a:srgbClr val="00FF00"/>
              </a:buClr>
              <a:buSzPct val="25000"/>
              <a:buNone/>
            </a:pPr>
            <a:r>
              <a:rPr lang="en-US" sz="1275" dirty="0" err="1">
                <a:latin typeface="Courier New" panose="02070309020205020404" pitchFamily="49" charset="0"/>
                <a:cs typeface="Courier New" panose="02070309020205020404" pitchFamily="49" charset="0"/>
                <a:sym typeface="Courier New"/>
              </a:rPr>
              <a:t>contadores</a:t>
            </a:r>
            <a:r>
              <a:rPr lang="en-US" sz="1275" dirty="0">
                <a:latin typeface="Courier New" panose="02070309020205020404" pitchFamily="49" charset="0"/>
                <a:cs typeface="Courier New" panose="02070309020205020404" pitchFamily="49" charset="0"/>
                <a:sym typeface="Courier New"/>
              </a:rPr>
              <a:t> = </a:t>
            </a:r>
            <a:r>
              <a:rPr lang="en-US" sz="1275" dirty="0" err="1">
                <a:latin typeface="Courier New" panose="02070309020205020404" pitchFamily="49" charset="0"/>
                <a:cs typeface="Courier New" panose="02070309020205020404" pitchFamily="49" charset="0"/>
                <a:sym typeface="Courier New"/>
              </a:rPr>
              <a:t>dict</a:t>
            </a:r>
            <a:r>
              <a:rPr lang="en-US" sz="1275" dirty="0">
                <a:latin typeface="Courier New" panose="02070309020205020404" pitchFamily="49" charset="0"/>
                <a:cs typeface="Courier New" panose="02070309020205020404" pitchFamily="49" charset="0"/>
                <a:sym typeface="Courier New"/>
              </a:rPr>
              <a:t>()</a:t>
            </a: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print('</a:t>
            </a:r>
            <a:r>
              <a:rPr lang="en-US" sz="1275" dirty="0" err="1">
                <a:latin typeface="Courier New" panose="02070309020205020404" pitchFamily="49" charset="0"/>
                <a:cs typeface="Courier New" panose="02070309020205020404" pitchFamily="49" charset="0"/>
                <a:sym typeface="Courier New"/>
              </a:rPr>
              <a:t>Ingresa</a:t>
            </a:r>
            <a:r>
              <a:rPr lang="en-US" sz="1275" dirty="0">
                <a:latin typeface="Courier New" panose="02070309020205020404" pitchFamily="49" charset="0"/>
                <a:cs typeface="Courier New" panose="02070309020205020404" pitchFamily="49" charset="0"/>
                <a:sym typeface="Courier New"/>
              </a:rPr>
              <a:t> una </a:t>
            </a:r>
            <a:r>
              <a:rPr lang="en-US" sz="1275" dirty="0" err="1">
                <a:latin typeface="Courier New" panose="02070309020205020404" pitchFamily="49" charset="0"/>
                <a:cs typeface="Courier New" panose="02070309020205020404" pitchFamily="49" charset="0"/>
                <a:sym typeface="Courier New"/>
              </a:rPr>
              <a:t>línea</a:t>
            </a:r>
            <a:r>
              <a:rPr lang="en-US" sz="1275" dirty="0">
                <a:latin typeface="Courier New" panose="02070309020205020404" pitchFamily="49" charset="0"/>
                <a:cs typeface="Courier New" panose="02070309020205020404" pitchFamily="49" charset="0"/>
                <a:sym typeface="Courier New"/>
              </a:rPr>
              <a:t> de </a:t>
            </a:r>
            <a:r>
              <a:rPr lang="en-US" sz="1275" dirty="0" err="1">
                <a:latin typeface="Courier New" panose="02070309020205020404" pitchFamily="49" charset="0"/>
                <a:cs typeface="Courier New" panose="02070309020205020404" pitchFamily="49" charset="0"/>
                <a:sym typeface="Courier New"/>
              </a:rPr>
              <a:t>texto</a:t>
            </a:r>
            <a:r>
              <a:rPr lang="en-US" sz="1275" dirty="0">
                <a:latin typeface="Courier New" panose="02070309020205020404" pitchFamily="49" charset="0"/>
                <a:cs typeface="Courier New" panose="02070309020205020404" pitchFamily="49" charset="0"/>
                <a:sym typeface="Courier New"/>
              </a:rPr>
              <a:t>:')</a:t>
            </a:r>
          </a:p>
          <a:p>
            <a:pPr marL="57144" indent="0">
              <a:spcAft>
                <a:spcPts val="450"/>
              </a:spcAft>
              <a:buClr>
                <a:schemeClr val="lt1"/>
              </a:buClr>
              <a:buSzPct val="25000"/>
              <a:buNone/>
            </a:pPr>
            <a:r>
              <a:rPr lang="en-US" sz="1275" dirty="0" err="1">
                <a:latin typeface="Courier New" panose="02070309020205020404" pitchFamily="49" charset="0"/>
                <a:cs typeface="Courier New" panose="02070309020205020404" pitchFamily="49" charset="0"/>
                <a:sym typeface="Courier New"/>
              </a:rPr>
              <a:t>lineaa</a:t>
            </a:r>
            <a:r>
              <a:rPr lang="en-US" sz="1275" dirty="0">
                <a:latin typeface="Courier New" panose="02070309020205020404" pitchFamily="49" charset="0"/>
                <a:cs typeface="Courier New" panose="02070309020205020404" pitchFamily="49" charset="0"/>
                <a:sym typeface="Courier New"/>
              </a:rPr>
              <a:t> = input('')</a:t>
            </a:r>
          </a:p>
          <a:p>
            <a:pPr indent="-171450">
              <a:spcAft>
                <a:spcPts val="450"/>
              </a:spcAft>
            </a:pPr>
            <a:endParaRPr lang="en-US" sz="1275" dirty="0">
              <a:latin typeface="Courier New" panose="02070309020205020404" pitchFamily="49" charset="0"/>
              <a:cs typeface="Courier New" panose="02070309020205020404" pitchFamily="49" charset="0"/>
              <a:sym typeface="Courier New"/>
            </a:endParaRPr>
          </a:p>
          <a:p>
            <a:pPr marL="57144" indent="0">
              <a:spcAft>
                <a:spcPts val="450"/>
              </a:spcAft>
              <a:buClr>
                <a:schemeClr val="lt1"/>
              </a:buClr>
              <a:buSzPct val="25000"/>
              <a:buNone/>
            </a:pPr>
            <a:r>
              <a:rPr lang="en-US" sz="1275" dirty="0">
                <a:latin typeface="Courier New" panose="02070309020205020404" pitchFamily="49" charset="0"/>
                <a:cs typeface="Courier New" panose="02070309020205020404" pitchFamily="49" charset="0"/>
                <a:sym typeface="Courier New"/>
              </a:rPr>
              <a:t>palabras = </a:t>
            </a:r>
            <a:r>
              <a:rPr lang="en-US" sz="1275" dirty="0" err="1">
                <a:latin typeface="Courier New" panose="02070309020205020404" pitchFamily="49" charset="0"/>
                <a:cs typeface="Courier New" panose="02070309020205020404" pitchFamily="49" charset="0"/>
                <a:sym typeface="Courier New"/>
              </a:rPr>
              <a:t>lineaa.split</a:t>
            </a:r>
            <a:r>
              <a:rPr lang="en-US" sz="1275" dirty="0">
                <a:latin typeface="Courier New" panose="02070309020205020404" pitchFamily="49" charset="0"/>
                <a:cs typeface="Courier New" panose="02070309020205020404" pitchFamily="49" charset="0"/>
                <a:sym typeface="Courier New"/>
              </a:rPr>
              <a:t>()</a:t>
            </a:r>
          </a:p>
          <a:p>
            <a:pPr indent="-171450">
              <a:spcAft>
                <a:spcPts val="450"/>
              </a:spcAft>
            </a:pPr>
            <a:endParaRPr lang="en-US" sz="1275" dirty="0">
              <a:latin typeface="Courier New" panose="02070309020205020404" pitchFamily="49" charset="0"/>
              <a:cs typeface="Courier New" panose="02070309020205020404" pitchFamily="49" charset="0"/>
              <a:sym typeface="Courier New"/>
            </a:endParaRP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print('Palabras:', palabras)</a:t>
            </a:r>
          </a:p>
          <a:p>
            <a:pPr indent="-171450">
              <a:spcAft>
                <a:spcPts val="450"/>
              </a:spcAft>
            </a:pPr>
            <a:endParaRPr lang="en-US" sz="1275" dirty="0">
              <a:latin typeface="Courier New" panose="02070309020205020404" pitchFamily="49" charset="0"/>
              <a:cs typeface="Courier New" panose="02070309020205020404" pitchFamily="49" charset="0"/>
              <a:sym typeface="Courier New"/>
            </a:endParaRP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print('</a:t>
            </a:r>
            <a:r>
              <a:rPr lang="en-US" sz="1275" dirty="0" err="1">
                <a:latin typeface="Courier New" panose="02070309020205020404" pitchFamily="49" charset="0"/>
                <a:cs typeface="Courier New" panose="02070309020205020404" pitchFamily="49" charset="0"/>
                <a:sym typeface="Courier New"/>
              </a:rPr>
              <a:t>Contando</a:t>
            </a:r>
            <a:r>
              <a:rPr lang="en-US" sz="1275" dirty="0">
                <a:latin typeface="Courier New" panose="02070309020205020404" pitchFamily="49" charset="0"/>
                <a:cs typeface="Courier New" panose="02070309020205020404" pitchFamily="49" charset="0"/>
                <a:sym typeface="Courier New"/>
              </a:rPr>
              <a:t>...')</a:t>
            </a: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for palabra in palabras:</a:t>
            </a: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	</a:t>
            </a:r>
            <a:r>
              <a:rPr lang="en-US" sz="1275" dirty="0" err="1">
                <a:latin typeface="Courier New" panose="02070309020205020404" pitchFamily="49" charset="0"/>
                <a:cs typeface="Courier New" panose="02070309020205020404" pitchFamily="49" charset="0"/>
                <a:sym typeface="Courier New"/>
              </a:rPr>
              <a:t>contadores</a:t>
            </a:r>
            <a:r>
              <a:rPr lang="en-US" sz="1275" dirty="0">
                <a:latin typeface="Courier New" panose="02070309020205020404" pitchFamily="49" charset="0"/>
                <a:cs typeface="Courier New" panose="02070309020205020404" pitchFamily="49" charset="0"/>
                <a:sym typeface="Courier New"/>
              </a:rPr>
              <a:t>[palabra] = </a:t>
            </a:r>
            <a:r>
              <a:rPr lang="en-US" sz="1275" dirty="0" err="1">
                <a:latin typeface="Courier New" panose="02070309020205020404" pitchFamily="49" charset="0"/>
                <a:cs typeface="Courier New" panose="02070309020205020404" pitchFamily="49" charset="0"/>
                <a:sym typeface="Courier New"/>
              </a:rPr>
              <a:t>contadores.get</a:t>
            </a:r>
            <a:r>
              <a:rPr lang="en-US" sz="1275" dirty="0">
                <a:latin typeface="Courier New" panose="02070309020205020404" pitchFamily="49" charset="0"/>
                <a:cs typeface="Courier New" panose="02070309020205020404" pitchFamily="49" charset="0"/>
                <a:sym typeface="Courier New"/>
              </a:rPr>
              <a:t>(palabra,0) + 1</a:t>
            </a:r>
          </a:p>
          <a:p>
            <a:pPr marL="57144" indent="0">
              <a:spcAft>
                <a:spcPts val="450"/>
              </a:spcAft>
              <a:buClr>
                <a:srgbClr val="FFFF00"/>
              </a:buClr>
              <a:buSzPct val="25000"/>
              <a:buNone/>
            </a:pPr>
            <a:r>
              <a:rPr lang="en-US" sz="1275" dirty="0">
                <a:latin typeface="Courier New" panose="02070309020205020404" pitchFamily="49" charset="0"/>
                <a:cs typeface="Courier New" panose="02070309020205020404" pitchFamily="49" charset="0"/>
                <a:sym typeface="Courier New"/>
              </a:rPr>
              <a:t>print('</a:t>
            </a:r>
            <a:r>
              <a:rPr lang="en-US" sz="1275" dirty="0" err="1">
                <a:latin typeface="Courier New" panose="02070309020205020404" pitchFamily="49" charset="0"/>
                <a:cs typeface="Courier New" panose="02070309020205020404" pitchFamily="49" charset="0"/>
                <a:sym typeface="Courier New"/>
              </a:rPr>
              <a:t>Contadores</a:t>
            </a:r>
            <a:r>
              <a:rPr lang="en-US" sz="1275" dirty="0">
                <a:latin typeface="Courier New" panose="02070309020205020404" pitchFamily="49" charset="0"/>
                <a:cs typeface="Courier New" panose="02070309020205020404" pitchFamily="49" charset="0"/>
                <a:sym typeface="Courier New"/>
              </a:rPr>
              <a:t>', </a:t>
            </a:r>
            <a:r>
              <a:rPr lang="en-US" sz="1275" dirty="0" err="1">
                <a:latin typeface="Courier New" panose="02070309020205020404" pitchFamily="49" charset="0"/>
                <a:cs typeface="Courier New" panose="02070309020205020404" pitchFamily="49" charset="0"/>
                <a:sym typeface="Courier New"/>
              </a:rPr>
              <a:t>contadores</a:t>
            </a:r>
            <a:r>
              <a:rPr lang="en-US" sz="1275" dirty="0">
                <a:latin typeface="Courier New" panose="02070309020205020404" pitchFamily="49" charset="0"/>
                <a:cs typeface="Courier New" panose="02070309020205020404" pitchFamily="49" charset="0"/>
                <a:sym typeface="Courier New"/>
              </a:rPr>
              <a:t>)</a:t>
            </a:r>
            <a:endParaRPr lang="es-MX" sz="1275" dirty="0">
              <a:latin typeface="Courier New" panose="02070309020205020404" pitchFamily="49" charset="0"/>
              <a:cs typeface="Courier New" panose="02070309020205020404" pitchFamily="49" charset="0"/>
            </a:endParaRPr>
          </a:p>
        </p:txBody>
      </p:sp>
      <p:cxnSp>
        <p:nvCxnSpPr>
          <p:cNvPr id="437" name="Straight Connector 12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Marcador de contenido 5">
            <a:extLst>
              <a:ext uri="{FF2B5EF4-FFF2-40B4-BE49-F238E27FC236}">
                <a16:creationId xmlns:a16="http://schemas.microsoft.com/office/drawing/2014/main" id="{5678E940-026A-42DB-AE6A-2C40C036774A}"/>
              </a:ext>
            </a:extLst>
          </p:cNvPr>
          <p:cNvSpPr>
            <a:spLocks noGrp="1"/>
          </p:cNvSpPr>
          <p:nvPr>
            <p:ph sz="half" idx="2"/>
          </p:nvPr>
        </p:nvSpPr>
        <p:spPr>
          <a:xfrm>
            <a:off x="8451604" y="1412489"/>
            <a:ext cx="3197701" cy="4363844"/>
          </a:xfrm>
        </p:spPr>
        <p:txBody>
          <a:bodyPr>
            <a:normAutofit fontScale="92500" lnSpcReduction="10000"/>
          </a:bodyPr>
          <a:lstStyle/>
          <a:p>
            <a:r>
              <a:rPr lang="es-419" sz="2025">
                <a:latin typeface="Arial" charset="0"/>
                <a:ea typeface="Arial" charset="0"/>
                <a:cs typeface="Arial" charset="0"/>
                <a:sym typeface="Cabin"/>
              </a:rPr>
              <a:t>El patrón general para contar las palabras en una línea de texto es dividir la línea en palabras, y después recorrer las palabras y usar un diccionario para mantener la cuenta de cada palabra de forma independiente.</a:t>
            </a:r>
          </a:p>
          <a:p>
            <a:endParaRPr lang="es-MX" sz="2025"/>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440"/>
        <p:cNvGrpSpPr/>
        <p:nvPr/>
      </p:nvGrpSpPr>
      <p:grpSpPr>
        <a:xfrm>
          <a:off x="0" y="0"/>
          <a:ext cx="0" cy="0"/>
          <a:chOff x="0" y="0"/>
          <a:chExt cx="0" cy="0"/>
        </a:xfrm>
      </p:grpSpPr>
      <p:sp>
        <p:nvSpPr>
          <p:cNvPr id="442" name="Shape 442"/>
          <p:cNvSpPr txBox="1"/>
          <p:nvPr/>
        </p:nvSpPr>
        <p:spPr>
          <a:xfrm>
            <a:off x="349557" y="912741"/>
            <a:ext cx="8668799" cy="4762574"/>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9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python</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contador_palabras.py </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Ingresa una línea de texto:</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el</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payaso </a:t>
            </a:r>
            <a:r>
              <a:rPr kumimoji="0" lang="es-419" sz="19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corrio</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detras</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del carro y </a:t>
            </a: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el</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carro </a:t>
            </a:r>
            <a:r>
              <a:rPr kumimoji="0" lang="es-419" sz="195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corrio</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dentro de la tienda y la tienda cayo sobre </a:t>
            </a: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el</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payaso y </a:t>
            </a: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el</a:t>
            </a: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carro </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950" b="0" i="0" u="none" strike="noStrike" kern="0" cap="none" spc="0" normalizeH="0" baseline="0" noProof="0" dirty="0">
                <a:ln>
                  <a:noFill/>
                </a:ln>
                <a:solidFill>
                  <a:srgbClr val="FFFF00"/>
                </a:solidFill>
                <a:effectLst/>
                <a:uLnTx/>
                <a:uFillTx/>
                <a:latin typeface="Courier New"/>
                <a:ea typeface="Courier New"/>
                <a:cs typeface="Courier New"/>
                <a:sym typeface="Courier New"/>
              </a:rPr>
              <a:t> </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Palabras: ['el', 'payaso', '</a:t>
            </a:r>
            <a:r>
              <a:rPr kumimoji="0" lang="es-419" sz="195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corrio</a:t>
            </a: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detras</a:t>
            </a: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 'del', 'carro', 'y', 'el', 'carro', '</a:t>
            </a:r>
            <a:r>
              <a:rPr kumimoji="0" lang="es-419" sz="195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corrio</a:t>
            </a: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 'dentro', 'de', 'la', 'tienda', 'y', 'la', 'tienda', 'cayo', 'sobre', 'el', 'payaso', 'y', 'el', 'carro’]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Contando...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endPar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Contadores {'el': 4, 'payaso': 2, '</a:t>
            </a:r>
            <a:r>
              <a:rPr kumimoji="0" lang="es-419" sz="195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corrio</a:t>
            </a: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 2, '</a:t>
            </a:r>
            <a:r>
              <a:rPr kumimoji="0" lang="es-419" sz="195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detras</a:t>
            </a:r>
            <a:r>
              <a:rPr kumimoji="0" lang="es-419" sz="1950" b="0" i="0" u="none" strike="noStrike" kern="0" cap="none" spc="0" normalizeH="0" baseline="0" noProof="0" dirty="0">
                <a:ln>
                  <a:noFill/>
                </a:ln>
                <a:solidFill>
                  <a:prstClr val="white"/>
                </a:solidFill>
                <a:effectLst/>
                <a:uLnTx/>
                <a:uFillTx/>
                <a:latin typeface="Courier New"/>
                <a:ea typeface="Courier New"/>
                <a:cs typeface="Courier New"/>
                <a:sym typeface="Courier New"/>
              </a:rPr>
              <a:t>': 1, 'del': 1, 'carro': 3, 'y': 3, 'dentro': 1, 'de': 1, 'la': 2, 'tienda': 2, 'cayo': 1, 'sobre': 1}</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448"/>
        <p:cNvGrpSpPr/>
        <p:nvPr/>
      </p:nvGrpSpPr>
      <p:grpSpPr>
        <a:xfrm>
          <a:off x="0" y="0"/>
          <a:ext cx="0" cy="0"/>
          <a:chOff x="0" y="0"/>
          <a:chExt cx="0" cy="0"/>
        </a:xfrm>
      </p:grpSpPr>
      <p:sp>
        <p:nvSpPr>
          <p:cNvPr id="449" name="Shape 449"/>
          <p:cNvSpPr txBox="1"/>
          <p:nvPr/>
        </p:nvSpPr>
        <p:spPr>
          <a:xfrm>
            <a:off x="422672" y="1145946"/>
            <a:ext cx="5829273" cy="3048000"/>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contadores = </a:t>
            </a:r>
            <a:r>
              <a:rPr kumimoji="0" lang="es-419" sz="1800"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dict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lineaa</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 = </a:t>
            </a:r>
            <a:r>
              <a:rPr kumimoji="0" lang="es-419" sz="1800" b="0" i="0" u="none" strike="noStrike" kern="0" cap="none" spc="0" normalizeH="0" baseline="0" noProof="0" dirty="0">
                <a:ln>
                  <a:noFill/>
                </a:ln>
                <a:solidFill>
                  <a:srgbClr val="FF00FF"/>
                </a:solidFill>
                <a:effectLst/>
                <a:uLnTx/>
                <a:uFillTx/>
                <a:latin typeface="Courier New"/>
                <a:ea typeface="Courier New"/>
                <a:cs typeface="Courier New"/>
                <a:sym typeface="Courier New"/>
              </a:rPr>
              <a:t>input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('Ingresa una línea de texto:’)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palabras = </a:t>
            </a:r>
            <a:r>
              <a:rPr kumimoji="0" lang="es-419" sz="180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lineaa.</a:t>
            </a:r>
            <a:r>
              <a:rPr kumimoji="0" lang="es-419" sz="18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split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'Palabras:', palabras</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'Contando...'</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for</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 palabra </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in</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 palabras:</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    contadores[palabra] = </a:t>
            </a:r>
            <a:r>
              <a:rPr kumimoji="0" lang="es-419" sz="1800"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contadores.</a:t>
            </a:r>
            <a:r>
              <a:rPr kumimoji="0" lang="es-419" sz="180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get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(palabra,0) + 1</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18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00" b="0" i="0" u="none" strike="noStrike" kern="0" cap="none" spc="0" normalizeH="0" baseline="0" noProof="0" dirty="0">
                <a:ln>
                  <a:noFill/>
                </a:ln>
                <a:solidFill>
                  <a:prstClr val="white"/>
                </a:solidFill>
                <a:effectLst/>
                <a:uLnTx/>
                <a:uFillTx/>
                <a:latin typeface="Courier New"/>
                <a:ea typeface="Courier New"/>
                <a:cs typeface="Courier New"/>
                <a:sym typeface="Courier New"/>
              </a:rPr>
              <a:t>'Contadores', contadores</a:t>
            </a:r>
            <a:r>
              <a:rPr kumimoji="0" lang="es-419" sz="1800"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p>
        </p:txBody>
      </p:sp>
      <p:sp>
        <p:nvSpPr>
          <p:cNvPr id="450" name="Shape 450"/>
          <p:cNvSpPr txBox="1"/>
          <p:nvPr/>
        </p:nvSpPr>
        <p:spPr>
          <a:xfrm>
            <a:off x="6542775" y="665325"/>
            <a:ext cx="5206050" cy="5410125"/>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100"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python</a:t>
            </a:r>
            <a:r>
              <a:rPr kumimoji="0" lang="es-419" sz="2100" b="0" i="0" u="none" strike="noStrike" kern="0" cap="none" spc="0" normalizeH="0" baseline="0" noProof="0" dirty="0">
                <a:ln>
                  <a:noFill/>
                </a:ln>
                <a:solidFill>
                  <a:srgbClr val="FFFF00"/>
                </a:solidFill>
                <a:effectLst/>
                <a:uLnTx/>
                <a:uFillTx/>
                <a:latin typeface="Courier New"/>
                <a:ea typeface="Courier New"/>
                <a:cs typeface="Courier New"/>
                <a:sym typeface="Courier New"/>
              </a:rPr>
              <a:t> contador_palabras.py</a:t>
            </a:r>
            <a:endPar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Ingresa una línea de texto: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el</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payaso </a:t>
            </a:r>
            <a:r>
              <a:rPr kumimoji="0" lang="es-419" sz="21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corrio</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t>
            </a:r>
            <a:r>
              <a:rPr kumimoji="0" lang="es-419" sz="21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detras</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del carro y </a:t>
            </a:r>
            <a:r>
              <a:rPr kumimoji="0" lang="es-419" sz="21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el</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carro </a:t>
            </a:r>
            <a:r>
              <a:rPr kumimoji="0" lang="es-419" sz="21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corrio</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dentro de la tienda y la tienda cayo sobre </a:t>
            </a:r>
            <a:r>
              <a:rPr kumimoji="0" lang="es-419" sz="21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el</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payaso y </a:t>
            </a:r>
            <a:r>
              <a:rPr kumimoji="0" lang="es-419" sz="21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el</a:t>
            </a:r>
            <a:r>
              <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carro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endParaRPr kumimoji="0" lang="es-419" sz="2100" b="0" i="0" u="none" strike="noStrike" kern="0" cap="none" spc="0" normalizeH="0" baseline="0" noProof="0" dirty="0">
              <a:ln>
                <a:noFill/>
              </a:ln>
              <a:solidFill>
                <a:srgbClr val="FFFF00"/>
              </a:solidFill>
              <a:effectLst/>
              <a:uLnTx/>
              <a:uFillTx/>
              <a:latin typeface="Arial" charset="0"/>
              <a:ea typeface="Arial" charset="0"/>
              <a:cs typeface="Arial" charset="0"/>
              <a:sym typeface="Cabin"/>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Palabras: ['el', 'payaso', '</a:t>
            </a:r>
            <a:r>
              <a:rPr kumimoji="0" lang="es-419" sz="2100" b="0" i="0" u="none" strike="noStrike" kern="0" cap="none" spc="0" normalizeH="0" baseline="0" noProof="0" dirty="0" err="1">
                <a:ln>
                  <a:noFill/>
                </a:ln>
                <a:solidFill>
                  <a:prstClr val="white"/>
                </a:solidFill>
                <a:effectLst/>
                <a:uLnTx/>
                <a:uFillTx/>
                <a:latin typeface="Arial" charset="0"/>
                <a:ea typeface="Arial" charset="0"/>
                <a:cs typeface="Arial" charset="0"/>
                <a:sym typeface="Cabin"/>
              </a:rPr>
              <a:t>corrio</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a:t>
            </a:r>
            <a:r>
              <a:rPr kumimoji="0" lang="es-419" sz="2100" b="0" i="0" u="none" strike="noStrike" kern="0" cap="none" spc="0" normalizeH="0" baseline="0" noProof="0" dirty="0" err="1">
                <a:ln>
                  <a:noFill/>
                </a:ln>
                <a:solidFill>
                  <a:prstClr val="white"/>
                </a:solidFill>
                <a:effectLst/>
                <a:uLnTx/>
                <a:uFillTx/>
                <a:latin typeface="Arial" charset="0"/>
                <a:ea typeface="Arial" charset="0"/>
                <a:cs typeface="Arial" charset="0"/>
                <a:sym typeface="Cabin"/>
              </a:rPr>
              <a:t>detras</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'del', 'carro', 'y', 'el', 'carro', '</a:t>
            </a:r>
            <a:r>
              <a:rPr kumimoji="0" lang="es-419" sz="2100" b="0" i="0" u="none" strike="noStrike" kern="0" cap="none" spc="0" normalizeH="0" baseline="0" noProof="0" dirty="0" err="1">
                <a:ln>
                  <a:noFill/>
                </a:ln>
                <a:solidFill>
                  <a:prstClr val="white"/>
                </a:solidFill>
                <a:effectLst/>
                <a:uLnTx/>
                <a:uFillTx/>
                <a:latin typeface="Arial" charset="0"/>
                <a:ea typeface="Arial" charset="0"/>
                <a:cs typeface="Arial" charset="0"/>
                <a:sym typeface="Cabin"/>
              </a:rPr>
              <a:t>corrio</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'dentro', 'de', 'la', 'tienda', 'y', 'la', 'tienda', 'cayo', 'sobre', 'el', 'payaso', 'y', 'el', 'carro']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Contando...</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Contadores {</a:t>
            </a:r>
            <a:r>
              <a:rPr kumimoji="0" lang="es-419" sz="2100" b="0" i="0" u="none" strike="noStrike" kern="0" cap="none" spc="0" normalizeH="0" baseline="0" noProof="0" dirty="0">
                <a:ln>
                  <a:noFill/>
                </a:ln>
                <a:solidFill>
                  <a:srgbClr val="00FF00"/>
                </a:solidFill>
                <a:effectLst/>
                <a:uLnTx/>
                <a:uFillTx/>
                <a:latin typeface="Arial" charset="0"/>
                <a:ea typeface="Arial" charset="0"/>
                <a:cs typeface="Arial" charset="0"/>
                <a:sym typeface="Cabin"/>
              </a:rPr>
              <a:t>'el': 4</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'payaso': 2, '</a:t>
            </a:r>
            <a:r>
              <a:rPr kumimoji="0" lang="es-419" sz="2100" b="0" i="0" u="none" strike="noStrike" kern="0" cap="none" spc="0" normalizeH="0" baseline="0" noProof="0" dirty="0" err="1">
                <a:ln>
                  <a:noFill/>
                </a:ln>
                <a:solidFill>
                  <a:prstClr val="white"/>
                </a:solidFill>
                <a:effectLst/>
                <a:uLnTx/>
                <a:uFillTx/>
                <a:latin typeface="Arial" charset="0"/>
                <a:ea typeface="Arial" charset="0"/>
                <a:cs typeface="Arial" charset="0"/>
                <a:sym typeface="Cabin"/>
              </a:rPr>
              <a:t>corrio</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2, '</a:t>
            </a:r>
            <a:r>
              <a:rPr kumimoji="0" lang="es-419" sz="2100" b="0" i="0" u="none" strike="noStrike" kern="0" cap="none" spc="0" normalizeH="0" baseline="0" noProof="0" dirty="0" err="1">
                <a:ln>
                  <a:noFill/>
                </a:ln>
                <a:solidFill>
                  <a:prstClr val="white"/>
                </a:solidFill>
                <a:effectLst/>
                <a:uLnTx/>
                <a:uFillTx/>
                <a:latin typeface="Arial" charset="0"/>
                <a:ea typeface="Arial" charset="0"/>
                <a:cs typeface="Arial" charset="0"/>
                <a:sym typeface="Cabin"/>
              </a:rPr>
              <a:t>detras</a:t>
            </a:r>
            <a:r>
              <a:rPr kumimoji="0" lang="es-419" sz="21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 1, 'del': 1, 'carro': 3, 'y': 3, 'dentro': 1, 'de': 1, 'la': 2, 'tienda': 2, 'cayo': 1, 'sobre': 1}</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55"/>
        <p:cNvGrpSpPr/>
        <p:nvPr/>
      </p:nvGrpSpPr>
      <p:grpSpPr>
        <a:xfrm>
          <a:off x="0" y="0"/>
          <a:ext cx="0" cy="0"/>
          <a:chOff x="0" y="0"/>
          <a:chExt cx="0" cy="0"/>
        </a:xfrm>
      </p:grpSpPr>
      <p:sp>
        <p:nvSpPr>
          <p:cNvPr id="78" name="Rectangle 7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456" name="Shape 456"/>
          <p:cNvSpPr txBox="1">
            <a:spLocks noGrp="1"/>
          </p:cNvSpPr>
          <p:nvPr>
            <p:ph type="title"/>
          </p:nvPr>
        </p:nvSpPr>
        <p:spPr>
          <a:xfrm>
            <a:off x="838200" y="1412488"/>
            <a:ext cx="2899189" cy="4363844"/>
          </a:xfrm>
        </p:spPr>
        <p:txBody>
          <a:bodyPr anchor="t">
            <a:normAutofit/>
          </a:bodyPr>
          <a:lstStyle/>
          <a:p>
            <a:pPr lvl="0"/>
            <a:r>
              <a:rPr lang="en-US" sz="3975">
                <a:solidFill>
                  <a:srgbClr val="FFFFFF"/>
                </a:solidFill>
                <a:sym typeface="Cabin"/>
              </a:rPr>
              <a:t>Bucles Finitos y Diccionarios</a:t>
            </a:r>
          </a:p>
        </p:txBody>
      </p:sp>
      <p:sp>
        <p:nvSpPr>
          <p:cNvPr id="457" name="Shape 457"/>
          <p:cNvSpPr txBox="1">
            <a:spLocks noGrp="1"/>
          </p:cNvSpPr>
          <p:nvPr>
            <p:ph sz="half" idx="1"/>
          </p:nvPr>
        </p:nvSpPr>
        <p:spPr>
          <a:xfrm>
            <a:off x="4380855" y="1412489"/>
            <a:ext cx="3427283" cy="4363844"/>
          </a:xfrm>
        </p:spPr>
        <p:txBody>
          <a:bodyPr>
            <a:normAutofit/>
          </a:bodyPr>
          <a:lstStyle/>
          <a:p>
            <a:pPr lvl="0"/>
            <a:r>
              <a:rPr lang="es-419" sz="2025">
                <a:sym typeface="Cabin"/>
              </a:rPr>
              <a:t>A pesar de que los diccionarios no se almacenan en orden, podemos escribir un bucle for que recorre todas las entradas en un diccionario – de hecho recorre todas las claves en el diccionario y busca los valores</a:t>
            </a:r>
          </a:p>
        </p:txBody>
      </p:sp>
      <p:cxnSp>
        <p:nvCxnSpPr>
          <p:cNvPr id="80" name="Straight Connector 7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Marcador de contenido 3">
            <a:extLst>
              <a:ext uri="{FF2B5EF4-FFF2-40B4-BE49-F238E27FC236}">
                <a16:creationId xmlns:a16="http://schemas.microsoft.com/office/drawing/2014/main" id="{E1E9D225-660E-4B29-B068-C136F7BAA55A}"/>
              </a:ext>
            </a:extLst>
          </p:cNvPr>
          <p:cNvSpPr>
            <a:spLocks noGrp="1"/>
          </p:cNvSpPr>
          <p:nvPr>
            <p:ph sz="half" idx="2"/>
          </p:nvPr>
        </p:nvSpPr>
        <p:spPr>
          <a:xfrm>
            <a:off x="8451604" y="1412489"/>
            <a:ext cx="3197701" cy="4363844"/>
          </a:xfrm>
        </p:spPr>
        <p:txBody>
          <a:bodyPr>
            <a:normAutofit/>
          </a:bodyPr>
          <a:lstStyle/>
          <a:p>
            <a:pPr lvl="0">
              <a:buClr>
                <a:schemeClr val="lt1"/>
              </a:buClr>
              <a:buSzPct val="25000"/>
            </a:pPr>
            <a:r>
              <a:rPr lang="es-419" sz="1725" dirty="0">
                <a:latin typeface="Courier New"/>
                <a:ea typeface="Courier New"/>
                <a:cs typeface="Courier New"/>
                <a:sym typeface="Courier New"/>
              </a:rPr>
              <a:t>&gt;&gt;&gt; contadores = { '</a:t>
            </a:r>
            <a:r>
              <a:rPr lang="es-419" sz="1725" dirty="0" err="1">
                <a:latin typeface="Courier New"/>
                <a:ea typeface="Courier New"/>
                <a:cs typeface="Courier New"/>
                <a:sym typeface="Courier New"/>
              </a:rPr>
              <a:t>chuck</a:t>
            </a:r>
            <a:r>
              <a:rPr lang="es-419" sz="1725" dirty="0">
                <a:latin typeface="Courier New"/>
                <a:ea typeface="Courier New"/>
                <a:cs typeface="Courier New"/>
                <a:sym typeface="Courier New"/>
              </a:rPr>
              <a:t>' : 1 , '</a:t>
            </a:r>
            <a:r>
              <a:rPr lang="es-419" sz="1725" dirty="0" err="1">
                <a:latin typeface="Courier New"/>
                <a:ea typeface="Courier New"/>
                <a:cs typeface="Courier New"/>
                <a:sym typeface="Courier New"/>
              </a:rPr>
              <a:t>fred</a:t>
            </a:r>
            <a:r>
              <a:rPr lang="es-419" sz="1725" dirty="0">
                <a:latin typeface="Courier New"/>
                <a:ea typeface="Courier New"/>
                <a:cs typeface="Courier New"/>
                <a:sym typeface="Courier New"/>
              </a:rPr>
              <a:t>' : 42, '</a:t>
            </a:r>
            <a:r>
              <a:rPr lang="es-419" sz="1725" dirty="0" err="1">
                <a:latin typeface="Courier New"/>
                <a:ea typeface="Courier New"/>
                <a:cs typeface="Courier New"/>
                <a:sym typeface="Courier New"/>
              </a:rPr>
              <a:t>jan</a:t>
            </a:r>
            <a:r>
              <a:rPr lang="es-419" sz="1725" dirty="0">
                <a:latin typeface="Courier New"/>
                <a:ea typeface="Courier New"/>
                <a:cs typeface="Courier New"/>
                <a:sym typeface="Courier New"/>
              </a:rPr>
              <a:t>': 100}</a:t>
            </a:r>
          </a:p>
          <a:p>
            <a:pPr lvl="0">
              <a:buClr>
                <a:schemeClr val="lt1"/>
              </a:buClr>
              <a:buSzPct val="25000"/>
            </a:pPr>
            <a:r>
              <a:rPr lang="es-419" sz="1725" dirty="0">
                <a:latin typeface="Courier New"/>
                <a:ea typeface="Courier New"/>
                <a:cs typeface="Courier New"/>
                <a:sym typeface="Courier New"/>
              </a:rPr>
              <a:t>&gt;&gt;&gt; </a:t>
            </a:r>
            <a:r>
              <a:rPr lang="es-419" sz="1725" dirty="0" err="1">
                <a:latin typeface="Courier New"/>
                <a:ea typeface="Courier New"/>
                <a:cs typeface="Courier New"/>
                <a:sym typeface="Courier New"/>
              </a:rPr>
              <a:t>for</a:t>
            </a:r>
            <a:r>
              <a:rPr lang="es-419" sz="1725" dirty="0">
                <a:latin typeface="Courier New"/>
                <a:ea typeface="Courier New"/>
                <a:cs typeface="Courier New"/>
                <a:sym typeface="Courier New"/>
              </a:rPr>
              <a:t> clave in contadores:</a:t>
            </a:r>
          </a:p>
          <a:p>
            <a:pPr lvl="1">
              <a:buClr>
                <a:schemeClr val="lt1"/>
              </a:buClr>
              <a:buSzPct val="25000"/>
            </a:pPr>
            <a:r>
              <a:rPr lang="es-419" sz="1325" dirty="0" err="1">
                <a:latin typeface="Courier New"/>
                <a:ea typeface="Courier New"/>
                <a:cs typeface="Courier New"/>
                <a:sym typeface="Courier New"/>
              </a:rPr>
              <a:t>print</a:t>
            </a:r>
            <a:r>
              <a:rPr lang="es-419" sz="1325" dirty="0">
                <a:latin typeface="Courier New"/>
                <a:ea typeface="Courier New"/>
                <a:cs typeface="Courier New"/>
                <a:sym typeface="Courier New"/>
              </a:rPr>
              <a:t>(</a:t>
            </a:r>
            <a:r>
              <a:rPr lang="es-419" sz="1325" dirty="0" err="1">
                <a:latin typeface="Courier New"/>
                <a:ea typeface="Courier New"/>
                <a:cs typeface="Courier New"/>
                <a:sym typeface="Courier New"/>
              </a:rPr>
              <a:t>clave,contadores</a:t>
            </a:r>
            <a:r>
              <a:rPr lang="es-419" sz="1325" dirty="0">
                <a:latin typeface="Courier New"/>
                <a:ea typeface="Courier New"/>
                <a:cs typeface="Courier New"/>
                <a:sym typeface="Courier New"/>
              </a:rPr>
              <a:t>[clave])</a:t>
            </a:r>
            <a:r>
              <a:rPr lang="es-419" sz="1725" dirty="0">
                <a:latin typeface="Courier New"/>
                <a:ea typeface="Courier New"/>
                <a:cs typeface="Courier New"/>
                <a:sym typeface="Courier New"/>
              </a:rPr>
              <a:t> </a:t>
            </a:r>
          </a:p>
          <a:p>
            <a:pPr lvl="0">
              <a:buClr>
                <a:srgbClr val="00FFFF"/>
              </a:buClr>
              <a:buSzPct val="25000"/>
            </a:pPr>
            <a:r>
              <a:rPr lang="es-419" sz="1725" dirty="0" err="1">
                <a:latin typeface="Courier New"/>
                <a:ea typeface="Courier New"/>
                <a:cs typeface="Courier New"/>
                <a:sym typeface="Courier New"/>
              </a:rPr>
              <a:t>jan</a:t>
            </a:r>
            <a:r>
              <a:rPr lang="es-419" sz="1725" dirty="0">
                <a:latin typeface="Courier New"/>
                <a:ea typeface="Courier New"/>
                <a:cs typeface="Courier New"/>
                <a:sym typeface="Courier New"/>
              </a:rPr>
              <a:t> 100</a:t>
            </a:r>
          </a:p>
          <a:p>
            <a:pPr lvl="0">
              <a:buClr>
                <a:srgbClr val="00FFFF"/>
              </a:buClr>
              <a:buSzPct val="25000"/>
            </a:pPr>
            <a:r>
              <a:rPr lang="es-419" sz="1725" dirty="0" err="1">
                <a:latin typeface="Courier New"/>
                <a:ea typeface="Courier New"/>
                <a:cs typeface="Courier New"/>
                <a:sym typeface="Courier New"/>
              </a:rPr>
              <a:t>chuck</a:t>
            </a:r>
            <a:r>
              <a:rPr lang="es-419" sz="1725" dirty="0">
                <a:latin typeface="Courier New"/>
                <a:ea typeface="Courier New"/>
                <a:cs typeface="Courier New"/>
                <a:sym typeface="Courier New"/>
              </a:rPr>
              <a:t> 1</a:t>
            </a:r>
          </a:p>
          <a:p>
            <a:pPr lvl="0">
              <a:buClr>
                <a:srgbClr val="00FFFF"/>
              </a:buClr>
              <a:buSzPct val="25000"/>
            </a:pPr>
            <a:r>
              <a:rPr lang="es-419" sz="1725" dirty="0" err="1">
                <a:latin typeface="Courier New"/>
                <a:ea typeface="Courier New"/>
                <a:cs typeface="Courier New"/>
                <a:sym typeface="Courier New"/>
              </a:rPr>
              <a:t>fred</a:t>
            </a:r>
            <a:r>
              <a:rPr lang="es-419" sz="1725" dirty="0">
                <a:latin typeface="Courier New"/>
                <a:ea typeface="Courier New"/>
                <a:cs typeface="Courier New"/>
                <a:sym typeface="Courier New"/>
              </a:rPr>
              <a:t> 42</a:t>
            </a:r>
          </a:p>
          <a:p>
            <a:pPr lvl="0">
              <a:buClr>
                <a:schemeClr val="lt1"/>
              </a:buClr>
              <a:buSzPct val="25000"/>
            </a:pPr>
            <a:r>
              <a:rPr lang="es-419" sz="1725" dirty="0">
                <a:latin typeface="Courier New"/>
                <a:ea typeface="Courier New"/>
                <a:cs typeface="Courier New"/>
                <a:sym typeface="Courier New"/>
              </a:rPr>
              <a:t>&gt;&gt;&gt;</a:t>
            </a:r>
            <a:endParaRPr lang="es-MX" sz="1725"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462"/>
        <p:cNvGrpSpPr/>
        <p:nvPr/>
      </p:nvGrpSpPr>
      <p:grpSpPr>
        <a:xfrm>
          <a:off x="0" y="0"/>
          <a:ext cx="0" cy="0"/>
          <a:chOff x="0" y="0"/>
          <a:chExt cx="0" cy="0"/>
        </a:xfrm>
      </p:grpSpPr>
      <p:sp>
        <p:nvSpPr>
          <p:cNvPr id="463" name="Shape 463"/>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spcBef>
                <a:spcPts val="0"/>
              </a:spcBef>
              <a:buClr>
                <a:srgbClr val="FFFF00"/>
              </a:buClr>
              <a:buSzPct val="25000"/>
            </a:pPr>
            <a:r>
              <a:rPr lang="es-ES" sz="4950" dirty="0">
                <a:solidFill>
                  <a:srgbClr val="FFD966"/>
                </a:solidFill>
                <a:latin typeface="Arial" charset="0"/>
                <a:ea typeface="Arial" charset="0"/>
                <a:cs typeface="Arial" charset="0"/>
                <a:sym typeface="Cabin"/>
              </a:rPr>
              <a:t>Recuperando listas de Claves y Valores</a:t>
            </a:r>
            <a:endParaRPr lang="en-US" sz="4950" dirty="0">
              <a:solidFill>
                <a:srgbClr val="FFD966"/>
              </a:solidFill>
              <a:latin typeface="Arial" charset="0"/>
              <a:ea typeface="Arial" charset="0"/>
              <a:cs typeface="Arial" charset="0"/>
              <a:sym typeface="Cabin"/>
            </a:endParaRPr>
          </a:p>
        </p:txBody>
      </p:sp>
      <p:sp>
        <p:nvSpPr>
          <p:cNvPr id="464" name="Shape 464"/>
          <p:cNvSpPr txBox="1">
            <a:spLocks noGrp="1"/>
          </p:cNvSpPr>
          <p:nvPr>
            <p:ph idx="1"/>
          </p:nvPr>
        </p:nvSpPr>
        <p:spPr>
          <a:xfrm>
            <a:off x="866776" y="2119441"/>
            <a:ext cx="2909033" cy="2709665"/>
          </a:xfrm>
          <a:prstGeom prst="rect">
            <a:avLst/>
          </a:prstGeom>
          <a:noFill/>
          <a:ln>
            <a:noFill/>
          </a:ln>
        </p:spPr>
        <p:txBody>
          <a:bodyPr vert="horz" lIns="28575" tIns="28575" rIns="28575" bIns="28575" rtlCol="0" anchor="ctr" anchorCtr="0">
            <a:noAutofit/>
          </a:bodyPr>
          <a:lstStyle/>
          <a:p>
            <a:pPr>
              <a:spcBef>
                <a:spcPts val="0"/>
              </a:spcBef>
              <a:buSzPct val="100000"/>
            </a:pPr>
            <a:r>
              <a:rPr lang="es-419" sz="2700" dirty="0">
                <a:solidFill>
                  <a:schemeClr val="lt1"/>
                </a:solidFill>
                <a:latin typeface="Arial" charset="0"/>
                <a:ea typeface="Arial" charset="0"/>
                <a:cs typeface="Arial" charset="0"/>
                <a:sym typeface="Cabin"/>
              </a:rPr>
              <a:t>Puedes obtener una lista de </a:t>
            </a:r>
            <a:r>
              <a:rPr lang="es-419" sz="2700" dirty="0">
                <a:solidFill>
                  <a:srgbClr val="00FF00"/>
                </a:solidFill>
                <a:latin typeface="Arial" charset="0"/>
                <a:ea typeface="Arial" charset="0"/>
                <a:cs typeface="Arial" charset="0"/>
                <a:sym typeface="Cabin"/>
              </a:rPr>
              <a:t>claves</a:t>
            </a:r>
            <a:r>
              <a:rPr lang="es-419" sz="2700" dirty="0">
                <a:solidFill>
                  <a:schemeClr val="lt1"/>
                </a:solidFill>
                <a:latin typeface="Arial" charset="0"/>
                <a:ea typeface="Arial" charset="0"/>
                <a:cs typeface="Arial" charset="0"/>
                <a:sym typeface="Cabin"/>
              </a:rPr>
              <a:t>, </a:t>
            </a:r>
            <a:r>
              <a:rPr lang="es-419" sz="2700" dirty="0">
                <a:solidFill>
                  <a:srgbClr val="FF00FF"/>
                </a:solidFill>
                <a:latin typeface="Arial" charset="0"/>
                <a:ea typeface="Arial" charset="0"/>
                <a:cs typeface="Arial" charset="0"/>
                <a:sym typeface="Cabin"/>
              </a:rPr>
              <a:t>valores,</a:t>
            </a:r>
            <a:r>
              <a:rPr lang="es-419" sz="2700" dirty="0">
                <a:solidFill>
                  <a:schemeClr val="lt1"/>
                </a:solidFill>
                <a:latin typeface="Arial" charset="0"/>
                <a:ea typeface="Arial" charset="0"/>
                <a:cs typeface="Arial" charset="0"/>
                <a:sym typeface="Cabin"/>
              </a:rPr>
              <a:t> o</a:t>
            </a:r>
            <a:r>
              <a:rPr lang="es-419" sz="2700" dirty="0">
                <a:solidFill>
                  <a:srgbClr val="FF7F00"/>
                </a:solidFill>
                <a:latin typeface="Arial" charset="0"/>
                <a:ea typeface="Arial" charset="0"/>
                <a:cs typeface="Arial" charset="0"/>
                <a:sym typeface="Cabin"/>
              </a:rPr>
              <a:t> ítems (ambos)</a:t>
            </a:r>
            <a:r>
              <a:rPr lang="es-419" sz="2700" dirty="0">
                <a:solidFill>
                  <a:schemeClr val="lt1"/>
                </a:solidFill>
                <a:latin typeface="Arial" charset="0"/>
                <a:ea typeface="Arial" charset="0"/>
                <a:cs typeface="Arial" charset="0"/>
                <a:sym typeface="Cabin"/>
              </a:rPr>
              <a:t> de un diccionario</a:t>
            </a:r>
          </a:p>
        </p:txBody>
      </p:sp>
      <p:sp>
        <p:nvSpPr>
          <p:cNvPr id="465" name="Shape 465"/>
          <p:cNvSpPr txBox="1"/>
          <p:nvPr/>
        </p:nvSpPr>
        <p:spPr>
          <a:xfrm>
            <a:off x="4501238" y="1905000"/>
            <a:ext cx="7221599" cy="3981375"/>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jjj</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 = { '</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chuck</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 : 1 , '</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fred</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 : 42, '</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jan</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 100}</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75"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list</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jjj</a:t>
            </a: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jan</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chuck</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fred</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75"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jjj.</a:t>
            </a:r>
            <a:r>
              <a:rPr kumimoji="0" lang="es-419" sz="1875"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keys</a:t>
            </a:r>
            <a:r>
              <a:rPr kumimoji="0" lang="es-419" sz="1875"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75"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jan</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chuck</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 '</a:t>
            </a:r>
            <a:r>
              <a:rPr kumimoji="0" lang="es-419" sz="1875" b="0" i="0" u="none" strike="noStrike" kern="0" cap="none" spc="0" normalizeH="0" baseline="0" noProof="0" dirty="0" err="1">
                <a:ln>
                  <a:noFill/>
                </a:ln>
                <a:solidFill>
                  <a:srgbClr val="00FF00"/>
                </a:solidFill>
                <a:effectLst/>
                <a:uLnTx/>
                <a:uFillTx/>
                <a:latin typeface="Courier New"/>
                <a:ea typeface="Courier New"/>
                <a:cs typeface="Courier New"/>
                <a:sym typeface="Courier New"/>
              </a:rPr>
              <a:t>fred</a:t>
            </a:r>
            <a:r>
              <a:rPr kumimoji="0" lang="es-419" sz="1875" b="0" i="0" u="none" strike="noStrike" kern="0" cap="none" spc="0" normalizeH="0" baseline="0" noProof="0" dirty="0">
                <a:ln>
                  <a:noFill/>
                </a:ln>
                <a:solidFill>
                  <a:srgbClr val="00FF00"/>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75"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jjj.</a:t>
            </a:r>
            <a:r>
              <a:rPr kumimoji="0" lang="es-419" sz="1875"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values</a:t>
            </a:r>
            <a:r>
              <a:rPr kumimoji="0" lang="es-419" sz="1875"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75" b="0" i="0" u="none" strike="noStrike" kern="0" cap="none" spc="0" normalizeH="0" baseline="0" noProof="0" dirty="0">
              <a:ln>
                <a:noFill/>
              </a:ln>
              <a:solidFill>
                <a:srgbClr val="FF00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FF00FF"/>
              </a:buClr>
              <a:buSzPct val="25000"/>
              <a:buFontTx/>
              <a:buNone/>
              <a:tabLst/>
              <a:defRPr/>
            </a:pPr>
            <a:r>
              <a:rPr kumimoji="0" lang="es-419" sz="1875" b="0" i="0" u="none" strike="noStrike" kern="0" cap="none" spc="0" normalizeH="0" baseline="0" noProof="0" dirty="0">
                <a:ln>
                  <a:noFill/>
                </a:ln>
                <a:solidFill>
                  <a:srgbClr val="FF00FF"/>
                </a:solidFill>
                <a:effectLst/>
                <a:uLnTx/>
                <a:uFillTx/>
                <a:latin typeface="Courier New"/>
                <a:ea typeface="Courier New"/>
                <a:cs typeface="Courier New"/>
                <a:sym typeface="Courier New"/>
              </a:rPr>
              <a:t>[100, 1, 42]</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r>
              <a:rPr kumimoji="0" lang="es-419" sz="1875" b="0" i="0" u="none" strike="noStrike" kern="0" cap="none" spc="0" normalizeH="0" baseline="0" noProof="0" dirty="0" err="1">
                <a:ln>
                  <a:noFill/>
                </a:ln>
                <a:solidFill>
                  <a:srgbClr val="FFFF00"/>
                </a:solidFill>
                <a:effectLst/>
                <a:uLnTx/>
                <a:uFillTx/>
                <a:latin typeface="Courier New"/>
                <a:ea typeface="Courier New"/>
                <a:cs typeface="Courier New"/>
                <a:sym typeface="Courier New"/>
              </a:rPr>
              <a:t>print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prstClr val="white"/>
                </a:solidFill>
                <a:effectLst/>
                <a:uLnTx/>
                <a:uFillTx/>
                <a:latin typeface="Courier New"/>
                <a:ea typeface="Courier New"/>
                <a:cs typeface="Courier New"/>
                <a:sym typeface="Courier New"/>
              </a:rPr>
              <a:t>jjj.</a:t>
            </a:r>
            <a:r>
              <a:rPr kumimoji="0" lang="es-419" sz="1875"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items</a:t>
            </a:r>
            <a:r>
              <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rPr>
              <a:t>()</a:t>
            </a:r>
            <a:r>
              <a:rPr kumimoji="0" lang="es-419" sz="1875" b="0" i="0" u="none" strike="noStrike" kern="0" cap="none" spc="0" normalizeH="0" baseline="0" noProof="0" dirty="0">
                <a:ln>
                  <a:noFill/>
                </a:ln>
                <a:solidFill>
                  <a:srgbClr val="FFFF00"/>
                </a:solidFill>
                <a:effectLst/>
                <a:uLnTx/>
                <a:uFillTx/>
                <a:latin typeface="Courier New"/>
                <a:ea typeface="Courier New"/>
                <a:cs typeface="Courier New"/>
                <a:sym typeface="Courier New"/>
              </a:rPr>
              <a:t>)</a:t>
            </a:r>
            <a:endPar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rPr>
              <a:t>[('</a:t>
            </a:r>
            <a:r>
              <a:rPr kumimoji="0" lang="es-419" sz="1875"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jan</a:t>
            </a:r>
            <a:r>
              <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rPr>
              <a:t>', 100), ('</a:t>
            </a:r>
            <a:r>
              <a:rPr kumimoji="0" lang="es-419" sz="1875"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chuck</a:t>
            </a:r>
            <a:r>
              <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rPr>
              <a:t>', 1), ('</a:t>
            </a:r>
            <a:r>
              <a:rPr kumimoji="0" lang="es-419" sz="1875"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fred</a:t>
            </a:r>
            <a:r>
              <a:rPr kumimoji="0" lang="es-419" sz="1875" b="0" i="0" u="none" strike="noStrike" kern="0" cap="none" spc="0" normalizeH="0" baseline="0" noProof="0" dirty="0">
                <a:ln>
                  <a:noFill/>
                </a:ln>
                <a:solidFill>
                  <a:srgbClr val="FF7F00"/>
                </a:solidFill>
                <a:effectLst/>
                <a:uLnTx/>
                <a:uFillTx/>
                <a:latin typeface="Courier New"/>
                <a:ea typeface="Courier New"/>
                <a:cs typeface="Courier New"/>
                <a:sym typeface="Courier New"/>
              </a:rPr>
              <a:t>', 42)]</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s-419" sz="1875" b="0" i="0" u="none" strike="noStrike" kern="0" cap="none" spc="0" normalizeH="0" baseline="0" noProof="0" dirty="0">
                <a:ln>
                  <a:noFill/>
                </a:ln>
                <a:solidFill>
                  <a:prstClr val="white"/>
                </a:solidFill>
                <a:effectLst/>
                <a:uLnTx/>
                <a:uFillTx/>
                <a:latin typeface="Courier New"/>
                <a:ea typeface="Courier New"/>
                <a:cs typeface="Courier New"/>
                <a:sym typeface="Courier New"/>
              </a:rPr>
              <a:t>&gt;&gt;&gt; </a:t>
            </a:r>
          </a:p>
        </p:txBody>
      </p:sp>
      <p:sp>
        <p:nvSpPr>
          <p:cNvPr id="466" name="Shape 466"/>
          <p:cNvSpPr txBox="1"/>
          <p:nvPr/>
        </p:nvSpPr>
        <p:spPr>
          <a:xfrm>
            <a:off x="6409350" y="5658137"/>
            <a:ext cx="5197949" cy="4666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550" b="1" i="0" u="none" strike="noStrike" kern="0" cap="none" spc="0" normalizeH="0" baseline="0" noProof="0" dirty="0">
                <a:ln>
                  <a:noFill/>
                </a:ln>
                <a:solidFill>
                  <a:prstClr val="white"/>
                </a:solidFill>
                <a:effectLst/>
                <a:uLnTx/>
                <a:uFillTx/>
                <a:latin typeface="Arial" charset="0"/>
                <a:ea typeface="Arial" charset="0"/>
                <a:cs typeface="Arial" charset="0"/>
                <a:sym typeface="Cabin"/>
              </a:rPr>
              <a:t>¿Qué es una </a:t>
            </a:r>
          </a:p>
          <a:p>
            <a:pPr marL="0" marR="0" lvl="0" indent="0" algn="ctr" defTabSz="685800" rtl="0" eaLnBrk="1" fontAlgn="auto" latinLnBrk="0" hangingPunct="1">
              <a:lnSpc>
                <a:spcPct val="100000"/>
              </a:lnSpc>
              <a:spcBef>
                <a:spcPts val="0"/>
              </a:spcBef>
              <a:spcAft>
                <a:spcPts val="0"/>
              </a:spcAft>
              <a:buClr>
                <a:prstClr val="white"/>
              </a:buClr>
              <a:buSzPct val="25000"/>
              <a:buFontTx/>
              <a:buNone/>
              <a:tabLst/>
              <a:defRPr/>
            </a:pPr>
            <a:r>
              <a:rPr kumimoji="0" lang="es-419" sz="2550" b="1" i="0" u="none" strike="noStrike" kern="0" cap="none" spc="0" normalizeH="0" baseline="0" noProof="0" dirty="0">
                <a:ln>
                  <a:noFill/>
                </a:ln>
                <a:solidFill>
                  <a:prstClr val="white"/>
                </a:solidFill>
                <a:effectLst/>
                <a:uLnTx/>
                <a:uFillTx/>
                <a:latin typeface="Arial" charset="0"/>
                <a:ea typeface="Arial" charset="0"/>
                <a:cs typeface="Arial" charset="0"/>
                <a:sym typeface="Cabin"/>
              </a:rPr>
              <a:t>“tupla”? - próximamente...</a:t>
            </a:r>
          </a:p>
        </p:txBody>
      </p:sp>
      <p:cxnSp>
        <p:nvCxnSpPr>
          <p:cNvPr id="467" name="Shape 467"/>
          <p:cNvCxnSpPr/>
          <p:nvPr/>
        </p:nvCxnSpPr>
        <p:spPr>
          <a:xfrm>
            <a:off x="7768828" y="5111354"/>
            <a:ext cx="203597" cy="546783"/>
          </a:xfrm>
          <a:prstGeom prst="straightConnector1">
            <a:avLst/>
          </a:prstGeom>
          <a:noFill/>
          <a:ln w="76200" cap="rnd" cmpd="sng">
            <a:solidFill>
              <a:schemeClr val="lt1"/>
            </a:solidFill>
            <a:prstDash val="solid"/>
            <a:miter/>
            <a:headEnd type="stealth" w="med" len="med"/>
            <a:tailEnd type="none" w="med" len="med"/>
          </a:ln>
        </p:spPr>
      </p:cxn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471"/>
        <p:cNvGrpSpPr/>
        <p:nvPr/>
      </p:nvGrpSpPr>
      <p:grpSpPr>
        <a:xfrm>
          <a:off x="0" y="0"/>
          <a:ext cx="0" cy="0"/>
          <a:chOff x="0" y="0"/>
          <a:chExt cx="0" cy="0"/>
        </a:xfrm>
      </p:grpSpPr>
      <p:sp>
        <p:nvSpPr>
          <p:cNvPr id="472" name="Shape 472"/>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spcBef>
                <a:spcPts val="0"/>
              </a:spcBef>
              <a:buClr>
                <a:srgbClr val="00FF00"/>
              </a:buClr>
              <a:buSzPct val="25000"/>
            </a:pPr>
            <a:r>
              <a:rPr lang="es-ES" sz="5700" dirty="0">
                <a:solidFill>
                  <a:srgbClr val="FFD966"/>
                </a:solidFill>
                <a:latin typeface="Arial" charset="0"/>
                <a:ea typeface="Arial" charset="0"/>
                <a:cs typeface="Arial" charset="0"/>
                <a:sym typeface="Cabin"/>
              </a:rPr>
              <a:t>Bonus: Dos Variables de Iteración!</a:t>
            </a:r>
            <a:endParaRPr lang="en-US" sz="5700" dirty="0">
              <a:solidFill>
                <a:srgbClr val="FFD966"/>
              </a:solidFill>
              <a:latin typeface="Arial" charset="0"/>
              <a:ea typeface="Arial" charset="0"/>
              <a:cs typeface="Arial" charset="0"/>
              <a:sym typeface="Cabin"/>
            </a:endParaRPr>
          </a:p>
        </p:txBody>
      </p:sp>
      <p:sp>
        <p:nvSpPr>
          <p:cNvPr id="473" name="Shape 473"/>
          <p:cNvSpPr txBox="1">
            <a:spLocks noGrp="1"/>
          </p:cNvSpPr>
          <p:nvPr>
            <p:ph idx="1"/>
          </p:nvPr>
        </p:nvSpPr>
        <p:spPr>
          <a:xfrm>
            <a:off x="866776" y="1952626"/>
            <a:ext cx="4049549" cy="4276724"/>
          </a:xfrm>
          <a:prstGeom prst="rect">
            <a:avLst/>
          </a:prstGeom>
          <a:noFill/>
          <a:ln>
            <a:noFill/>
          </a:ln>
        </p:spPr>
        <p:txBody>
          <a:bodyPr vert="horz" lIns="28575" tIns="28575" rIns="28575" bIns="28575" rtlCol="0" anchor="ctr" anchorCtr="0">
            <a:noAutofit/>
          </a:bodyPr>
          <a:lstStyle/>
          <a:p>
            <a:pPr marL="428625" indent="-428625">
              <a:spcBef>
                <a:spcPts val="0"/>
              </a:spcBef>
              <a:spcAft>
                <a:spcPts val="750"/>
              </a:spcAft>
              <a:buSzPct val="100000"/>
              <a:buFont typeface="Arial"/>
              <a:buChar char="•"/>
            </a:pPr>
            <a:r>
              <a:rPr lang="es-419" sz="2700" dirty="0">
                <a:solidFill>
                  <a:schemeClr val="lt1"/>
                </a:solidFill>
                <a:latin typeface="Arial" charset="0"/>
                <a:ea typeface="Arial" charset="0"/>
                <a:cs typeface="Arial" charset="0"/>
                <a:sym typeface="Cabin"/>
              </a:rPr>
              <a:t>Iteramos a través de los pares </a:t>
            </a:r>
            <a:r>
              <a:rPr lang="es-419" sz="2700" dirty="0">
                <a:solidFill>
                  <a:srgbClr val="FF7F00"/>
                </a:solidFill>
                <a:latin typeface="Arial" charset="0"/>
                <a:ea typeface="Arial" charset="0"/>
                <a:cs typeface="Arial" charset="0"/>
                <a:sym typeface="Cabin"/>
              </a:rPr>
              <a:t>clave</a:t>
            </a:r>
            <a:r>
              <a:rPr lang="es-419" sz="2700" dirty="0">
                <a:solidFill>
                  <a:schemeClr val="lt1"/>
                </a:solidFill>
                <a:latin typeface="Arial" charset="0"/>
                <a:ea typeface="Arial" charset="0"/>
                <a:cs typeface="Arial" charset="0"/>
                <a:sym typeface="Cabin"/>
              </a:rPr>
              <a:t>-</a:t>
            </a:r>
            <a:r>
              <a:rPr lang="es-419" sz="2700" dirty="0">
                <a:solidFill>
                  <a:srgbClr val="FFFF00"/>
                </a:solidFill>
                <a:latin typeface="Arial" charset="0"/>
                <a:ea typeface="Arial" charset="0"/>
                <a:cs typeface="Arial" charset="0"/>
                <a:sym typeface="Cabin"/>
              </a:rPr>
              <a:t>valor</a:t>
            </a:r>
            <a:r>
              <a:rPr lang="es-419" sz="2700" dirty="0">
                <a:solidFill>
                  <a:schemeClr val="lt1"/>
                </a:solidFill>
                <a:latin typeface="Arial" charset="0"/>
                <a:ea typeface="Arial" charset="0"/>
                <a:cs typeface="Arial" charset="0"/>
                <a:sym typeface="Cabin"/>
              </a:rPr>
              <a:t> en un diccionario usando *dos* variables de iteración</a:t>
            </a:r>
          </a:p>
          <a:p>
            <a:pPr marL="428625" indent="-428625">
              <a:spcBef>
                <a:spcPts val="2625"/>
              </a:spcBef>
              <a:spcAft>
                <a:spcPts val="750"/>
              </a:spcAft>
              <a:buSzPct val="100000"/>
              <a:buFont typeface="Arial"/>
              <a:buChar char="•"/>
            </a:pPr>
            <a:r>
              <a:rPr lang="es-419" sz="2700" dirty="0">
                <a:solidFill>
                  <a:schemeClr val="lt1"/>
                </a:solidFill>
                <a:latin typeface="Arial" charset="0"/>
                <a:ea typeface="Arial" charset="0"/>
                <a:cs typeface="Arial" charset="0"/>
                <a:sym typeface="Cabin"/>
              </a:rPr>
              <a:t>En cada iteración, la primera variable es la </a:t>
            </a:r>
            <a:r>
              <a:rPr lang="es-419" sz="2700" dirty="0">
                <a:solidFill>
                  <a:srgbClr val="FF7F00"/>
                </a:solidFill>
                <a:latin typeface="Arial" charset="0"/>
                <a:ea typeface="Arial" charset="0"/>
                <a:cs typeface="Arial" charset="0"/>
                <a:sym typeface="Cabin"/>
              </a:rPr>
              <a:t>clave</a:t>
            </a:r>
            <a:r>
              <a:rPr lang="es-419" sz="2700" dirty="0">
                <a:solidFill>
                  <a:schemeClr val="lt1"/>
                </a:solidFill>
                <a:latin typeface="Arial" charset="0"/>
                <a:ea typeface="Arial" charset="0"/>
                <a:cs typeface="Arial" charset="0"/>
                <a:sym typeface="Cabin"/>
              </a:rPr>
              <a:t> y la segunda variable es el </a:t>
            </a:r>
            <a:r>
              <a:rPr lang="es-419" sz="2700" dirty="0">
                <a:solidFill>
                  <a:srgbClr val="FFFF00"/>
                </a:solidFill>
                <a:latin typeface="Arial" charset="0"/>
                <a:ea typeface="Arial" charset="0"/>
                <a:cs typeface="Arial" charset="0"/>
                <a:sym typeface="Cabin"/>
              </a:rPr>
              <a:t>valor</a:t>
            </a:r>
            <a:r>
              <a:rPr lang="es-419" sz="2700" dirty="0">
                <a:solidFill>
                  <a:schemeClr val="lt1"/>
                </a:solidFill>
                <a:latin typeface="Arial" charset="0"/>
                <a:ea typeface="Arial" charset="0"/>
                <a:cs typeface="Arial" charset="0"/>
                <a:sym typeface="Cabin"/>
              </a:rPr>
              <a:t> correspondiente a la clave</a:t>
            </a:r>
          </a:p>
        </p:txBody>
      </p:sp>
      <p:sp>
        <p:nvSpPr>
          <p:cNvPr id="474" name="Shape 474"/>
          <p:cNvSpPr txBox="1"/>
          <p:nvPr/>
        </p:nvSpPr>
        <p:spPr>
          <a:xfrm>
            <a:off x="5572125" y="2227688"/>
            <a:ext cx="6386513" cy="3590999"/>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1800" b="0" i="0" u="none" strike="noStrike" kern="0" cap="none" spc="0" normalizeH="0" baseline="0" noProof="0" dirty="0" err="1">
                <a:ln>
                  <a:noFill/>
                </a:ln>
                <a:solidFill>
                  <a:srgbClr val="00FF00"/>
                </a:solidFill>
                <a:effectLst/>
                <a:uLnTx/>
                <a:uFillTx/>
                <a:latin typeface="Courier"/>
                <a:ea typeface="Courier"/>
                <a:cs typeface="Courier"/>
                <a:sym typeface="Courier New"/>
              </a:rPr>
              <a:t>jjj</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 { 'chuck' : 1 , '</a:t>
            </a:r>
            <a:r>
              <a:rPr kumimoji="0" lang="en-US" sz="1800" b="0" i="0" u="none" strike="noStrike" kern="0" cap="none" spc="0" normalizeH="0" baseline="0" noProof="0" dirty="0" err="1">
                <a:ln>
                  <a:noFill/>
                </a:ln>
                <a:solidFill>
                  <a:prstClr val="white"/>
                </a:solidFill>
                <a:effectLst/>
                <a:uLnTx/>
                <a:uFillTx/>
                <a:latin typeface="Courier"/>
                <a:ea typeface="Courier"/>
                <a:cs typeface="Courier"/>
                <a:sym typeface="Courier New"/>
              </a:rPr>
              <a:t>fred</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 42, '</a:t>
            </a:r>
            <a:r>
              <a:rPr kumimoji="0" lang="en-US" sz="1800" b="0" i="0" u="none" strike="noStrike" kern="0" cap="none" spc="0" normalizeH="0" baseline="0" noProof="0" dirty="0" err="1">
                <a:ln>
                  <a:noFill/>
                </a:ln>
                <a:solidFill>
                  <a:prstClr val="white"/>
                </a:solidFill>
                <a:effectLst/>
                <a:uLnTx/>
                <a:uFillTx/>
                <a:latin typeface="Courier"/>
                <a:ea typeface="Courier"/>
                <a:cs typeface="Courier"/>
                <a:sym typeface="Courier New"/>
              </a:rPr>
              <a:t>jan</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100}</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for </a:t>
            </a:r>
            <a:r>
              <a:rPr kumimoji="0" lang="en-US" sz="1800" b="0" i="0" u="none" strike="noStrike" kern="0" cap="none" spc="0" normalizeH="0" baseline="0" noProof="0" dirty="0" err="1">
                <a:ln>
                  <a:noFill/>
                </a:ln>
                <a:solidFill>
                  <a:srgbClr val="FF7F00"/>
                </a:solidFill>
                <a:effectLst/>
                <a:uLnTx/>
                <a:uFillTx/>
                <a:latin typeface="Courier"/>
                <a:ea typeface="Courier"/>
                <a:cs typeface="Courier"/>
                <a:sym typeface="Courier New"/>
              </a:rPr>
              <a:t>aaa</a:t>
            </a:r>
            <a:r>
              <a:rPr kumimoji="0" lang="en-US" sz="1800" b="0" i="0" u="none" strike="noStrike" kern="0" cap="none" spc="0" normalizeH="0" baseline="0" noProof="0" dirty="0" err="1">
                <a:ln>
                  <a:noFill/>
                </a:ln>
                <a:solidFill>
                  <a:prstClr val="white"/>
                </a:solidFill>
                <a:effectLst/>
                <a:uLnTx/>
                <a:uFillTx/>
                <a:latin typeface="Courier"/>
                <a:ea typeface="Courier"/>
                <a:cs typeface="Courier"/>
                <a:sym typeface="Courier New"/>
              </a:rPr>
              <a:t>,</a:t>
            </a:r>
            <a:r>
              <a:rPr kumimoji="0" lang="en-US" sz="1800" b="0" i="0" u="none" strike="noStrike" kern="0" cap="none" spc="0" normalizeH="0" baseline="0" noProof="0" dirty="0" err="1">
                <a:ln>
                  <a:noFill/>
                </a:ln>
                <a:solidFill>
                  <a:srgbClr val="FFFF00"/>
                </a:solidFill>
                <a:effectLst/>
                <a:uLnTx/>
                <a:uFillTx/>
                <a:latin typeface="Courier"/>
                <a:ea typeface="Courier"/>
                <a:cs typeface="Courier"/>
                <a:sym typeface="Courier New"/>
              </a:rPr>
              <a:t>bbb</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in </a:t>
            </a:r>
            <a:r>
              <a:rPr kumimoji="0" lang="en-US" sz="1800" b="0" i="0" u="none" strike="noStrike" kern="0" cap="none" spc="0" normalizeH="0" baseline="0" noProof="0" dirty="0" err="1">
                <a:ln>
                  <a:noFill/>
                </a:ln>
                <a:solidFill>
                  <a:srgbClr val="00FF00"/>
                </a:solidFill>
                <a:effectLst/>
                <a:uLnTx/>
                <a:uFillTx/>
                <a:latin typeface="Courier"/>
                <a:ea typeface="Courier"/>
                <a:cs typeface="Courier"/>
                <a:sym typeface="Courier New"/>
              </a:rPr>
              <a:t>jjj</a:t>
            </a:r>
            <a:r>
              <a:rPr kumimoji="0" lang="en-US" sz="1800" b="0" i="0" u="none" strike="noStrike" kern="0" cap="none" spc="0" normalizeH="0" baseline="0" noProof="0" dirty="0" err="1">
                <a:ln>
                  <a:noFill/>
                </a:ln>
                <a:solidFill>
                  <a:srgbClr val="FF00FF"/>
                </a:solidFill>
                <a:effectLst/>
                <a:uLnTx/>
                <a:uFillTx/>
                <a:latin typeface="Courier"/>
                <a:ea typeface="Courier"/>
                <a:cs typeface="Courier"/>
                <a:sym typeface="Courier New"/>
              </a:rPr>
              <a:t>.items</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print(</a:t>
            </a:r>
            <a:r>
              <a:rPr kumimoji="0" lang="en-US" sz="1800" b="0" i="0" u="none" strike="noStrike" kern="0" cap="none" spc="0" normalizeH="0" baseline="0" noProof="0" dirty="0" err="1">
                <a:ln>
                  <a:noFill/>
                </a:ln>
                <a:solidFill>
                  <a:srgbClr val="FF7F00"/>
                </a:solidFill>
                <a:effectLst/>
                <a:uLnTx/>
                <a:uFillTx/>
                <a:latin typeface="Courier"/>
                <a:ea typeface="Courier"/>
                <a:cs typeface="Courier"/>
                <a:sym typeface="Courier New"/>
              </a:rPr>
              <a:t>aaa</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a:t>
            </a:r>
            <a:r>
              <a:rPr kumimoji="0" lang="en-US" sz="1800" b="0" i="0" u="none" strike="noStrike" kern="0" cap="none" spc="0" normalizeH="0" baseline="0" noProof="0" dirty="0" err="1">
                <a:ln>
                  <a:noFill/>
                </a:ln>
                <a:solidFill>
                  <a:srgbClr val="FFFF00"/>
                </a:solidFill>
                <a:effectLst/>
                <a:uLnTx/>
                <a:uFillTx/>
                <a:latin typeface="Courier"/>
                <a:ea typeface="Courier"/>
                <a:cs typeface="Courier"/>
                <a:sym typeface="Courier New"/>
              </a:rPr>
              <a:t>bbb</a:t>
            </a: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a:t>
            </a:r>
            <a:endParaRPr kumimoji="0" lang="en-US" sz="1800" b="0" i="0" u="none" strike="noStrike" kern="0" cap="none" spc="0" normalizeH="0" baseline="0" noProof="0" dirty="0">
              <a:ln>
                <a:noFill/>
              </a:ln>
              <a:solidFill>
                <a:srgbClr val="FFFF00"/>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endPar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endPar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endParaRP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1800" b="0" i="0" u="none" strike="noStrike" kern="0" cap="none" spc="0" normalizeH="0" baseline="0" noProof="0" dirty="0">
                <a:ln>
                  <a:noFill/>
                </a:ln>
                <a:solidFill>
                  <a:prstClr val="white"/>
                </a:solidFill>
                <a:effectLst/>
                <a:uLnTx/>
                <a:uFillTx/>
                <a:latin typeface="Courier"/>
                <a:ea typeface="Courier"/>
                <a:cs typeface="Courier"/>
                <a:sym typeface="Courier New"/>
              </a:rPr>
              <a:t> </a:t>
            </a:r>
          </a:p>
          <a:p>
            <a:pPr marL="0" marR="0" lvl="0" indent="0" algn="l" defTabSz="685800" rtl="0" eaLnBrk="1" fontAlgn="auto" latinLnBrk="0" hangingPunct="1">
              <a:lnSpc>
                <a:spcPct val="100000"/>
              </a:lnSpc>
              <a:spcBef>
                <a:spcPts val="0"/>
              </a:spcBef>
              <a:spcAft>
                <a:spcPts val="0"/>
              </a:spcAft>
              <a:buClr>
                <a:srgbClr val="FF7F00"/>
              </a:buClr>
              <a:buSzPct val="25000"/>
              <a:buFontTx/>
              <a:buNone/>
              <a:tabLst/>
              <a:defRPr/>
            </a:pPr>
            <a:r>
              <a:rPr kumimoji="0" lang="en-US" sz="1800" b="0" i="0" u="none" strike="noStrike" kern="0" cap="none" spc="0" normalizeH="0" baseline="0" noProof="0" dirty="0" err="1">
                <a:ln>
                  <a:noFill/>
                </a:ln>
                <a:solidFill>
                  <a:srgbClr val="FF7F00"/>
                </a:solidFill>
                <a:effectLst/>
                <a:uLnTx/>
                <a:uFillTx/>
                <a:latin typeface="Courier"/>
                <a:ea typeface="Courier"/>
                <a:cs typeface="Courier"/>
                <a:sym typeface="Courier New"/>
              </a:rPr>
              <a:t>jan</a:t>
            </a:r>
            <a:r>
              <a:rPr kumimoji="0" lang="en-US" sz="1800" b="0" i="0" u="none" strike="noStrike" kern="0" cap="none" spc="0" normalizeH="0" baseline="0" noProof="0" dirty="0">
                <a:ln>
                  <a:noFill/>
                </a:ln>
                <a:solidFill>
                  <a:srgbClr val="FFFF00"/>
                </a:solidFill>
                <a:effectLst/>
                <a:uLnTx/>
                <a:uFillTx/>
                <a:latin typeface="Courier"/>
                <a:ea typeface="Courier"/>
                <a:cs typeface="Courier"/>
                <a:sym typeface="Courier New"/>
              </a:rPr>
              <a:t> 100</a:t>
            </a:r>
          </a:p>
          <a:p>
            <a:pPr marL="0" marR="0" lvl="0" indent="0" algn="l" defTabSz="685800" rtl="0" eaLnBrk="1" fontAlgn="auto" latinLnBrk="0" hangingPunct="1">
              <a:lnSpc>
                <a:spcPct val="100000"/>
              </a:lnSpc>
              <a:spcBef>
                <a:spcPts val="0"/>
              </a:spcBef>
              <a:spcAft>
                <a:spcPts val="0"/>
              </a:spcAft>
              <a:buClr>
                <a:srgbClr val="FF7F00"/>
              </a:buClr>
              <a:buSzPct val="25000"/>
              <a:buFontTx/>
              <a:buNone/>
              <a:tabLst/>
              <a:defRPr/>
            </a:pPr>
            <a:r>
              <a:rPr kumimoji="0" lang="en-US" sz="1800" b="0" i="0" u="none" strike="noStrike" kern="0" cap="none" spc="0" normalizeH="0" baseline="0" noProof="0" dirty="0">
                <a:ln>
                  <a:noFill/>
                </a:ln>
                <a:solidFill>
                  <a:srgbClr val="FF7F00"/>
                </a:solidFill>
                <a:effectLst/>
                <a:uLnTx/>
                <a:uFillTx/>
                <a:latin typeface="Courier"/>
                <a:ea typeface="Courier"/>
                <a:cs typeface="Courier"/>
                <a:sym typeface="Courier New"/>
              </a:rPr>
              <a:t>chuck</a:t>
            </a:r>
            <a:r>
              <a:rPr kumimoji="0" lang="en-US" sz="1800" b="0" i="0" u="none" strike="noStrike" kern="0" cap="none" spc="0" normalizeH="0" baseline="0" noProof="0" dirty="0">
                <a:ln>
                  <a:noFill/>
                </a:ln>
                <a:solidFill>
                  <a:srgbClr val="FFFF00"/>
                </a:solidFill>
                <a:effectLst/>
                <a:uLnTx/>
                <a:uFillTx/>
                <a:latin typeface="Courier"/>
                <a:ea typeface="Courier"/>
                <a:cs typeface="Courier"/>
                <a:sym typeface="Courier New"/>
              </a:rPr>
              <a:t> 1</a:t>
            </a:r>
          </a:p>
          <a:p>
            <a:pPr marL="0" marR="0" lvl="0" indent="0" algn="l" defTabSz="685800" rtl="0" eaLnBrk="1" fontAlgn="auto" latinLnBrk="0" hangingPunct="1">
              <a:lnSpc>
                <a:spcPct val="100000"/>
              </a:lnSpc>
              <a:spcBef>
                <a:spcPts val="0"/>
              </a:spcBef>
              <a:spcAft>
                <a:spcPts val="0"/>
              </a:spcAft>
              <a:buClr>
                <a:srgbClr val="FF7F00"/>
              </a:buClr>
              <a:buSzPct val="25000"/>
              <a:buFontTx/>
              <a:buNone/>
              <a:tabLst/>
              <a:defRPr/>
            </a:pPr>
            <a:r>
              <a:rPr kumimoji="0" lang="en-US" sz="1800" b="0" i="0" u="none" strike="noStrike" kern="0" cap="none" spc="0" normalizeH="0" baseline="0" noProof="0" dirty="0" err="1">
                <a:ln>
                  <a:noFill/>
                </a:ln>
                <a:solidFill>
                  <a:srgbClr val="FF7F00"/>
                </a:solidFill>
                <a:effectLst/>
                <a:uLnTx/>
                <a:uFillTx/>
                <a:latin typeface="Courier"/>
                <a:ea typeface="Courier"/>
                <a:cs typeface="Courier"/>
                <a:sym typeface="Courier New"/>
              </a:rPr>
              <a:t>fred</a:t>
            </a:r>
            <a:r>
              <a:rPr kumimoji="0" lang="en-US" sz="1800" b="0" i="0" u="none" strike="noStrike" kern="0" cap="none" spc="0" normalizeH="0" baseline="0" noProof="0" dirty="0">
                <a:ln>
                  <a:noFill/>
                </a:ln>
                <a:solidFill>
                  <a:srgbClr val="FFFF00"/>
                </a:solidFill>
                <a:effectLst/>
                <a:uLnTx/>
                <a:uFillTx/>
                <a:latin typeface="Courier"/>
                <a:ea typeface="Courier"/>
                <a:cs typeface="Courier"/>
                <a:sym typeface="Courier New"/>
              </a:rPr>
              <a:t> 42</a:t>
            </a:r>
          </a:p>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1800" b="1" i="0" u="none" strike="noStrike" kern="0" cap="none" spc="0" normalizeH="0" baseline="0" noProof="0" dirty="0">
                <a:ln>
                  <a:noFill/>
                </a:ln>
                <a:solidFill>
                  <a:prstClr val="white"/>
                </a:solidFill>
                <a:effectLst/>
                <a:uLnTx/>
                <a:uFillTx/>
                <a:latin typeface="Courier"/>
                <a:ea typeface="Courier"/>
                <a:cs typeface="Courier"/>
                <a:sym typeface="Courier New"/>
              </a:rPr>
              <a:t> </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800" b="1" i="0" u="none" strike="noStrike" kern="0" cap="none" spc="0" normalizeH="0" baseline="0" noProof="0" dirty="0">
              <a:ln>
                <a:noFill/>
              </a:ln>
              <a:solidFill>
                <a:srgbClr val="000000"/>
              </a:solidFill>
              <a:effectLst/>
              <a:uLnTx/>
              <a:uFillTx/>
              <a:latin typeface="Courier"/>
              <a:ea typeface="Courier"/>
              <a:cs typeface="Courier"/>
              <a:sym typeface="Courier New"/>
            </a:endParaRPr>
          </a:p>
        </p:txBody>
      </p:sp>
      <p:sp>
        <p:nvSpPr>
          <p:cNvPr id="475" name="Shape 475"/>
          <p:cNvSpPr txBox="1"/>
          <p:nvPr/>
        </p:nvSpPr>
        <p:spPr>
          <a:xfrm>
            <a:off x="9363076" y="4554136"/>
            <a:ext cx="1121624"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a:ln>
                  <a:noFill/>
                </a:ln>
                <a:solidFill>
                  <a:srgbClr val="FF7F00"/>
                </a:solidFill>
                <a:effectLst/>
                <a:uLnTx/>
                <a:uFillTx/>
                <a:latin typeface="Arial" charset="0"/>
                <a:ea typeface="Arial" charset="0"/>
                <a:cs typeface="Arial" charset="0"/>
                <a:sym typeface="Cabin"/>
              </a:rPr>
              <a:t>[chuck]</a:t>
            </a:r>
          </a:p>
        </p:txBody>
      </p:sp>
      <p:sp>
        <p:nvSpPr>
          <p:cNvPr id="476" name="Shape 476"/>
          <p:cNvSpPr txBox="1"/>
          <p:nvPr/>
        </p:nvSpPr>
        <p:spPr>
          <a:xfrm>
            <a:off x="10706101" y="4544610"/>
            <a:ext cx="276224"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700" b="0" i="0" u="none" strike="noStrike" kern="0" cap="none" spc="0" normalizeH="0" baseline="0" noProof="0">
                <a:ln>
                  <a:noFill/>
                </a:ln>
                <a:solidFill>
                  <a:prstClr val="white"/>
                </a:solidFill>
                <a:effectLst/>
                <a:uLnTx/>
                <a:uFillTx/>
                <a:latin typeface="Arial" charset="0"/>
                <a:ea typeface="Arial" charset="0"/>
                <a:cs typeface="Arial" charset="0"/>
                <a:sym typeface="Cabin"/>
              </a:rPr>
              <a:t>1</a:t>
            </a:r>
          </a:p>
        </p:txBody>
      </p:sp>
      <p:sp>
        <p:nvSpPr>
          <p:cNvPr id="477" name="Shape 477"/>
          <p:cNvSpPr txBox="1"/>
          <p:nvPr/>
        </p:nvSpPr>
        <p:spPr>
          <a:xfrm>
            <a:off x="9578578" y="5173261"/>
            <a:ext cx="868050"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a:ln>
                  <a:noFill/>
                </a:ln>
                <a:solidFill>
                  <a:srgbClr val="FF7F00"/>
                </a:solidFill>
                <a:effectLst/>
                <a:uLnTx/>
                <a:uFillTx/>
                <a:latin typeface="Arial" charset="0"/>
                <a:ea typeface="Arial" charset="0"/>
                <a:cs typeface="Arial" charset="0"/>
                <a:sym typeface="Cabin"/>
              </a:rPr>
              <a:t>[fred]</a:t>
            </a:r>
          </a:p>
        </p:txBody>
      </p:sp>
      <p:sp>
        <p:nvSpPr>
          <p:cNvPr id="478" name="Shape 478"/>
          <p:cNvSpPr txBox="1"/>
          <p:nvPr/>
        </p:nvSpPr>
        <p:spPr>
          <a:xfrm>
            <a:off x="10668001" y="5163735"/>
            <a:ext cx="447675"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700" b="0" i="0" u="none" strike="noStrike" kern="0" cap="none" spc="0" normalizeH="0" baseline="0" noProof="0">
                <a:ln>
                  <a:noFill/>
                </a:ln>
                <a:solidFill>
                  <a:prstClr val="white"/>
                </a:solidFill>
                <a:effectLst/>
                <a:uLnTx/>
                <a:uFillTx/>
                <a:latin typeface="Arial" charset="0"/>
                <a:ea typeface="Arial" charset="0"/>
                <a:cs typeface="Arial" charset="0"/>
                <a:sym typeface="Cabin"/>
              </a:rPr>
              <a:t>42</a:t>
            </a:r>
          </a:p>
        </p:txBody>
      </p:sp>
      <p:sp>
        <p:nvSpPr>
          <p:cNvPr id="479" name="Shape 479"/>
          <p:cNvSpPr txBox="1"/>
          <p:nvPr/>
        </p:nvSpPr>
        <p:spPr>
          <a:xfrm>
            <a:off x="9821553" y="3382561"/>
            <a:ext cx="650165" cy="466649"/>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a:ln>
                  <a:noFill/>
                </a:ln>
                <a:solidFill>
                  <a:srgbClr val="FF7F00"/>
                </a:solidFill>
                <a:effectLst/>
                <a:uLnTx/>
                <a:uFillTx/>
                <a:latin typeface="Arial" charset="0"/>
                <a:ea typeface="Arial" charset="0"/>
                <a:cs typeface="Arial" charset="0"/>
                <a:sym typeface="Cabin"/>
              </a:rPr>
              <a:t>aaa</a:t>
            </a:r>
            <a:endParaRPr kumimoji="0" lang="en-US" sz="2700" b="0" i="0" u="none" strike="noStrike" kern="0" cap="none" spc="0" normalizeH="0" baseline="0" noProof="0" dirty="0">
              <a:ln>
                <a:noFill/>
              </a:ln>
              <a:solidFill>
                <a:srgbClr val="FF7F00"/>
              </a:solidFill>
              <a:effectLst/>
              <a:uLnTx/>
              <a:uFillTx/>
              <a:latin typeface="Arial" charset="0"/>
              <a:ea typeface="Arial" charset="0"/>
              <a:cs typeface="Arial" charset="0"/>
              <a:sym typeface="Cabin"/>
            </a:endParaRPr>
          </a:p>
        </p:txBody>
      </p:sp>
      <p:sp>
        <p:nvSpPr>
          <p:cNvPr id="480" name="Shape 480"/>
          <p:cNvSpPr txBox="1"/>
          <p:nvPr/>
        </p:nvSpPr>
        <p:spPr>
          <a:xfrm>
            <a:off x="10656095" y="3382561"/>
            <a:ext cx="600074" cy="466724"/>
          </a:xfrm>
          <a:prstGeom prst="rect">
            <a:avLst/>
          </a:prstGeom>
          <a:noFill/>
          <a:ln>
            <a:noFill/>
          </a:ln>
        </p:spPr>
        <p:txBody>
          <a:bodyPr lIns="0" tIns="0" rIns="0" bIns="0" anchor="ctr" anchorCtr="0">
            <a:noAutofit/>
          </a:bodyPr>
          <a:lstStyle/>
          <a:p>
            <a:pPr marL="0" marR="0" lvl="0" indent="0" algn="ctr" defTabSz="685800" rtl="0" eaLnBrk="1" fontAlgn="auto" latinLnBrk="0" hangingPunct="1">
              <a:lnSpc>
                <a:spcPct val="100000"/>
              </a:lnSpc>
              <a:spcBef>
                <a:spcPts val="0"/>
              </a:spcBef>
              <a:spcAft>
                <a:spcPts val="0"/>
              </a:spcAft>
              <a:buClr>
                <a:srgbClr val="FFFF00"/>
              </a:buClr>
              <a:buSzPct val="25000"/>
              <a:buFontTx/>
              <a:buNone/>
              <a:tabLst/>
              <a:defRPr/>
            </a:pPr>
            <a:r>
              <a:rPr kumimoji="0" lang="en-US" sz="2700" b="0" i="0" u="none" strike="noStrike" kern="0" cap="none" spc="0" normalizeH="0" baseline="0" noProof="0">
                <a:ln>
                  <a:noFill/>
                </a:ln>
                <a:solidFill>
                  <a:srgbClr val="FFFF00"/>
                </a:solidFill>
                <a:effectLst/>
                <a:uLnTx/>
                <a:uFillTx/>
                <a:latin typeface="Arial" charset="0"/>
                <a:ea typeface="Arial" charset="0"/>
                <a:cs typeface="Arial" charset="0"/>
                <a:sym typeface="Cabin"/>
              </a:rPr>
              <a:t>bbb</a:t>
            </a:r>
          </a:p>
        </p:txBody>
      </p:sp>
      <p:sp>
        <p:nvSpPr>
          <p:cNvPr id="481" name="Shape 481"/>
          <p:cNvSpPr txBox="1"/>
          <p:nvPr/>
        </p:nvSpPr>
        <p:spPr>
          <a:xfrm>
            <a:off x="9767888" y="3944536"/>
            <a:ext cx="707175" cy="466649"/>
          </a:xfrm>
          <a:prstGeom prst="rect">
            <a:avLst/>
          </a:prstGeom>
          <a:noFill/>
          <a:ln>
            <a:noFill/>
          </a:ln>
        </p:spPr>
        <p:txBody>
          <a:bodyPr lIns="0" tIns="0" rIns="0" bIns="0" anchor="ctr" anchorCtr="0">
            <a:noAutofit/>
          </a:bodyPr>
          <a:lstStyle/>
          <a:p>
            <a:pPr marL="0" marR="0" lvl="0" indent="0" algn="r" defTabSz="685800" rtl="0" eaLnBrk="1" fontAlgn="auto" latinLnBrk="0" hangingPunct="1">
              <a:lnSpc>
                <a:spcPct val="100000"/>
              </a:lnSpc>
              <a:spcBef>
                <a:spcPts val="0"/>
              </a:spcBef>
              <a:spcAft>
                <a:spcPts val="0"/>
              </a:spcAft>
              <a:buClr>
                <a:srgbClr val="FF7F00"/>
              </a:buClr>
              <a:buSzPct val="25000"/>
              <a:buFontTx/>
              <a:buNone/>
              <a:tabLst/>
              <a:defRPr/>
            </a:pPr>
            <a:r>
              <a:rPr kumimoji="0" lang="en-US" sz="2700" b="0" i="0" u="none" strike="noStrike" kern="0" cap="none" spc="0" normalizeH="0" baseline="0" noProof="0">
                <a:ln>
                  <a:noFill/>
                </a:ln>
                <a:solidFill>
                  <a:srgbClr val="FF7F00"/>
                </a:solidFill>
                <a:effectLst/>
                <a:uLnTx/>
                <a:uFillTx/>
                <a:latin typeface="Arial" charset="0"/>
                <a:ea typeface="Arial" charset="0"/>
                <a:cs typeface="Arial" charset="0"/>
                <a:sym typeface="Cabin"/>
              </a:rPr>
              <a:t>[jan]</a:t>
            </a:r>
          </a:p>
        </p:txBody>
      </p:sp>
      <p:sp>
        <p:nvSpPr>
          <p:cNvPr id="482" name="Shape 482"/>
          <p:cNvSpPr txBox="1"/>
          <p:nvPr/>
        </p:nvSpPr>
        <p:spPr>
          <a:xfrm>
            <a:off x="10696576" y="3935010"/>
            <a:ext cx="619124" cy="4857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prstClr val="white"/>
              </a:buClr>
              <a:buSzPct val="25000"/>
              <a:buFontTx/>
              <a:buNone/>
              <a:tabLst/>
              <a:defRPr/>
            </a:pPr>
            <a:r>
              <a:rPr kumimoji="0" lang="en-US" sz="2700" b="0" i="0" u="none" strike="noStrike" kern="0" cap="none" spc="0" normalizeH="0" baseline="0" noProof="0">
                <a:ln>
                  <a:noFill/>
                </a:ln>
                <a:solidFill>
                  <a:prstClr val="white"/>
                </a:solidFill>
                <a:effectLst/>
                <a:uLnTx/>
                <a:uFillTx/>
                <a:latin typeface="Arial" charset="0"/>
                <a:ea typeface="Arial" charset="0"/>
                <a:cs typeface="Arial" charset="0"/>
                <a:sym typeface="Cabin"/>
              </a:rPr>
              <a:t>100</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486"/>
        <p:cNvGrpSpPr/>
        <p:nvPr/>
      </p:nvGrpSpPr>
      <p:grpSpPr>
        <a:xfrm>
          <a:off x="0" y="0"/>
          <a:ext cx="0" cy="0"/>
          <a:chOff x="0" y="0"/>
          <a:chExt cx="0" cy="0"/>
        </a:xfrm>
      </p:grpSpPr>
      <p:sp>
        <p:nvSpPr>
          <p:cNvPr id="487" name="Shape 487"/>
          <p:cNvSpPr txBox="1"/>
          <p:nvPr/>
        </p:nvSpPr>
        <p:spPr>
          <a:xfrm>
            <a:off x="520144" y="642938"/>
            <a:ext cx="7449900" cy="5518547"/>
          </a:xfrm>
          <a:prstGeom prst="rect">
            <a:avLst/>
          </a:prstGeom>
          <a:noFill/>
          <a:ln>
            <a:noFill/>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nombre = input('Ingresa un nombre de archivo:')</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rPr>
              <a:t>manejador = open(nombre)</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contadores = </a:t>
            </a: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dict</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for</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linea</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in manejador:</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palabras = </a:t>
            </a: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linea.split</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for</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palabra in palabras:</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        contadores[palabra] = </a:t>
            </a:r>
            <a:r>
              <a:rPr kumimoji="0" lang="es-419" sz="1950" b="0" i="0" u="none" strike="noStrike" kern="0" cap="none" spc="0" normalizeH="0" baseline="0" noProof="0" dirty="0" err="1">
                <a:ln>
                  <a:noFill/>
                </a:ln>
                <a:solidFill>
                  <a:srgbClr val="FF00FF"/>
                </a:solidFill>
                <a:effectLst/>
                <a:uLnTx/>
                <a:uFillTx/>
                <a:latin typeface="Courier New"/>
                <a:ea typeface="Courier New"/>
                <a:cs typeface="Courier New"/>
                <a:sym typeface="Courier New"/>
              </a:rPr>
              <a:t>contadores.get</a:t>
            </a:r>
            <a:r>
              <a:rPr kumimoji="0" lang="es-419" sz="1950" b="0" i="0" u="none" strike="noStrike" kern="0" cap="none" spc="0" normalizeH="0" baseline="0" noProof="0" dirty="0">
                <a:ln>
                  <a:noFill/>
                </a:ln>
                <a:solidFill>
                  <a:srgbClr val="FF00FF"/>
                </a:solidFill>
                <a:effectLst/>
                <a:uLnTx/>
                <a:uFillTx/>
                <a:latin typeface="Courier New"/>
                <a:ea typeface="Courier New"/>
                <a:cs typeface="Courier New"/>
                <a:sym typeface="Courier New"/>
              </a:rPr>
              <a:t>(palabra,0) + 1</a:t>
            </a:r>
          </a:p>
          <a:p>
            <a:pPr marL="0" marR="0" lvl="0" indent="0" algn="l" defTabSz="685800" rtl="0" eaLnBrk="1" fontAlgn="auto" latinLnBrk="0" hangingPunct="1">
              <a:lnSpc>
                <a:spcPct val="100000"/>
              </a:lnSpc>
              <a:spcBef>
                <a:spcPts val="0"/>
              </a:spcBef>
              <a:spcAft>
                <a:spcPts val="0"/>
              </a:spcAft>
              <a:buClr>
                <a:srgbClr val="00FF00"/>
              </a:buClr>
              <a:buSzTx/>
              <a:buFontTx/>
              <a:buNone/>
              <a:tabLst/>
              <a:defRPr/>
            </a:pPr>
            <a:endPar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Tx/>
              <a:buFontTx/>
              <a:buNone/>
              <a:tabLst/>
              <a:defRPr/>
            </a:pPr>
            <a:endPar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grancontador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None</a:t>
            </a:r>
            <a:endPar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granpalabra</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None</a:t>
            </a:r>
            <a:endPar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for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palabra,contador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in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contadores.items</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if</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grancontador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is</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None</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contador &gt;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grancontador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granpalabra</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 palabra</a:t>
            </a: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00FFFF"/>
                </a:solidFill>
                <a:effectLst/>
                <a:uLnTx/>
                <a:uFillTx/>
                <a:latin typeface="Courier New"/>
                <a:ea typeface="Courier New"/>
                <a:cs typeface="Courier New"/>
                <a:sym typeface="Courier New"/>
              </a:rPr>
              <a:t>grancontador</a:t>
            </a:r>
            <a:r>
              <a:rPr kumimoji="0" lang="es-419" sz="1950" b="0" i="0" u="none" strike="noStrike" kern="0" cap="none" spc="0" normalizeH="0" baseline="0" noProof="0" dirty="0">
                <a:ln>
                  <a:noFill/>
                </a:ln>
                <a:solidFill>
                  <a:srgbClr val="00FFFF"/>
                </a:solidFill>
                <a:effectLst/>
                <a:uLnTx/>
                <a:uFillTx/>
                <a:latin typeface="Courier New"/>
                <a:ea typeface="Courier New"/>
                <a:cs typeface="Courier New"/>
                <a:sym typeface="Courier New"/>
              </a:rPr>
              <a:t> = contador</a:t>
            </a:r>
          </a:p>
          <a:p>
            <a:pPr marL="0" marR="0" lvl="0" indent="0" algn="l" defTabSz="685800" rtl="0" eaLnBrk="1" fontAlgn="auto" latinLnBrk="0" hangingPunct="1">
              <a:lnSpc>
                <a:spcPct val="100000"/>
              </a:lnSpc>
              <a:spcBef>
                <a:spcPts val="0"/>
              </a:spcBef>
              <a:spcAft>
                <a:spcPts val="0"/>
              </a:spcAft>
              <a:buClr>
                <a:srgbClr val="00FF00"/>
              </a:buClr>
              <a:buSzTx/>
              <a:buFontTx/>
              <a:buNone/>
              <a:tabLst/>
              <a:defRPr/>
            </a:pPr>
            <a:endParaRPr kumimoji="0" lang="es-419" sz="1950" b="0" i="0" u="none" strike="noStrike" kern="0" cap="none" spc="0" normalizeH="0" baseline="0" noProof="0" dirty="0">
              <a:ln>
                <a:noFill/>
              </a:ln>
              <a:solidFill>
                <a:srgbClr val="00FF00"/>
              </a:solidFill>
              <a:effectLst/>
              <a:uLnTx/>
              <a:uFillTx/>
              <a:latin typeface="Courier New"/>
              <a:ea typeface="Courier New"/>
              <a:cs typeface="Courier New"/>
              <a:sym typeface="Courier New"/>
            </a:endParaRPr>
          </a:p>
          <a:p>
            <a:pPr marL="0" marR="0" lvl="0" indent="0" algn="l" defTabSz="685800" rtl="0" eaLnBrk="1" fontAlgn="auto" latinLnBrk="0" hangingPunct="1">
              <a:lnSpc>
                <a:spcPct val="100000"/>
              </a:lnSpc>
              <a:spcBef>
                <a:spcPts val="0"/>
              </a:spcBef>
              <a:spcAft>
                <a:spcPts val="0"/>
              </a:spcAft>
              <a:buClr>
                <a:srgbClr val="00FF00"/>
              </a:buClr>
              <a:buSzPct val="25000"/>
              <a:buFontTx/>
              <a:buNone/>
              <a:tabLst/>
              <a:defRPr/>
            </a:pPr>
            <a:r>
              <a:rPr kumimoji="0" lang="es-419" sz="1950"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print</a:t>
            </a:r>
            <a:r>
              <a:rPr kumimoji="0" lang="es-419" sz="1950" b="0" i="0" u="none" strike="noStrike" kern="0" cap="none" spc="0" normalizeH="0" baseline="0" noProof="0" dirty="0">
                <a:ln>
                  <a:noFill/>
                </a:ln>
                <a:solidFill>
                  <a:srgbClr val="FF7F00"/>
                </a:solidFill>
                <a:effectLst/>
                <a:uLnTx/>
                <a:uFillTx/>
                <a:latin typeface="Courier New"/>
                <a:ea typeface="Courier New"/>
                <a:cs typeface="Courier New"/>
                <a:sym typeface="Courier New"/>
              </a:rPr>
              <a:t>(</a:t>
            </a:r>
            <a:r>
              <a:rPr kumimoji="0" lang="es-419" sz="1950"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granpalabra</a:t>
            </a:r>
            <a:r>
              <a:rPr kumimoji="0" lang="es-419" sz="1950" b="0" i="0" u="none" strike="noStrike" kern="0" cap="none" spc="0" normalizeH="0" baseline="0" noProof="0" dirty="0">
                <a:ln>
                  <a:noFill/>
                </a:ln>
                <a:solidFill>
                  <a:srgbClr val="FF7F00"/>
                </a:solidFill>
                <a:effectLst/>
                <a:uLnTx/>
                <a:uFillTx/>
                <a:latin typeface="Courier New"/>
                <a:ea typeface="Courier New"/>
                <a:cs typeface="Courier New"/>
                <a:sym typeface="Courier New"/>
              </a:rPr>
              <a:t>, </a:t>
            </a:r>
            <a:r>
              <a:rPr kumimoji="0" lang="es-419" sz="1950" b="0" i="0" u="none" strike="noStrike" kern="0" cap="none" spc="0" normalizeH="0" baseline="0" noProof="0" dirty="0" err="1">
                <a:ln>
                  <a:noFill/>
                </a:ln>
                <a:solidFill>
                  <a:srgbClr val="FF7F00"/>
                </a:solidFill>
                <a:effectLst/>
                <a:uLnTx/>
                <a:uFillTx/>
                <a:latin typeface="Courier New"/>
                <a:ea typeface="Courier New"/>
                <a:cs typeface="Courier New"/>
                <a:sym typeface="Courier New"/>
              </a:rPr>
              <a:t>grancontador</a:t>
            </a:r>
            <a:r>
              <a:rPr kumimoji="0" lang="es-419" sz="1950" b="0" i="0" u="none" strike="noStrike" kern="0" cap="none" spc="0" normalizeH="0" baseline="0" noProof="0" dirty="0">
                <a:ln>
                  <a:noFill/>
                </a:ln>
                <a:solidFill>
                  <a:srgbClr val="FF7F00"/>
                </a:solidFill>
                <a:effectLst/>
                <a:uLnTx/>
                <a:uFillTx/>
                <a:latin typeface="Courier New"/>
                <a:ea typeface="Courier New"/>
                <a:cs typeface="Courier New"/>
                <a:sym typeface="Courier New"/>
              </a:rPr>
              <a:t>)</a:t>
            </a:r>
          </a:p>
        </p:txBody>
      </p:sp>
      <p:sp>
        <p:nvSpPr>
          <p:cNvPr id="488" name="Shape 488"/>
          <p:cNvSpPr txBox="1"/>
          <p:nvPr/>
        </p:nvSpPr>
        <p:spPr>
          <a:xfrm>
            <a:off x="7970044" y="3590925"/>
            <a:ext cx="3333824" cy="126675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t>
            </a:r>
            <a:r>
              <a:rPr kumimoji="0" lang="es-419" sz="27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python</a:t>
            </a: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palabras.py </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t>
            </a:r>
            <a:r>
              <a:rPr kumimoji="0" lang="es-419" sz="27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Enter</a:t>
            </a: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file: </a:t>
            </a:r>
            <a:r>
              <a:rPr kumimoji="0" lang="es-419" sz="27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payaso.txt</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el 4</a:t>
            </a:r>
          </a:p>
        </p:txBody>
      </p:sp>
      <p:sp>
        <p:nvSpPr>
          <p:cNvPr id="489" name="Shape 489"/>
          <p:cNvSpPr txBox="1"/>
          <p:nvPr/>
        </p:nvSpPr>
        <p:spPr>
          <a:xfrm>
            <a:off x="7970044" y="1279106"/>
            <a:ext cx="3701813" cy="126675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t>
            </a:r>
            <a:r>
              <a:rPr kumimoji="0" lang="es-419" sz="27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python</a:t>
            </a: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palabras.py </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t>
            </a:r>
            <a:r>
              <a:rPr kumimoji="0" lang="es-419" sz="2700" b="0" i="0" u="none" strike="noStrike" kern="0" cap="none" spc="0" normalizeH="0" baseline="0" noProof="0" dirty="0" err="1">
                <a:ln>
                  <a:noFill/>
                </a:ln>
                <a:solidFill>
                  <a:srgbClr val="FFFF00"/>
                </a:solidFill>
                <a:effectLst/>
                <a:uLnTx/>
                <a:uFillTx/>
                <a:latin typeface="Arial" charset="0"/>
                <a:ea typeface="Arial" charset="0"/>
                <a:cs typeface="Arial" charset="0"/>
                <a:sym typeface="Cabin"/>
              </a:rPr>
              <a:t>Enter</a:t>
            </a: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file: </a:t>
            </a:r>
            <a:r>
              <a:rPr kumimoji="0" lang="es-419" sz="2700" b="0" i="0" u="none" strike="noStrike" kern="0" cap="none" spc="0" normalizeH="0" baseline="0" noProof="0" dirty="0">
                <a:ln>
                  <a:noFill/>
                </a:ln>
                <a:solidFill>
                  <a:prstClr val="white"/>
                </a:solidFill>
                <a:effectLst/>
                <a:uLnTx/>
                <a:uFillTx/>
                <a:latin typeface="Arial" charset="0"/>
                <a:ea typeface="Arial" charset="0"/>
                <a:cs typeface="Arial" charset="0"/>
                <a:sym typeface="Cabin"/>
              </a:rPr>
              <a:t>palabras.txt</a:t>
            </a:r>
          </a:p>
          <a:p>
            <a:pPr marL="0" marR="0" lvl="0" indent="0" algn="l" defTabSz="685800" rtl="0" eaLnBrk="1" fontAlgn="auto" latinLnBrk="0" hangingPunct="1">
              <a:lnSpc>
                <a:spcPct val="100000"/>
              </a:lnSpc>
              <a:spcBef>
                <a:spcPts val="0"/>
              </a:spcBef>
              <a:spcAft>
                <a:spcPts val="0"/>
              </a:spcAft>
              <a:buClr>
                <a:srgbClr val="FFFF00"/>
              </a:buClr>
              <a:buSzPct val="25000"/>
              <a:buFontTx/>
              <a:buNone/>
              <a:tabLst/>
              <a:defRPr/>
            </a:pPr>
            <a:r>
              <a:rPr kumimoji="0" lang="es-419" sz="2700" b="0" i="0" u="none" strike="noStrike" kern="0" cap="none" spc="0" normalizeH="0" baseline="0" noProof="0" dirty="0">
                <a:ln>
                  <a:noFill/>
                </a:ln>
                <a:solidFill>
                  <a:srgbClr val="FFFF00"/>
                </a:solidFill>
                <a:effectLst/>
                <a:uLnTx/>
                <a:uFillTx/>
                <a:latin typeface="Arial" charset="0"/>
                <a:ea typeface="Arial" charset="0"/>
                <a:cs typeface="Arial" charset="0"/>
                <a:sym typeface="Cabin"/>
              </a:rPr>
              <a:t> a 16</a:t>
            </a:r>
          </a:p>
        </p:txBody>
      </p:sp>
      <p:sp>
        <p:nvSpPr>
          <p:cNvPr id="2" name="TextBox 1"/>
          <p:cNvSpPr txBox="1"/>
          <p:nvPr/>
        </p:nvSpPr>
        <p:spPr>
          <a:xfrm>
            <a:off x="7970044" y="5722904"/>
            <a:ext cx="4142481" cy="461665"/>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s-419" sz="2400" b="0" i="0" u="none" strike="noStrike" kern="0" cap="none" spc="0" normalizeH="0" baseline="0" noProof="0" dirty="0">
                <a:ln>
                  <a:noFill/>
                </a:ln>
                <a:solidFill>
                  <a:prstClr val="white"/>
                </a:solidFill>
                <a:effectLst/>
                <a:uLnTx/>
                <a:uFillTx/>
                <a:latin typeface="Arial"/>
                <a:ea typeface="+mn-ea"/>
                <a:cs typeface="Arial"/>
                <a:sym typeface="Arial"/>
              </a:rPr>
              <a:t>Usando dos bucles anidados</a:t>
            </a:r>
          </a:p>
        </p:txBody>
      </p:sp>
    </p:spTree>
    <p:extLst>
      <p:ext uri="{BB962C8B-B14F-4D97-AF65-F5344CB8AC3E}">
        <p14:creationId xmlns:p14="http://schemas.microsoft.com/office/powerpoint/2010/main" val="15723197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0" name="Rectangle 9">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grpSp>
        <p:nvGrpSpPr>
          <p:cNvPr id="12" name="Group 11">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3"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 name="Título 1">
            <a:extLst>
              <a:ext uri="{FF2B5EF4-FFF2-40B4-BE49-F238E27FC236}">
                <a16:creationId xmlns:a16="http://schemas.microsoft.com/office/drawing/2014/main" id="{78614228-FF79-46BD-9C59-C3331891F494}"/>
              </a:ext>
            </a:extLst>
          </p:cNvPr>
          <p:cNvSpPr>
            <a:spLocks noGrp="1"/>
          </p:cNvSpPr>
          <p:nvPr>
            <p:ph type="title"/>
          </p:nvPr>
        </p:nvSpPr>
        <p:spPr>
          <a:xfrm>
            <a:off x="767290" y="1166932"/>
            <a:ext cx="3582073" cy="4279709"/>
          </a:xfrm>
        </p:spPr>
        <p:txBody>
          <a:bodyPr anchor="ctr">
            <a:normAutofit/>
          </a:bodyPr>
          <a:lstStyle/>
          <a:p>
            <a:r>
              <a:rPr lang="es-MX" sz="4800" dirty="0">
                <a:solidFill>
                  <a:schemeClr val="bg1"/>
                </a:solidFill>
              </a:rPr>
              <a:t>Más </a:t>
            </a:r>
            <a:r>
              <a:rPr lang="es-MX" sz="4800">
                <a:solidFill>
                  <a:schemeClr val="bg1"/>
                </a:solidFill>
              </a:rPr>
              <a:t>sobre listas</a:t>
            </a:r>
            <a:endParaRPr lang="es-MX" sz="4800" dirty="0">
              <a:solidFill>
                <a:schemeClr val="bg1"/>
              </a:solidFill>
            </a:endParaRPr>
          </a:p>
        </p:txBody>
      </p:sp>
      <p:sp>
        <p:nvSpPr>
          <p:cNvPr id="3" name="Marcador de contenido 2">
            <a:extLst>
              <a:ext uri="{FF2B5EF4-FFF2-40B4-BE49-F238E27FC236}">
                <a16:creationId xmlns:a16="http://schemas.microsoft.com/office/drawing/2014/main" id="{DE3D5A5C-BE90-4383-8C92-5D626A25D8CF}"/>
              </a:ext>
            </a:extLst>
          </p:cNvPr>
          <p:cNvSpPr>
            <a:spLocks noGrp="1"/>
          </p:cNvSpPr>
          <p:nvPr>
            <p:ph idx="1"/>
          </p:nvPr>
        </p:nvSpPr>
        <p:spPr>
          <a:xfrm>
            <a:off x="5573864" y="1166933"/>
            <a:ext cx="5716988" cy="4279709"/>
          </a:xfrm>
        </p:spPr>
        <p:txBody>
          <a:bodyPr anchor="ctr">
            <a:normAutofit/>
          </a:bodyPr>
          <a:lstStyle/>
          <a:p>
            <a:r>
              <a:rPr lang="es-MX" sz="2400">
                <a:hlinkClick r:id="rId2"/>
              </a:rPr>
              <a:t>https://youtu.be/ymaBXPjiaPY</a:t>
            </a:r>
            <a:endParaRPr lang="es-MX" sz="2400"/>
          </a:p>
          <a:p>
            <a:r>
              <a:rPr lang="es-MX" sz="2400">
                <a:hlinkClick r:id="rId3"/>
              </a:rPr>
              <a:t>https://youtu.be/uOpW1tKKO8M</a:t>
            </a:r>
            <a:endParaRPr lang="es-MX" sz="2400"/>
          </a:p>
          <a:p>
            <a:r>
              <a:rPr lang="es-MX" sz="2400">
                <a:hlinkClick r:id="rId4"/>
              </a:rPr>
              <a:t>https://youtu.be/m4out51i0y4</a:t>
            </a:r>
            <a:endParaRPr lang="es-MX" sz="2400"/>
          </a:p>
          <a:p>
            <a:pPr marL="0" indent="0">
              <a:buNone/>
            </a:pPr>
            <a:endParaRPr lang="es-MX" sz="2400"/>
          </a:p>
          <a:p>
            <a:endParaRPr lang="es-MX" sz="2400"/>
          </a:p>
        </p:txBody>
      </p:sp>
    </p:spTree>
    <p:extLst>
      <p:ext uri="{BB962C8B-B14F-4D97-AF65-F5344CB8AC3E}">
        <p14:creationId xmlns:p14="http://schemas.microsoft.com/office/powerpoint/2010/main" val="9394448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3EA10E0-EA37-4DCB-9D7A-BCC7E22F2768}"/>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Actividad 6</a:t>
            </a:r>
          </a:p>
        </p:txBody>
      </p:sp>
      <p:sp>
        <p:nvSpPr>
          <p:cNvPr id="3" name="Marcador de contenido 2">
            <a:extLst>
              <a:ext uri="{FF2B5EF4-FFF2-40B4-BE49-F238E27FC236}">
                <a16:creationId xmlns:a16="http://schemas.microsoft.com/office/drawing/2014/main" id="{A1FB1883-30CC-4C5A-A6D9-79D5468325B8}"/>
              </a:ext>
            </a:extLst>
          </p:cNvPr>
          <p:cNvSpPr>
            <a:spLocks noGrp="1"/>
          </p:cNvSpPr>
          <p:nvPr>
            <p:ph idx="1"/>
          </p:nvPr>
        </p:nvSpPr>
        <p:spPr>
          <a:xfrm>
            <a:off x="1371599" y="2318197"/>
            <a:ext cx="9724031" cy="3683358"/>
          </a:xfrm>
        </p:spPr>
        <p:txBody>
          <a:bodyPr anchor="ctr">
            <a:normAutofit/>
          </a:bodyPr>
          <a:lstStyle/>
          <a:p>
            <a:r>
              <a:rPr lang="es-MX" sz="1900" dirty="0"/>
              <a:t>Crear un script de Python para almacenar y recuperar los números entrados en el ejercicio de la tarea anterior.</a:t>
            </a:r>
          </a:p>
          <a:p>
            <a:pPr lvl="1"/>
            <a:r>
              <a:rPr lang="es-MX" sz="1900" dirty="0"/>
              <a:t>Tip: usar la librería </a:t>
            </a:r>
            <a:r>
              <a:rPr lang="es-MX" sz="1900" dirty="0" err="1"/>
              <a:t>Pickle</a:t>
            </a:r>
            <a:r>
              <a:rPr lang="es-MX" sz="1900" dirty="0"/>
              <a:t>.</a:t>
            </a:r>
          </a:p>
          <a:p>
            <a:pPr lvl="1"/>
            <a:r>
              <a:rPr lang="es-MX" sz="1900" dirty="0"/>
              <a:t>Almacenar los números en formato CSV, TSV.</a:t>
            </a:r>
          </a:p>
        </p:txBody>
      </p:sp>
    </p:spTree>
    <p:extLst>
      <p:ext uri="{BB962C8B-B14F-4D97-AF65-F5344CB8AC3E}">
        <p14:creationId xmlns:p14="http://schemas.microsoft.com/office/powerpoint/2010/main" val="199569620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EAB2E8-199E-437F-0572-770BD2949FB7}"/>
              </a:ext>
            </a:extLst>
          </p:cNvPr>
          <p:cNvSpPr>
            <a:spLocks noGrp="1"/>
          </p:cNvSpPr>
          <p:nvPr>
            <p:ph type="title"/>
          </p:nvPr>
        </p:nvSpPr>
        <p:spPr>
          <a:xfrm>
            <a:off x="1155559" y="637762"/>
            <a:ext cx="2899568" cy="5576770"/>
          </a:xfrm>
        </p:spPr>
        <p:txBody>
          <a:bodyPr vert="horz" lIns="91440" tIns="45720" rIns="91440" bIns="45720" rtlCol="0" anchor="ctr">
            <a:normAutofit/>
          </a:bodyPr>
          <a:lstStyle/>
          <a:p>
            <a:pPr defTabSz="914400"/>
            <a:r>
              <a:rPr lang="en-US" sz="4800" kern="1200">
                <a:solidFill>
                  <a:schemeClr val="bg1"/>
                </a:solidFill>
                <a:latin typeface="+mj-lt"/>
                <a:ea typeface="+mj-ea"/>
                <a:cs typeface="+mj-cs"/>
              </a:rPr>
              <a:t>Tarea</a:t>
            </a:r>
          </a:p>
        </p:txBody>
      </p:sp>
      <p:sp>
        <p:nvSpPr>
          <p:cNvPr id="19"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5B99E39-70F0-B15B-B19F-A0964501653B}"/>
              </a:ext>
            </a:extLst>
          </p:cNvPr>
          <p:cNvSpPr>
            <a:spLocks noGrp="1"/>
          </p:cNvSpPr>
          <p:nvPr>
            <p:ph idx="1"/>
          </p:nvPr>
        </p:nvSpPr>
        <p:spPr>
          <a:xfrm>
            <a:off x="5444775" y="637762"/>
            <a:ext cx="5600580" cy="5576770"/>
          </a:xfrm>
        </p:spPr>
        <p:txBody>
          <a:bodyPr vert="horz" lIns="91440" tIns="45720" rIns="91440" bIns="45720" rtlCol="0" anchor="ctr">
            <a:normAutofit/>
          </a:bodyPr>
          <a:lstStyle/>
          <a:p>
            <a:pPr marL="514350" indent="-514350" defTabSz="914400">
              <a:buFont typeface="+mj-lt"/>
              <a:buAutoNum type="arabicPeriod"/>
            </a:pPr>
            <a:r>
              <a:rPr lang="en-US" sz="3200" kern="1200" dirty="0" err="1">
                <a:solidFill>
                  <a:schemeClr val="tx1"/>
                </a:solidFill>
                <a:latin typeface="+mn-lt"/>
                <a:ea typeface="+mn-ea"/>
                <a:cs typeface="+mn-cs"/>
              </a:rPr>
              <a:t>Realizar</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el</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ejercicio</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indicado</a:t>
            </a:r>
            <a:r>
              <a:rPr lang="en-US" sz="3200" kern="1200" dirty="0">
                <a:solidFill>
                  <a:schemeClr val="tx1"/>
                </a:solidFill>
                <a:latin typeface="+mn-lt"/>
                <a:ea typeface="+mn-ea"/>
                <a:cs typeface="+mn-cs"/>
              </a:rPr>
              <a:t> en </a:t>
            </a:r>
            <a:r>
              <a:rPr lang="en-US" sz="3200" kern="1200" dirty="0" err="1">
                <a:solidFill>
                  <a:schemeClr val="tx1"/>
                </a:solidFill>
                <a:latin typeface="+mn-lt"/>
                <a:ea typeface="+mn-ea"/>
                <a:cs typeface="+mn-cs"/>
              </a:rPr>
              <a:t>el</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documento</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Tarea</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Sesión</a:t>
            </a:r>
            <a:r>
              <a:rPr lang="en-US" sz="3200" kern="1200" dirty="0">
                <a:solidFill>
                  <a:schemeClr val="tx1"/>
                </a:solidFill>
                <a:latin typeface="+mn-lt"/>
                <a:ea typeface="+mn-ea"/>
                <a:cs typeface="+mn-cs"/>
              </a:rPr>
              <a:t> 1.docx”.</a:t>
            </a:r>
          </a:p>
          <a:p>
            <a:pPr marL="514350" indent="-514350" defTabSz="914400">
              <a:buFont typeface="+mj-lt"/>
              <a:buAutoNum type="arabicPeriod"/>
            </a:pPr>
            <a:r>
              <a:rPr lang="es-MX" sz="3200" kern="1200" dirty="0">
                <a:solidFill>
                  <a:schemeClr val="tx1"/>
                </a:solidFill>
                <a:latin typeface="+mn-lt"/>
                <a:ea typeface="+mn-ea"/>
                <a:cs typeface="+mn-cs"/>
              </a:rPr>
              <a:t>Leer para la siguiente clase: “A </a:t>
            </a:r>
            <a:r>
              <a:rPr lang="es-MX" sz="3200" kern="1200" dirty="0" err="1">
                <a:solidFill>
                  <a:schemeClr val="tx1"/>
                </a:solidFill>
                <a:latin typeface="+mn-lt"/>
                <a:ea typeface="+mn-ea"/>
                <a:cs typeface="+mn-cs"/>
              </a:rPr>
              <a:t>quick</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introduction</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to</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the</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NumPy</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library</a:t>
            </a:r>
            <a:r>
              <a:rPr lang="es-MX" sz="3200" kern="1200" dirty="0">
                <a:solidFill>
                  <a:schemeClr val="tx1"/>
                </a:solidFill>
                <a:latin typeface="+mn-lt"/>
                <a:ea typeface="+mn-ea"/>
                <a:cs typeface="+mn-cs"/>
              </a:rPr>
              <a:t>”, de </a:t>
            </a:r>
            <a:r>
              <a:rPr lang="es-MX" sz="3200" kern="1200" dirty="0" err="1">
                <a:solidFill>
                  <a:schemeClr val="tx1"/>
                </a:solidFill>
                <a:latin typeface="+mn-lt"/>
                <a:ea typeface="+mn-ea"/>
                <a:cs typeface="+mn-cs"/>
              </a:rPr>
              <a:t>Adi</a:t>
            </a:r>
            <a:r>
              <a:rPr lang="es-MX" sz="3200" kern="1200" dirty="0">
                <a:solidFill>
                  <a:schemeClr val="tx1"/>
                </a:solidFill>
                <a:latin typeface="+mn-lt"/>
                <a:ea typeface="+mn-ea"/>
                <a:cs typeface="+mn-cs"/>
              </a:rPr>
              <a:t> </a:t>
            </a:r>
            <a:r>
              <a:rPr lang="es-MX" sz="3200" kern="1200" dirty="0" err="1">
                <a:solidFill>
                  <a:schemeClr val="tx1"/>
                </a:solidFill>
                <a:latin typeface="+mn-lt"/>
                <a:ea typeface="+mn-ea"/>
                <a:cs typeface="+mn-cs"/>
              </a:rPr>
              <a:t>Bronshtein</a:t>
            </a:r>
            <a:r>
              <a:rPr lang="es-MX" sz="3200" kern="1200">
                <a:solidFill>
                  <a:schemeClr val="tx1"/>
                </a:solidFill>
                <a:latin typeface="+mn-lt"/>
                <a:ea typeface="+mn-ea"/>
                <a:cs typeface="+mn-cs"/>
              </a:rPr>
              <a:t>.</a:t>
            </a:r>
          </a:p>
          <a:p>
            <a:pPr marL="971539" lvl="1" indent="-514350" defTabSz="914400">
              <a:buFont typeface="+mj-lt"/>
              <a:buAutoNum type="arabicPeriod"/>
            </a:pPr>
            <a:r>
              <a:rPr lang="es-MX" sz="2800" kern="1200">
                <a:solidFill>
                  <a:schemeClr val="tx1"/>
                </a:solidFill>
                <a:latin typeface="+mn-lt"/>
                <a:ea typeface="+mn-ea"/>
                <a:cs typeface="+mn-cs"/>
              </a:rPr>
              <a:t>https</a:t>
            </a:r>
            <a:r>
              <a:rPr lang="es-MX" sz="2800" kern="1200" dirty="0">
                <a:solidFill>
                  <a:schemeClr val="tx1"/>
                </a:solidFill>
                <a:latin typeface="+mn-lt"/>
                <a:ea typeface="+mn-ea"/>
                <a:cs typeface="+mn-cs"/>
              </a:rPr>
              <a:t>://towardsdatascience.com/a-quick-introduction-to-the-numpy-library-6f61b7dee4db</a:t>
            </a:r>
          </a:p>
          <a:p>
            <a:pPr marL="0" indent="0" defTabSz="914400">
              <a:buNone/>
            </a:pPr>
            <a:endParaRPr lang="en-US" sz="3200" kern="1200" dirty="0">
              <a:solidFill>
                <a:schemeClr val="tx1"/>
              </a:solidFill>
              <a:latin typeface="+mn-lt"/>
              <a:ea typeface="+mn-ea"/>
              <a:cs typeface="+mn-cs"/>
            </a:endParaRPr>
          </a:p>
        </p:txBody>
      </p:sp>
    </p:spTree>
    <p:extLst>
      <p:ext uri="{BB962C8B-B14F-4D97-AF65-F5344CB8AC3E}">
        <p14:creationId xmlns:p14="http://schemas.microsoft.com/office/powerpoint/2010/main" val="8495424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11030</Words>
  <Application>Microsoft Office PowerPoint</Application>
  <PresentationFormat>Panorámica</PresentationFormat>
  <Paragraphs>1087</Paragraphs>
  <Slides>138</Slides>
  <Notes>79</Notes>
  <HiddenSlides>0</HiddenSlides>
  <MMClips>0</MMClips>
  <ScaleCrop>false</ScaleCrop>
  <HeadingPairs>
    <vt:vector size="6" baseType="variant">
      <vt:variant>
        <vt:lpstr>Fuentes usadas</vt:lpstr>
      </vt:variant>
      <vt:variant>
        <vt:i4>12</vt:i4>
      </vt:variant>
      <vt:variant>
        <vt:lpstr>Tema</vt:lpstr>
      </vt:variant>
      <vt:variant>
        <vt:i4>3</vt:i4>
      </vt:variant>
      <vt:variant>
        <vt:lpstr>Títulos de diapositiva</vt:lpstr>
      </vt:variant>
      <vt:variant>
        <vt:i4>138</vt:i4>
      </vt:variant>
    </vt:vector>
  </HeadingPairs>
  <TitlesOfParts>
    <vt:vector size="153" baseType="lpstr">
      <vt:lpstr>Arial</vt:lpstr>
      <vt:lpstr>Bookman Old Style</vt:lpstr>
      <vt:lpstr>Cabin</vt:lpstr>
      <vt:lpstr>Calibri</vt:lpstr>
      <vt:lpstr>Calibri Light</vt:lpstr>
      <vt:lpstr>Cambria Math</vt:lpstr>
      <vt:lpstr>Courier</vt:lpstr>
      <vt:lpstr>Courier New</vt:lpstr>
      <vt:lpstr>JansonTextLTStd-Roman-Identity-H</vt:lpstr>
      <vt:lpstr>Lato</vt:lpstr>
      <vt:lpstr>Times New Roman</vt:lpstr>
      <vt:lpstr>Verdana</vt:lpstr>
      <vt:lpstr>Tema de Office</vt:lpstr>
      <vt:lpstr>1_Tema de Office</vt:lpstr>
      <vt:lpstr>2_Tema de Office</vt:lpstr>
      <vt:lpstr>Introducción al espacio de trabajo Python</vt:lpstr>
      <vt:lpstr>Agenda</vt:lpstr>
      <vt:lpstr>Introducción</vt:lpstr>
      <vt:lpstr>Ciencia de Datos</vt:lpstr>
      <vt:lpstr>Ciencia de Datos</vt:lpstr>
      <vt:lpstr>Científico de datos</vt:lpstr>
      <vt:lpstr>Evolución de las Ciencias de Datos</vt:lpstr>
      <vt:lpstr>Crecimiento de los datos</vt:lpstr>
      <vt:lpstr>Metodología</vt:lpstr>
      <vt:lpstr>Metodología de un proyecto de Ciencia de Datos</vt:lpstr>
      <vt:lpstr>1. Comprensión del negocio</vt:lpstr>
      <vt:lpstr>2. Enfoque analítico</vt:lpstr>
      <vt:lpstr>3. Requisitos de datos</vt:lpstr>
      <vt:lpstr>4. Recopilación de datos</vt:lpstr>
      <vt:lpstr>5. Comprensión de datos</vt:lpstr>
      <vt:lpstr>6. Preparación de datos</vt:lpstr>
      <vt:lpstr>Preparación de datos</vt:lpstr>
      <vt:lpstr>Preparación de datos</vt:lpstr>
      <vt:lpstr>Preparación de datos</vt:lpstr>
      <vt:lpstr>Preparación de datos</vt:lpstr>
      <vt:lpstr>Extracción de datos</vt:lpstr>
      <vt:lpstr>7. Modelado</vt:lpstr>
      <vt:lpstr>Modelado</vt:lpstr>
      <vt:lpstr>8. Evaluación</vt:lpstr>
      <vt:lpstr>9. Implementación</vt:lpstr>
      <vt:lpstr>10. Retroalimentación</vt:lpstr>
      <vt:lpstr>Conceptos básicos</vt:lpstr>
      <vt:lpstr>Conceptos básicos</vt:lpstr>
      <vt:lpstr>El trabajo más “sexy” del siglo XXI</vt:lpstr>
      <vt:lpstr>Actividad 1</vt:lpstr>
      <vt:lpstr>Instalando Python</vt:lpstr>
      <vt:lpstr>Instalando Python</vt:lpstr>
      <vt:lpstr>Virtual Environments</vt:lpstr>
      <vt:lpstr>Spyder – Anaconda</vt:lpstr>
      <vt:lpstr>Pycharm IDE</vt:lpstr>
      <vt:lpstr>Wing IDE</vt:lpstr>
      <vt:lpstr>Práctica 1 – Creación del ambiente de trabajo</vt:lpstr>
      <vt:lpstr>Definición</vt:lpstr>
      <vt:lpstr>Orígenes</vt:lpstr>
      <vt:lpstr>El lenguaje Python</vt:lpstr>
      <vt:lpstr>Versiones de Python</vt:lpstr>
      <vt:lpstr>Curva de aprendizaje de lenguajes</vt:lpstr>
      <vt:lpstr>Oportunidades de trabajo con Python</vt:lpstr>
      <vt:lpstr>Oportunidades de trabajo con Python</vt:lpstr>
      <vt:lpstr>Popularidad de lenguajes</vt:lpstr>
      <vt:lpstr>Popularidad de Python</vt:lpstr>
      <vt:lpstr>¿Dónde se usa Python?</vt:lpstr>
      <vt:lpstr>Dónde se usa Python</vt:lpstr>
      <vt:lpstr>Dónde se usa Python</vt:lpstr>
      <vt:lpstr>Dónde se usa Python</vt:lpstr>
      <vt:lpstr>Dónde se usa python</vt:lpstr>
      <vt:lpstr>Dónde se usa Python</vt:lpstr>
      <vt:lpstr>Aprendizaje Inicial: Errores de Sintaxis</vt:lpstr>
      <vt:lpstr>Hablemos Python</vt:lpstr>
      <vt:lpstr>Hablemos Python</vt:lpstr>
      <vt:lpstr>Elementos de Python</vt:lpstr>
      <vt:lpstr>Palabras Reservadas</vt:lpstr>
      <vt:lpstr>Sentencias o Líneas</vt:lpstr>
      <vt:lpstr>Interactivo versus Script</vt:lpstr>
      <vt:lpstr>Pasos del Programa o Flujo del Programa</vt:lpstr>
      <vt:lpstr>Usando Python</vt:lpstr>
      <vt:lpstr>Práctica 2: Mi primer script de Python</vt:lpstr>
      <vt:lpstr>Práctica 3: Mi segundo script en Python</vt:lpstr>
      <vt:lpstr>Práctica 4: Sumar N números</vt:lpstr>
      <vt:lpstr>Práctica 4: Sumar N números</vt:lpstr>
      <vt:lpstr>Práctica 4: Sumar N números</vt:lpstr>
      <vt:lpstr>Práctica 5</vt:lpstr>
      <vt:lpstr>Pip Instalador de Paquetes </vt:lpstr>
      <vt:lpstr>Estructuras de datos</vt:lpstr>
      <vt:lpstr>Estructura de datos</vt:lpstr>
      <vt:lpstr>Estructura de datos</vt:lpstr>
      <vt:lpstr>Estructura de datos</vt:lpstr>
      <vt:lpstr>Estructura de datos</vt:lpstr>
      <vt:lpstr>Arreglos lineales</vt:lpstr>
      <vt:lpstr>Arreglos lineales</vt:lpstr>
      <vt:lpstr>Arreglos</vt:lpstr>
      <vt:lpstr>Operaciones sobre arreglos</vt:lpstr>
      <vt:lpstr>Lectura/Escritura</vt:lpstr>
      <vt:lpstr>Recorrido</vt:lpstr>
      <vt:lpstr>Recorrido</vt:lpstr>
      <vt:lpstr>Asignación</vt:lpstr>
      <vt:lpstr>Asignación</vt:lpstr>
      <vt:lpstr>Actualización</vt:lpstr>
      <vt:lpstr>Actualización</vt:lpstr>
      <vt:lpstr>Actualización</vt:lpstr>
      <vt:lpstr>Actualización</vt:lpstr>
      <vt:lpstr>Búsqueda</vt:lpstr>
      <vt:lpstr>Búsqueda</vt:lpstr>
      <vt:lpstr>Búsqueda</vt:lpstr>
      <vt:lpstr>Una Lista Es un Tipo de Colección</vt:lpstr>
      <vt:lpstr>Constantes en Listas</vt:lpstr>
      <vt:lpstr>¡Ya estamos usando Listas!</vt:lpstr>
      <vt:lpstr>Listas y Bucles Definidos – Mejores Amigos</vt:lpstr>
      <vt:lpstr>Búsqueda dentro de Listas</vt:lpstr>
      <vt:lpstr>Las Listas son Mutables</vt:lpstr>
      <vt:lpstr>¿Qué tan Larga es una Lista?</vt:lpstr>
      <vt:lpstr>Usando la Función range</vt:lpstr>
      <vt:lpstr>Un Cuento Sobre Dos Bucles...</vt:lpstr>
      <vt:lpstr>Concatenando Listas Usando +</vt:lpstr>
      <vt:lpstr>Las Listas pueden ser Rebanadas Usando :</vt:lpstr>
      <vt:lpstr>Métodos de Listas</vt:lpstr>
      <vt:lpstr>Construyendo una Lista desde Cero</vt:lpstr>
      <vt:lpstr>¿Se Encuentra Algo en una Lista?</vt:lpstr>
      <vt:lpstr>Las Listas están en Orden</vt:lpstr>
      <vt:lpstr>Funciones Nativas y Listas</vt:lpstr>
      <vt:lpstr>Presentación de PowerPoint</vt:lpstr>
      <vt:lpstr>Mejores Amigos: Cadenas y Listas</vt:lpstr>
      <vt:lpstr>Presentación de PowerPoint</vt:lpstr>
      <vt:lpstr>Presentación de PowerPoint</vt:lpstr>
      <vt:lpstr>El Patrón Doble División</vt:lpstr>
      <vt:lpstr>El Patrón Doble División</vt:lpstr>
      <vt:lpstr>El Patrón Doble División</vt:lpstr>
      <vt:lpstr>El Patrón Doble División</vt:lpstr>
      <vt:lpstr>Referencias</vt:lpstr>
      <vt:lpstr>Diccionarios</vt:lpstr>
      <vt:lpstr>Diccionarios</vt:lpstr>
      <vt:lpstr>Diccionarios</vt:lpstr>
      <vt:lpstr>Comparación de Listas y Diccionarios</vt:lpstr>
      <vt:lpstr>Presentación de PowerPoint</vt:lpstr>
      <vt:lpstr>Literales de Diccionarios (Constantes)</vt:lpstr>
      <vt:lpstr>¿El Nombre Más Común?</vt:lpstr>
      <vt:lpstr>¿El Nombre Más Común?</vt:lpstr>
      <vt:lpstr>Múltiples Contadores con un Diccionario</vt:lpstr>
      <vt:lpstr>Errores de Diccionarios</vt:lpstr>
      <vt:lpstr>Cuando Encontramos un Nuevo Valor</vt:lpstr>
      <vt:lpstr>El Método get de un Diccionario</vt:lpstr>
      <vt:lpstr>Conteo Simplificado usando get()</vt:lpstr>
      <vt:lpstr>Conteo de Palabras en un Texto</vt:lpstr>
      <vt:lpstr>Patrón del Contador</vt:lpstr>
      <vt:lpstr>Presentación de PowerPoint</vt:lpstr>
      <vt:lpstr>Presentación de PowerPoint</vt:lpstr>
      <vt:lpstr>Bucles Finitos y Diccionarios</vt:lpstr>
      <vt:lpstr>Recuperando listas de Claves y Valores</vt:lpstr>
      <vt:lpstr>Bonus: Dos Variables de Iteración!</vt:lpstr>
      <vt:lpstr>Presentación de PowerPoint</vt:lpstr>
      <vt:lpstr>Más sobre listas</vt:lpstr>
      <vt:lpstr>Actividad 6</vt:lpstr>
      <vt:lpstr>Tarea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Ciencia de Datos</dc:title>
  <dc:creator>Bustio Martínez Lázaro</dc:creator>
  <cp:lastModifiedBy>Bustio Martínez Lázaro</cp:lastModifiedBy>
  <cp:revision>92</cp:revision>
  <dcterms:created xsi:type="dcterms:W3CDTF">2021-07-20T02:41:32Z</dcterms:created>
  <dcterms:modified xsi:type="dcterms:W3CDTF">2024-10-12T19:18:31Z</dcterms:modified>
</cp:coreProperties>
</file>