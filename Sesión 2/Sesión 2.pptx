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6" r:id="rId2"/>
    <p:sldId id="257" r:id="rId3"/>
    <p:sldId id="333" r:id="rId4"/>
    <p:sldId id="460" r:id="rId5"/>
    <p:sldId id="461" r:id="rId6"/>
    <p:sldId id="463" r:id="rId7"/>
    <p:sldId id="464" r:id="rId8"/>
    <p:sldId id="465" r:id="rId9"/>
    <p:sldId id="337" r:id="rId10"/>
    <p:sldId id="466" r:id="rId11"/>
    <p:sldId id="467" r:id="rId12"/>
    <p:sldId id="468" r:id="rId13"/>
    <p:sldId id="469" r:id="rId14"/>
    <p:sldId id="470" r:id="rId15"/>
    <p:sldId id="471" r:id="rId16"/>
    <p:sldId id="339" r:id="rId17"/>
    <p:sldId id="341" r:id="rId18"/>
    <p:sldId id="338" r:id="rId19"/>
    <p:sldId id="259" r:id="rId20"/>
    <p:sldId id="474" r:id="rId21"/>
    <p:sldId id="475" r:id="rId22"/>
    <p:sldId id="476" r:id="rId23"/>
    <p:sldId id="477" r:id="rId24"/>
    <p:sldId id="478" r:id="rId25"/>
    <p:sldId id="479" r:id="rId26"/>
    <p:sldId id="480" r:id="rId27"/>
    <p:sldId id="481" r:id="rId28"/>
    <p:sldId id="482" r:id="rId29"/>
    <p:sldId id="483" r:id="rId30"/>
    <p:sldId id="484" r:id="rId31"/>
    <p:sldId id="485" r:id="rId32"/>
    <p:sldId id="486" r:id="rId33"/>
    <p:sldId id="487" r:id="rId34"/>
    <p:sldId id="488" r:id="rId35"/>
    <p:sldId id="489" r:id="rId36"/>
    <p:sldId id="490" r:id="rId37"/>
    <p:sldId id="491" r:id="rId38"/>
    <p:sldId id="492" r:id="rId39"/>
    <p:sldId id="493" r:id="rId40"/>
    <p:sldId id="494" r:id="rId41"/>
    <p:sldId id="495" r:id="rId42"/>
    <p:sldId id="496" r:id="rId43"/>
    <p:sldId id="497" r:id="rId44"/>
    <p:sldId id="498" r:id="rId45"/>
    <p:sldId id="499" r:id="rId46"/>
    <p:sldId id="500" r:id="rId47"/>
    <p:sldId id="501" r:id="rId48"/>
    <p:sldId id="502" r:id="rId49"/>
    <p:sldId id="503" r:id="rId50"/>
    <p:sldId id="504" r:id="rId51"/>
    <p:sldId id="505" r:id="rId52"/>
    <p:sldId id="506" r:id="rId53"/>
    <p:sldId id="507" r:id="rId54"/>
    <p:sldId id="508" r:id="rId55"/>
    <p:sldId id="509" r:id="rId56"/>
    <p:sldId id="510" r:id="rId57"/>
    <p:sldId id="511" r:id="rId58"/>
    <p:sldId id="512" r:id="rId59"/>
    <p:sldId id="513" r:id="rId60"/>
    <p:sldId id="514" r:id="rId61"/>
    <p:sldId id="302" r:id="rId62"/>
    <p:sldId id="303" r:id="rId63"/>
    <p:sldId id="515" r:id="rId64"/>
    <p:sldId id="516" r:id="rId65"/>
    <p:sldId id="517" r:id="rId66"/>
    <p:sldId id="518" r:id="rId67"/>
    <p:sldId id="519" r:id="rId68"/>
    <p:sldId id="520" r:id="rId69"/>
    <p:sldId id="521" r:id="rId7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9981138B-9637-414F-84EC-40DDB3BEB15B}">
          <p14:sldIdLst>
            <p14:sldId id="256"/>
            <p14:sldId id="257"/>
          </p14:sldIdLst>
        </p14:section>
        <p14:section name="Numpy" id="{36C7B4A5-7385-4B8D-B4BA-6C511EA5ACB1}">
          <p14:sldIdLst>
            <p14:sldId id="333"/>
            <p14:sldId id="460"/>
            <p14:sldId id="461"/>
            <p14:sldId id="463"/>
            <p14:sldId id="464"/>
            <p14:sldId id="465"/>
            <p14:sldId id="337"/>
            <p14:sldId id="466"/>
            <p14:sldId id="467"/>
            <p14:sldId id="468"/>
            <p14:sldId id="469"/>
            <p14:sldId id="470"/>
            <p14:sldId id="471"/>
            <p14:sldId id="339"/>
            <p14:sldId id="341"/>
            <p14:sldId id="338"/>
          </p14:sldIdLst>
        </p14:section>
        <p14:section name="Pandas" id="{F3B71526-F5E8-4D17-B90F-247B5B7AD5A5}">
          <p14:sldIdLst>
            <p14:sldId id="259"/>
            <p14:sldId id="474"/>
            <p14:sldId id="475"/>
            <p14:sldId id="476"/>
            <p14:sldId id="477"/>
            <p14:sldId id="478"/>
            <p14:sldId id="479"/>
            <p14:sldId id="480"/>
            <p14:sldId id="481"/>
            <p14:sldId id="482"/>
            <p14:sldId id="483"/>
            <p14:sldId id="484"/>
            <p14:sldId id="485"/>
            <p14:sldId id="486"/>
            <p14:sldId id="487"/>
            <p14:sldId id="488"/>
            <p14:sldId id="489"/>
            <p14:sldId id="490"/>
            <p14:sldId id="491"/>
            <p14:sldId id="492"/>
            <p14:sldId id="493"/>
            <p14:sldId id="494"/>
            <p14:sldId id="495"/>
            <p14:sldId id="496"/>
            <p14:sldId id="497"/>
            <p14:sldId id="498"/>
            <p14:sldId id="499"/>
            <p14:sldId id="500"/>
            <p14:sldId id="501"/>
            <p14:sldId id="502"/>
            <p14:sldId id="503"/>
            <p14:sldId id="504"/>
            <p14:sldId id="505"/>
            <p14:sldId id="506"/>
            <p14:sldId id="507"/>
            <p14:sldId id="508"/>
            <p14:sldId id="509"/>
            <p14:sldId id="510"/>
            <p14:sldId id="511"/>
            <p14:sldId id="512"/>
            <p14:sldId id="513"/>
            <p14:sldId id="514"/>
            <p14:sldId id="302"/>
            <p14:sldId id="303"/>
            <p14:sldId id="515"/>
            <p14:sldId id="516"/>
            <p14:sldId id="517"/>
            <p14:sldId id="518"/>
            <p14:sldId id="519"/>
            <p14:sldId id="520"/>
            <p14:sldId id="5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0B097F-2504-4CAE-9C48-8274C2C8D809}" v="14" dt="2023-01-19T21:12:03.6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5" d="100"/>
          <a:sy n="95" d="100"/>
        </p:scale>
        <p:origin x="16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ázaro Bustio Martínez" userId="40a2716d-298b-429a-a0ab-e42e295773ea" providerId="ADAL" clId="{720B097F-2504-4CAE-9C48-8274C2C8D809}"/>
    <pc:docChg chg="undo custSel modSld">
      <pc:chgData name="Lázaro Bustio Martínez" userId="40a2716d-298b-429a-a0ab-e42e295773ea" providerId="ADAL" clId="{720B097F-2504-4CAE-9C48-8274C2C8D809}" dt="2023-01-28T17:17:48.168" v="2" actId="1038"/>
      <pc:docMkLst>
        <pc:docMk/>
      </pc:docMkLst>
      <pc:sldChg chg="modSp mod">
        <pc:chgData name="Lázaro Bustio Martínez" userId="40a2716d-298b-429a-a0ab-e42e295773ea" providerId="ADAL" clId="{720B097F-2504-4CAE-9C48-8274C2C8D809}" dt="2023-01-28T17:02:08.305" v="1" actId="21"/>
        <pc:sldMkLst>
          <pc:docMk/>
          <pc:sldMk cId="1722015731" sldId="338"/>
        </pc:sldMkLst>
        <pc:spChg chg="mod">
          <ac:chgData name="Lázaro Bustio Martínez" userId="40a2716d-298b-429a-a0ab-e42e295773ea" providerId="ADAL" clId="{720B097F-2504-4CAE-9C48-8274C2C8D809}" dt="2023-01-28T17:02:08.305" v="1" actId="21"/>
          <ac:spMkLst>
            <pc:docMk/>
            <pc:sldMk cId="1722015731" sldId="338"/>
            <ac:spMk id="6" creationId="{CAA3F82D-B942-44F3-A360-42D875789A1C}"/>
          </ac:spMkLst>
        </pc:spChg>
      </pc:sldChg>
      <pc:sldChg chg="modSp mod">
        <pc:chgData name="Lázaro Bustio Martínez" userId="40a2716d-298b-429a-a0ab-e42e295773ea" providerId="ADAL" clId="{720B097F-2504-4CAE-9C48-8274C2C8D809}" dt="2023-01-28T17:17:48.168" v="2" actId="1038"/>
        <pc:sldMkLst>
          <pc:docMk/>
          <pc:sldMk cId="2173691607" sldId="477"/>
        </pc:sldMkLst>
        <pc:spChg chg="mod">
          <ac:chgData name="Lázaro Bustio Martínez" userId="40a2716d-298b-429a-a0ab-e42e295773ea" providerId="ADAL" clId="{720B097F-2504-4CAE-9C48-8274C2C8D809}" dt="2023-01-28T17:17:48.168" v="2" actId="1038"/>
          <ac:spMkLst>
            <pc:docMk/>
            <pc:sldMk cId="2173691607" sldId="477"/>
            <ac:spMk id="3" creationId="{FA6578B4-233E-4C1E-854F-4DC9D148C625}"/>
          </ac:spMkLst>
        </pc:spChg>
      </pc:sldChg>
    </pc:docChg>
  </pc:docChgLst>
  <pc:docChgLst>
    <pc:chgData name="Bustio Martínez Lázaro" userId="40a2716d-298b-429a-a0ab-e42e295773ea" providerId="ADAL" clId="{720B097F-2504-4CAE-9C48-8274C2C8D809}"/>
    <pc:docChg chg="undo custSel addSld delSld modSld addSection modSection">
      <pc:chgData name="Bustio Martínez Lázaro" userId="40a2716d-298b-429a-a0ab-e42e295773ea" providerId="ADAL" clId="{720B097F-2504-4CAE-9C48-8274C2C8D809}" dt="2023-01-19T21:21:18.323" v="514" actId="20577"/>
      <pc:docMkLst>
        <pc:docMk/>
      </pc:docMkLst>
      <pc:sldChg chg="modSp mod">
        <pc:chgData name="Bustio Martínez Lázaro" userId="40a2716d-298b-429a-a0ab-e42e295773ea" providerId="ADAL" clId="{720B097F-2504-4CAE-9C48-8274C2C8D809}" dt="2023-01-19T20:37:45.712" v="82" actId="20577"/>
        <pc:sldMkLst>
          <pc:docMk/>
          <pc:sldMk cId="1751950304" sldId="256"/>
        </pc:sldMkLst>
        <pc:spChg chg="mod">
          <ac:chgData name="Bustio Martínez Lázaro" userId="40a2716d-298b-429a-a0ab-e42e295773ea" providerId="ADAL" clId="{720B097F-2504-4CAE-9C48-8274C2C8D809}" dt="2023-01-19T20:37:45.712" v="82" actId="20577"/>
          <ac:spMkLst>
            <pc:docMk/>
            <pc:sldMk cId="1751950304" sldId="256"/>
            <ac:spMk id="2" creationId="{901583F8-6ECA-4668-9066-A05296A2BF28}"/>
          </ac:spMkLst>
        </pc:spChg>
      </pc:sldChg>
      <pc:sldChg chg="modSp mod">
        <pc:chgData name="Bustio Martínez Lázaro" userId="40a2716d-298b-429a-a0ab-e42e295773ea" providerId="ADAL" clId="{720B097F-2504-4CAE-9C48-8274C2C8D809}" dt="2023-01-19T21:17:35.051" v="442" actId="313"/>
        <pc:sldMkLst>
          <pc:docMk/>
          <pc:sldMk cId="601889734" sldId="257"/>
        </pc:sldMkLst>
        <pc:spChg chg="mod">
          <ac:chgData name="Bustio Martínez Lázaro" userId="40a2716d-298b-429a-a0ab-e42e295773ea" providerId="ADAL" clId="{720B097F-2504-4CAE-9C48-8274C2C8D809}" dt="2023-01-19T21:17:35.051" v="442" actId="313"/>
          <ac:spMkLst>
            <pc:docMk/>
            <pc:sldMk cId="601889734" sldId="257"/>
            <ac:spMk id="17" creationId="{943E7F20-F31E-4565-B6F6-F1926B997558}"/>
          </ac:spMkLst>
        </pc:spChg>
      </pc:sldChg>
      <pc:sldChg chg="addSp delSp add del setBg delDesignElem">
        <pc:chgData name="Bustio Martínez Lázaro" userId="40a2716d-298b-429a-a0ab-e42e295773ea" providerId="ADAL" clId="{720B097F-2504-4CAE-9C48-8274C2C8D809}" dt="2023-01-19T20:57:43.977" v="200" actId="47"/>
        <pc:sldMkLst>
          <pc:docMk/>
          <pc:sldMk cId="350055807" sldId="258"/>
        </pc:sldMkLst>
        <pc:spChg chg="add del">
          <ac:chgData name="Bustio Martínez Lázaro" userId="40a2716d-298b-429a-a0ab-e42e295773ea" providerId="ADAL" clId="{720B097F-2504-4CAE-9C48-8274C2C8D809}" dt="2023-01-19T20:45:07.957" v="193"/>
          <ac:spMkLst>
            <pc:docMk/>
            <pc:sldMk cId="350055807" sldId="258"/>
            <ac:spMk id="1033" creationId="{CEF6118E-44FB-4509-B4D9-129052E4C6EE}"/>
          </ac:spMkLst>
        </pc:spChg>
      </pc:sldChg>
      <pc:sldChg chg="del">
        <pc:chgData name="Bustio Martínez Lázaro" userId="40a2716d-298b-429a-a0ab-e42e295773ea" providerId="ADAL" clId="{720B097F-2504-4CAE-9C48-8274C2C8D809}" dt="2023-01-19T21:12:07.766" v="402" actId="47"/>
        <pc:sldMkLst>
          <pc:docMk/>
          <pc:sldMk cId="1658526946" sldId="258"/>
        </pc:sldMkLst>
      </pc:sldChg>
      <pc:sldChg chg="del">
        <pc:chgData name="Bustio Martínez Lázaro" userId="40a2716d-298b-429a-a0ab-e42e295773ea" providerId="ADAL" clId="{720B097F-2504-4CAE-9C48-8274C2C8D809}" dt="2023-01-19T20:37:55.014" v="83" actId="47"/>
        <pc:sldMkLst>
          <pc:docMk/>
          <pc:sldMk cId="4094650357" sldId="258"/>
        </pc:sldMkLst>
      </pc:sldChg>
      <pc:sldChg chg="addSp delSp add del setBg delDesignElem">
        <pc:chgData name="Bustio Martínez Lázaro" userId="40a2716d-298b-429a-a0ab-e42e295773ea" providerId="ADAL" clId="{720B097F-2504-4CAE-9C48-8274C2C8D809}" dt="2023-01-19T20:57:46.214" v="201" actId="47"/>
        <pc:sldMkLst>
          <pc:docMk/>
          <pc:sldMk cId="61844945" sldId="259"/>
        </pc:sldMkLst>
        <pc:spChg chg="add del">
          <ac:chgData name="Bustio Martínez Lázaro" userId="40a2716d-298b-429a-a0ab-e42e295773ea" providerId="ADAL" clId="{720B097F-2504-4CAE-9C48-8274C2C8D809}" dt="2023-01-19T20:45:07.957" v="193"/>
          <ac:spMkLst>
            <pc:docMk/>
            <pc:sldMk cId="61844945" sldId="259"/>
            <ac:spMk id="17" creationId="{2596F992-698C-48C0-9D89-70DA4CE927EF}"/>
          </ac:spMkLst>
        </pc:spChg>
        <pc:spChg chg="add del">
          <ac:chgData name="Bustio Martínez Lázaro" userId="40a2716d-298b-429a-a0ab-e42e295773ea" providerId="ADAL" clId="{720B097F-2504-4CAE-9C48-8274C2C8D809}" dt="2023-01-19T20:45:07.957" v="193"/>
          <ac:spMkLst>
            <pc:docMk/>
            <pc:sldMk cId="61844945" sldId="259"/>
            <ac:spMk id="19" creationId="{E7BFF8DC-0AE7-4AD2-9B28-2E5F26D62C30}"/>
          </ac:spMkLst>
        </pc:spChg>
        <pc:spChg chg="add del">
          <ac:chgData name="Bustio Martínez Lázaro" userId="40a2716d-298b-429a-a0ab-e42e295773ea" providerId="ADAL" clId="{720B097F-2504-4CAE-9C48-8274C2C8D809}" dt="2023-01-19T20:45:07.957" v="193"/>
          <ac:spMkLst>
            <pc:docMk/>
            <pc:sldMk cId="61844945" sldId="259"/>
            <ac:spMk id="21" creationId="{7E0162AD-C6E5-4BF8-A453-76ADB36877D3}"/>
          </ac:spMkLst>
        </pc:spChg>
      </pc:sldChg>
      <pc:sldChg chg="del">
        <pc:chgData name="Bustio Martínez Lázaro" userId="40a2716d-298b-429a-a0ab-e42e295773ea" providerId="ADAL" clId="{720B097F-2504-4CAE-9C48-8274C2C8D809}" dt="2023-01-19T21:07:54.463" v="299" actId="47"/>
        <pc:sldMkLst>
          <pc:docMk/>
          <pc:sldMk cId="63198291" sldId="259"/>
        </pc:sldMkLst>
      </pc:sldChg>
      <pc:sldChg chg="del">
        <pc:chgData name="Bustio Martínez Lázaro" userId="40a2716d-298b-429a-a0ab-e42e295773ea" providerId="ADAL" clId="{720B097F-2504-4CAE-9C48-8274C2C8D809}" dt="2023-01-19T20:39:11.643" v="103" actId="47"/>
        <pc:sldMkLst>
          <pc:docMk/>
          <pc:sldMk cId="1740195822" sldId="259"/>
        </pc:sldMkLst>
      </pc:sldChg>
      <pc:sldChg chg="modSp mod">
        <pc:chgData name="Bustio Martínez Lázaro" userId="40a2716d-298b-429a-a0ab-e42e295773ea" providerId="ADAL" clId="{720B097F-2504-4CAE-9C48-8274C2C8D809}" dt="2023-01-19T21:19:16.259" v="476" actId="20577"/>
        <pc:sldMkLst>
          <pc:docMk/>
          <pc:sldMk cId="745256117" sldId="260"/>
        </pc:sldMkLst>
        <pc:spChg chg="mod">
          <ac:chgData name="Bustio Martínez Lázaro" userId="40a2716d-298b-429a-a0ab-e42e295773ea" providerId="ADAL" clId="{720B097F-2504-4CAE-9C48-8274C2C8D809}" dt="2023-01-19T21:19:16.259" v="476" actId="20577"/>
          <ac:spMkLst>
            <pc:docMk/>
            <pc:sldMk cId="745256117" sldId="260"/>
            <ac:spMk id="3" creationId="{2D0DFD3D-5F4F-4366-B1A5-6B70B504EA93}"/>
          </ac:spMkLst>
        </pc:spChg>
      </pc:sldChg>
      <pc:sldChg chg="del">
        <pc:chgData name="Bustio Martínez Lázaro" userId="40a2716d-298b-429a-a0ab-e42e295773ea" providerId="ADAL" clId="{720B097F-2504-4CAE-9C48-8274C2C8D809}" dt="2023-01-19T20:39:14.574" v="104" actId="47"/>
        <pc:sldMkLst>
          <pc:docMk/>
          <pc:sldMk cId="1271406614" sldId="260"/>
        </pc:sldMkLst>
      </pc:sldChg>
      <pc:sldChg chg="addSp delSp add del setBg delDesignElem">
        <pc:chgData name="Bustio Martínez Lázaro" userId="40a2716d-298b-429a-a0ab-e42e295773ea" providerId="ADAL" clId="{720B097F-2504-4CAE-9C48-8274C2C8D809}" dt="2023-01-19T20:59:17.686" v="210" actId="2696"/>
        <pc:sldMkLst>
          <pc:docMk/>
          <pc:sldMk cId="2036503665" sldId="260"/>
        </pc:sldMkLst>
        <pc:spChg chg="add del">
          <ac:chgData name="Bustio Martínez Lázaro" userId="40a2716d-298b-429a-a0ab-e42e295773ea" providerId="ADAL" clId="{720B097F-2504-4CAE-9C48-8274C2C8D809}" dt="2023-01-19T20:45:07.957" v="193"/>
          <ac:spMkLst>
            <pc:docMk/>
            <pc:sldMk cId="2036503665" sldId="260"/>
            <ac:spMk id="71" creationId="{12609869-9E80-471B-A487-A53288E0E791}"/>
          </ac:spMkLst>
        </pc:spChg>
        <pc:spChg chg="add del">
          <ac:chgData name="Bustio Martínez Lázaro" userId="40a2716d-298b-429a-a0ab-e42e295773ea" providerId="ADAL" clId="{720B097F-2504-4CAE-9C48-8274C2C8D809}" dt="2023-01-19T20:45:07.957" v="193"/>
          <ac:spMkLst>
            <pc:docMk/>
            <pc:sldMk cId="2036503665" sldId="260"/>
            <ac:spMk id="73" creationId="{7004738A-9D34-43E8-97D2-CA0EED4F8BE0}"/>
          </ac:spMkLst>
        </pc:spChg>
        <pc:spChg chg="add del">
          <ac:chgData name="Bustio Martínez Lázaro" userId="40a2716d-298b-429a-a0ab-e42e295773ea" providerId="ADAL" clId="{720B097F-2504-4CAE-9C48-8274C2C8D809}" dt="2023-01-19T20:45:07.957" v="193"/>
          <ac:spMkLst>
            <pc:docMk/>
            <pc:sldMk cId="2036503665" sldId="260"/>
            <ac:spMk id="75" creationId="{B8B8D07F-F13E-443E-BA68-2D26672D76B9}"/>
          </ac:spMkLst>
        </pc:spChg>
        <pc:spChg chg="add del">
          <ac:chgData name="Bustio Martínez Lázaro" userId="40a2716d-298b-429a-a0ab-e42e295773ea" providerId="ADAL" clId="{720B097F-2504-4CAE-9C48-8274C2C8D809}" dt="2023-01-19T20:45:07.957" v="193"/>
          <ac:spMkLst>
            <pc:docMk/>
            <pc:sldMk cId="2036503665" sldId="260"/>
            <ac:spMk id="77" creationId="{2813A4FA-24A5-41ED-A534-3807D1B2F344}"/>
          </ac:spMkLst>
        </pc:spChg>
        <pc:spChg chg="add del">
          <ac:chgData name="Bustio Martínez Lázaro" userId="40a2716d-298b-429a-a0ab-e42e295773ea" providerId="ADAL" clId="{720B097F-2504-4CAE-9C48-8274C2C8D809}" dt="2023-01-19T20:45:07.957" v="193"/>
          <ac:spMkLst>
            <pc:docMk/>
            <pc:sldMk cId="2036503665" sldId="260"/>
            <ac:spMk id="79" creationId="{C3944F27-CA70-4E84-A51A-E6BF89558979}"/>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261"/>
        </pc:sldMkLst>
        <pc:spChg chg="add del">
          <ac:chgData name="Bustio Martínez Lázaro" userId="40a2716d-298b-429a-a0ab-e42e295773ea" providerId="ADAL" clId="{720B097F-2504-4CAE-9C48-8274C2C8D809}" dt="2023-01-19T20:45:07.957" v="193"/>
          <ac:spMkLst>
            <pc:docMk/>
            <pc:sldMk cId="0" sldId="261"/>
            <ac:spMk id="75" creationId="{E8A8EAB8-D2FF-444D-B34B-7D32F106AD0E}"/>
          </ac:spMkLst>
        </pc:spChg>
        <pc:spChg chg="add del">
          <ac:chgData name="Bustio Martínez Lázaro" userId="40a2716d-298b-429a-a0ab-e42e295773ea" providerId="ADAL" clId="{720B097F-2504-4CAE-9C48-8274C2C8D809}" dt="2023-01-19T20:45:07.957" v="193"/>
          <ac:spMkLst>
            <pc:docMk/>
            <pc:sldMk cId="0" sldId="261"/>
            <ac:spMk id="77" creationId="{9DD005C1-8C51-42D6-9BEE-B9B83849743D}"/>
          </ac:spMkLst>
        </pc:spChg>
        <pc:spChg chg="add del">
          <ac:chgData name="Bustio Martínez Lázaro" userId="40a2716d-298b-429a-a0ab-e42e295773ea" providerId="ADAL" clId="{720B097F-2504-4CAE-9C48-8274C2C8D809}" dt="2023-01-19T20:45:07.957" v="193"/>
          <ac:spMkLst>
            <pc:docMk/>
            <pc:sldMk cId="0" sldId="261"/>
            <ac:spMk id="79" creationId="{C61F2F60-14E3-4196-B7CE-175E46F04481}"/>
          </ac:spMkLst>
        </pc:spChg>
      </pc:sldChg>
      <pc:sldChg chg="del">
        <pc:chgData name="Bustio Martínez Lázaro" userId="40a2716d-298b-429a-a0ab-e42e295773ea" providerId="ADAL" clId="{720B097F-2504-4CAE-9C48-8274C2C8D809}" dt="2023-01-19T20:39:16.725" v="105" actId="47"/>
        <pc:sldMkLst>
          <pc:docMk/>
          <pc:sldMk cId="3463344693" sldId="261"/>
        </pc:sldMkLst>
      </pc:sldChg>
      <pc:sldChg chg="add del">
        <pc:chgData name="Bustio Martínez Lázaro" userId="40a2716d-298b-429a-a0ab-e42e295773ea" providerId="ADAL" clId="{720B097F-2504-4CAE-9C48-8274C2C8D809}" dt="2023-01-19T20:39:28.623" v="108" actId="47"/>
        <pc:sldMkLst>
          <pc:docMk/>
          <pc:sldMk cId="160482743" sldId="262"/>
        </pc:sldMkLst>
      </pc:sldChg>
      <pc:sldChg chg="addSp delSp add del setBg delDesignElem">
        <pc:chgData name="Bustio Martínez Lázaro" userId="40a2716d-298b-429a-a0ab-e42e295773ea" providerId="ADAL" clId="{720B097F-2504-4CAE-9C48-8274C2C8D809}" dt="2023-01-19T20:59:17.686" v="210" actId="2696"/>
        <pc:sldMkLst>
          <pc:docMk/>
          <pc:sldMk cId="4187355255" sldId="262"/>
        </pc:sldMkLst>
        <pc:spChg chg="add del">
          <ac:chgData name="Bustio Martínez Lázaro" userId="40a2716d-298b-429a-a0ab-e42e295773ea" providerId="ADAL" clId="{720B097F-2504-4CAE-9C48-8274C2C8D809}" dt="2023-01-19T20:45:07.957" v="193"/>
          <ac:spMkLst>
            <pc:docMk/>
            <pc:sldMk cId="4187355255" sldId="262"/>
            <ac:spMk id="73" creationId="{B712E947-0734-45F9-9C4F-41114EC3A33E}"/>
          </ac:spMkLst>
        </pc:spChg>
        <pc:grpChg chg="add del">
          <ac:chgData name="Bustio Martínez Lázaro" userId="40a2716d-298b-429a-a0ab-e42e295773ea" providerId="ADAL" clId="{720B097F-2504-4CAE-9C48-8274C2C8D809}" dt="2023-01-19T20:45:07.957" v="193"/>
          <ac:grpSpMkLst>
            <pc:docMk/>
            <pc:sldMk cId="4187355255" sldId="262"/>
            <ac:grpSpMk id="75" creationId="{12B3290A-D3BF-4B87-B55B-FD9A98B49727}"/>
          </ac:grpSpMkLst>
        </pc:grpChg>
      </pc:sldChg>
      <pc:sldChg chg="addSp delSp add del setBg delDesignElem">
        <pc:chgData name="Bustio Martínez Lázaro" userId="40a2716d-298b-429a-a0ab-e42e295773ea" providerId="ADAL" clId="{720B097F-2504-4CAE-9C48-8274C2C8D809}" dt="2023-01-19T20:59:17.686" v="210" actId="2696"/>
        <pc:sldMkLst>
          <pc:docMk/>
          <pc:sldMk cId="2619432864" sldId="263"/>
        </pc:sldMkLst>
        <pc:spChg chg="add del">
          <ac:chgData name="Bustio Martínez Lázaro" userId="40a2716d-298b-429a-a0ab-e42e295773ea" providerId="ADAL" clId="{720B097F-2504-4CAE-9C48-8274C2C8D809}" dt="2023-01-19T20:45:07.957" v="193"/>
          <ac:spMkLst>
            <pc:docMk/>
            <pc:sldMk cId="2619432864" sldId="263"/>
            <ac:spMk id="75" creationId="{2596F992-698C-48C0-9D89-70DA4CE927EF}"/>
          </ac:spMkLst>
        </pc:spChg>
        <pc:spChg chg="add del">
          <ac:chgData name="Bustio Martínez Lázaro" userId="40a2716d-298b-429a-a0ab-e42e295773ea" providerId="ADAL" clId="{720B097F-2504-4CAE-9C48-8274C2C8D809}" dt="2023-01-19T20:45:07.957" v="193"/>
          <ac:spMkLst>
            <pc:docMk/>
            <pc:sldMk cId="2619432864" sldId="263"/>
            <ac:spMk id="77" creationId="{E7BFF8DC-0AE7-4AD2-9B28-2E5F26D62C30}"/>
          </ac:spMkLst>
        </pc:spChg>
        <pc:spChg chg="add del">
          <ac:chgData name="Bustio Martínez Lázaro" userId="40a2716d-298b-429a-a0ab-e42e295773ea" providerId="ADAL" clId="{720B097F-2504-4CAE-9C48-8274C2C8D809}" dt="2023-01-19T20:45:07.957" v="193"/>
          <ac:spMkLst>
            <pc:docMk/>
            <pc:sldMk cId="2619432864" sldId="263"/>
            <ac:spMk id="79" creationId="{7E0162AD-C6E5-4BF8-A453-76ADB36877D3}"/>
          </ac:spMkLst>
        </pc:spChg>
      </pc:sldChg>
      <pc:sldChg chg="del">
        <pc:chgData name="Bustio Martínez Lázaro" userId="40a2716d-298b-429a-a0ab-e42e295773ea" providerId="ADAL" clId="{720B097F-2504-4CAE-9C48-8274C2C8D809}" dt="2023-01-19T20:39:32.596" v="109" actId="47"/>
        <pc:sldMkLst>
          <pc:docMk/>
          <pc:sldMk cId="3844402330" sldId="263"/>
        </pc:sldMkLst>
      </pc:sldChg>
      <pc:sldChg chg="addSp delSp add del setBg delDesignElem modNotes">
        <pc:chgData name="Bustio Martínez Lázaro" userId="40a2716d-298b-429a-a0ab-e42e295773ea" providerId="ADAL" clId="{720B097F-2504-4CAE-9C48-8274C2C8D809}" dt="2023-01-19T20:58:18.716" v="204" actId="47"/>
        <pc:sldMkLst>
          <pc:docMk/>
          <pc:sldMk cId="1594456943" sldId="268"/>
        </pc:sldMkLst>
        <pc:spChg chg="add del">
          <ac:chgData name="Bustio Martínez Lázaro" userId="40a2716d-298b-429a-a0ab-e42e295773ea" providerId="ADAL" clId="{720B097F-2504-4CAE-9C48-8274C2C8D809}" dt="2023-01-19T20:45:07.957" v="193"/>
          <ac:spMkLst>
            <pc:docMk/>
            <pc:sldMk cId="1594456943" sldId="268"/>
            <ac:spMk id="73" creationId="{E8A8EAB8-D2FF-444D-B34B-7D32F106AD0E}"/>
          </ac:spMkLst>
        </pc:spChg>
        <pc:spChg chg="add del">
          <ac:chgData name="Bustio Martínez Lázaro" userId="40a2716d-298b-429a-a0ab-e42e295773ea" providerId="ADAL" clId="{720B097F-2504-4CAE-9C48-8274C2C8D809}" dt="2023-01-19T20:45:07.957" v="193"/>
          <ac:spMkLst>
            <pc:docMk/>
            <pc:sldMk cId="1594456943" sldId="268"/>
            <ac:spMk id="75" creationId="{9DD005C1-8C51-42D6-9BEE-B9B83849743D}"/>
          </ac:spMkLst>
        </pc:spChg>
        <pc:spChg chg="add del">
          <ac:chgData name="Bustio Martínez Lázaro" userId="40a2716d-298b-429a-a0ab-e42e295773ea" providerId="ADAL" clId="{720B097F-2504-4CAE-9C48-8274C2C8D809}" dt="2023-01-19T20:45:07.957" v="193"/>
          <ac:spMkLst>
            <pc:docMk/>
            <pc:sldMk cId="1594456943" sldId="268"/>
            <ac:spMk id="77" creationId="{C61F2F60-14E3-4196-B7CE-175E46F04481}"/>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272"/>
        </pc:sldMkLst>
        <pc:spChg chg="add del">
          <ac:chgData name="Bustio Martínez Lázaro" userId="40a2716d-298b-429a-a0ab-e42e295773ea" providerId="ADAL" clId="{720B097F-2504-4CAE-9C48-8274C2C8D809}" dt="2023-01-19T20:45:07.957" v="193"/>
          <ac:spMkLst>
            <pc:docMk/>
            <pc:sldMk cId="0" sldId="272"/>
            <ac:spMk id="29705" creationId="{3AFE8227-C443-417B-BA91-520EB1EF4559}"/>
          </ac:spMkLst>
        </pc:spChg>
        <pc:spChg chg="add del">
          <ac:chgData name="Bustio Martínez Lázaro" userId="40a2716d-298b-429a-a0ab-e42e295773ea" providerId="ADAL" clId="{720B097F-2504-4CAE-9C48-8274C2C8D809}" dt="2023-01-19T20:45:07.957" v="193"/>
          <ac:spMkLst>
            <pc:docMk/>
            <pc:sldMk cId="0" sldId="272"/>
            <ac:spMk id="29706" creationId="{907741FC-B544-4A6E-B831-6789D042333D}"/>
          </ac:spMkLst>
        </pc:spChg>
        <pc:spChg chg="add del">
          <ac:chgData name="Bustio Martínez Lázaro" userId="40a2716d-298b-429a-a0ab-e42e295773ea" providerId="ADAL" clId="{720B097F-2504-4CAE-9C48-8274C2C8D809}" dt="2023-01-19T20:45:07.957" v="193"/>
          <ac:spMkLst>
            <pc:docMk/>
            <pc:sldMk cId="0" sldId="272"/>
            <ac:spMk id="29707" creationId="{3F0BE7ED-7814-4273-B18A-F26CC0380380}"/>
          </ac:spMkLst>
        </pc:spChg>
      </pc:sldChg>
      <pc:sldChg chg="addSp delSp add del setBg delDesignElem">
        <pc:chgData name="Bustio Martínez Lázaro" userId="40a2716d-298b-429a-a0ab-e42e295773ea" providerId="ADAL" clId="{720B097F-2504-4CAE-9C48-8274C2C8D809}" dt="2023-01-19T20:56:45.949" v="196"/>
        <pc:sldMkLst>
          <pc:docMk/>
          <pc:sldMk cId="4099861075" sldId="273"/>
        </pc:sldMkLst>
        <pc:spChg chg="add del">
          <ac:chgData name="Bustio Martínez Lázaro" userId="40a2716d-298b-429a-a0ab-e42e295773ea" providerId="ADAL" clId="{720B097F-2504-4CAE-9C48-8274C2C8D809}" dt="2023-01-19T20:45:07.957" v="193"/>
          <ac:spMkLst>
            <pc:docMk/>
            <pc:sldMk cId="4099861075" sldId="273"/>
            <ac:spMk id="13" creationId="{B712E947-0734-45F9-9C4F-41114EC3A33E}"/>
          </ac:spMkLst>
        </pc:spChg>
        <pc:grpChg chg="add del">
          <ac:chgData name="Bustio Martínez Lázaro" userId="40a2716d-298b-429a-a0ab-e42e295773ea" providerId="ADAL" clId="{720B097F-2504-4CAE-9C48-8274C2C8D809}" dt="2023-01-19T20:45:07.957" v="193"/>
          <ac:grpSpMkLst>
            <pc:docMk/>
            <pc:sldMk cId="4099861075" sldId="273"/>
            <ac:grpSpMk id="15" creationId="{12B3290A-D3BF-4B87-B55B-FD9A98B49727}"/>
          </ac:grpSpMkLst>
        </pc:grpChg>
      </pc:sldChg>
      <pc:sldChg chg="addSp delSp add del setBg delDesignElem modNotes">
        <pc:chgData name="Bustio Martínez Lázaro" userId="40a2716d-298b-429a-a0ab-e42e295773ea" providerId="ADAL" clId="{720B097F-2504-4CAE-9C48-8274C2C8D809}" dt="2023-01-19T20:56:45.949" v="196"/>
        <pc:sldMkLst>
          <pc:docMk/>
          <pc:sldMk cId="0" sldId="274"/>
        </pc:sldMkLst>
        <pc:spChg chg="add del">
          <ac:chgData name="Bustio Martínez Lázaro" userId="40a2716d-298b-429a-a0ab-e42e295773ea" providerId="ADAL" clId="{720B097F-2504-4CAE-9C48-8274C2C8D809}" dt="2023-01-19T20:45:07.957" v="193"/>
          <ac:spMkLst>
            <pc:docMk/>
            <pc:sldMk cId="0" sldId="274"/>
            <ac:spMk id="73" creationId="{3AFE8227-C443-417B-BA91-520EB1EF4559}"/>
          </ac:spMkLst>
        </pc:spChg>
        <pc:spChg chg="add del">
          <ac:chgData name="Bustio Martínez Lázaro" userId="40a2716d-298b-429a-a0ab-e42e295773ea" providerId="ADAL" clId="{720B097F-2504-4CAE-9C48-8274C2C8D809}" dt="2023-01-19T20:45:07.957" v="193"/>
          <ac:spMkLst>
            <pc:docMk/>
            <pc:sldMk cId="0" sldId="274"/>
            <ac:spMk id="75" creationId="{907741FC-B544-4A6E-B831-6789D042333D}"/>
          </ac:spMkLst>
        </pc:spChg>
        <pc:spChg chg="add del">
          <ac:chgData name="Bustio Martínez Lázaro" userId="40a2716d-298b-429a-a0ab-e42e295773ea" providerId="ADAL" clId="{720B097F-2504-4CAE-9C48-8274C2C8D809}" dt="2023-01-19T20:45:07.957" v="193"/>
          <ac:spMkLst>
            <pc:docMk/>
            <pc:sldMk cId="0" sldId="274"/>
            <ac:spMk id="77" creationId="{3F0BE7ED-7814-4273-B18A-F26CC0380380}"/>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278"/>
        </pc:sldMkLst>
        <pc:spChg chg="add del">
          <ac:chgData name="Bustio Martínez Lázaro" userId="40a2716d-298b-429a-a0ab-e42e295773ea" providerId="ADAL" clId="{720B097F-2504-4CAE-9C48-8274C2C8D809}" dt="2023-01-19T20:45:07.957" v="193"/>
          <ac:spMkLst>
            <pc:docMk/>
            <pc:sldMk cId="0" sldId="278"/>
            <ac:spMk id="72" creationId="{A8384FB5-9ADC-4DDC-881B-597D56F5B15D}"/>
          </ac:spMkLst>
        </pc:spChg>
        <pc:spChg chg="add del">
          <ac:chgData name="Bustio Martínez Lázaro" userId="40a2716d-298b-429a-a0ab-e42e295773ea" providerId="ADAL" clId="{720B097F-2504-4CAE-9C48-8274C2C8D809}" dt="2023-01-19T20:45:07.957" v="193"/>
          <ac:spMkLst>
            <pc:docMk/>
            <pc:sldMk cId="0" sldId="278"/>
            <ac:spMk id="74" creationId="{91E5A9A7-95C6-4F4F-B00E-C82E07FE62EF}"/>
          </ac:spMkLst>
        </pc:spChg>
        <pc:spChg chg="add del">
          <ac:chgData name="Bustio Martínez Lázaro" userId="40a2716d-298b-429a-a0ab-e42e295773ea" providerId="ADAL" clId="{720B097F-2504-4CAE-9C48-8274C2C8D809}" dt="2023-01-19T20:45:07.957" v="193"/>
          <ac:spMkLst>
            <pc:docMk/>
            <pc:sldMk cId="0" sldId="278"/>
            <ac:spMk id="76" creationId="{D07DD2DE-F619-49DD-B5E7-03A290FF4ED1}"/>
          </ac:spMkLst>
        </pc:spChg>
        <pc:spChg chg="add del">
          <ac:chgData name="Bustio Martínez Lázaro" userId="40a2716d-298b-429a-a0ab-e42e295773ea" providerId="ADAL" clId="{720B097F-2504-4CAE-9C48-8274C2C8D809}" dt="2023-01-19T20:45:07.957" v="193"/>
          <ac:spMkLst>
            <pc:docMk/>
            <pc:sldMk cId="0" sldId="278"/>
            <ac:spMk id="78" creationId="{85149191-5F60-4A28-AAFF-039F96B0F3EC}"/>
          </ac:spMkLst>
        </pc:spChg>
        <pc:spChg chg="add del">
          <ac:chgData name="Bustio Martínez Lázaro" userId="40a2716d-298b-429a-a0ab-e42e295773ea" providerId="ADAL" clId="{720B097F-2504-4CAE-9C48-8274C2C8D809}" dt="2023-01-19T20:45:07.957" v="193"/>
          <ac:spMkLst>
            <pc:docMk/>
            <pc:sldMk cId="0" sldId="278"/>
            <ac:spMk id="80" creationId="{F8260ED5-17F7-4158-B241-D51DD4CF1B7E}"/>
          </ac:spMkLst>
        </pc:spChg>
      </pc:sldChg>
      <pc:sldChg chg="del">
        <pc:chgData name="Bustio Martínez Lázaro" userId="40a2716d-298b-429a-a0ab-e42e295773ea" providerId="ADAL" clId="{720B097F-2504-4CAE-9C48-8274C2C8D809}" dt="2023-01-19T21:17:56.390" v="443" actId="47"/>
        <pc:sldMkLst>
          <pc:docMk/>
          <pc:sldMk cId="3427062173" sldId="279"/>
        </pc:sldMkLst>
      </pc:sldChg>
      <pc:sldChg chg="del">
        <pc:chgData name="Bustio Martínez Lázaro" userId="40a2716d-298b-429a-a0ab-e42e295773ea" providerId="ADAL" clId="{720B097F-2504-4CAE-9C48-8274C2C8D809}" dt="2023-01-19T21:17:57.017" v="444" actId="47"/>
        <pc:sldMkLst>
          <pc:docMk/>
          <pc:sldMk cId="3793269577" sldId="280"/>
        </pc:sldMkLst>
      </pc:sldChg>
      <pc:sldChg chg="del">
        <pc:chgData name="Bustio Martínez Lázaro" userId="40a2716d-298b-429a-a0ab-e42e295773ea" providerId="ADAL" clId="{720B097F-2504-4CAE-9C48-8274C2C8D809}" dt="2023-01-19T21:17:57.630" v="445" actId="47"/>
        <pc:sldMkLst>
          <pc:docMk/>
          <pc:sldMk cId="986368139" sldId="281"/>
        </pc:sldMkLst>
      </pc:sldChg>
      <pc:sldChg chg="modSp mod">
        <pc:chgData name="Bustio Martínez Lázaro" userId="40a2716d-298b-429a-a0ab-e42e295773ea" providerId="ADAL" clId="{720B097F-2504-4CAE-9C48-8274C2C8D809}" dt="2023-01-19T20:38:41.358" v="101" actId="20577"/>
        <pc:sldMkLst>
          <pc:docMk/>
          <pc:sldMk cId="2630847532" sldId="286"/>
        </pc:sldMkLst>
        <pc:spChg chg="mod">
          <ac:chgData name="Bustio Martínez Lázaro" userId="40a2716d-298b-429a-a0ab-e42e295773ea" providerId="ADAL" clId="{720B097F-2504-4CAE-9C48-8274C2C8D809}" dt="2023-01-19T20:38:41.358" v="101" actId="20577"/>
          <ac:spMkLst>
            <pc:docMk/>
            <pc:sldMk cId="2630847532" sldId="286"/>
            <ac:spMk id="2" creationId="{F62458AF-A8C4-4DB1-A062-F81FBB880DB7}"/>
          </ac:spMkLst>
        </pc:spChg>
      </pc:sldChg>
      <pc:sldChg chg="modSp mod">
        <pc:chgData name="Bustio Martínez Lázaro" userId="40a2716d-298b-429a-a0ab-e42e295773ea" providerId="ADAL" clId="{720B097F-2504-4CAE-9C48-8274C2C8D809}" dt="2023-01-19T21:18:16.292" v="447" actId="1076"/>
        <pc:sldMkLst>
          <pc:docMk/>
          <pc:sldMk cId="1843436703" sldId="289"/>
        </pc:sldMkLst>
        <pc:picChg chg="mod">
          <ac:chgData name="Bustio Martínez Lázaro" userId="40a2716d-298b-429a-a0ab-e42e295773ea" providerId="ADAL" clId="{720B097F-2504-4CAE-9C48-8274C2C8D809}" dt="2023-01-19T21:18:16.292" v="447" actId="1076"/>
          <ac:picMkLst>
            <pc:docMk/>
            <pc:sldMk cId="1843436703" sldId="289"/>
            <ac:picMk id="5" creationId="{78E7B436-AF9E-4CDF-A8C1-E660272AC39F}"/>
          </ac:picMkLst>
        </pc:picChg>
      </pc:sldChg>
      <pc:sldChg chg="modSp mod">
        <pc:chgData name="Bustio Martínez Lázaro" userId="40a2716d-298b-429a-a0ab-e42e295773ea" providerId="ADAL" clId="{720B097F-2504-4CAE-9C48-8274C2C8D809}" dt="2023-01-19T20:40:24.693" v="122" actId="27636"/>
        <pc:sldMkLst>
          <pc:docMk/>
          <pc:sldMk cId="2547955425" sldId="299"/>
        </pc:sldMkLst>
        <pc:spChg chg="mod">
          <ac:chgData name="Bustio Martínez Lázaro" userId="40a2716d-298b-429a-a0ab-e42e295773ea" providerId="ADAL" clId="{720B097F-2504-4CAE-9C48-8274C2C8D809}" dt="2023-01-19T20:40:20.199" v="120" actId="20577"/>
          <ac:spMkLst>
            <pc:docMk/>
            <pc:sldMk cId="2547955425" sldId="299"/>
            <ac:spMk id="2" creationId="{88FD0918-1882-4977-BAF9-82679D955FCF}"/>
          </ac:spMkLst>
        </pc:spChg>
        <pc:spChg chg="mod">
          <ac:chgData name="Bustio Martínez Lázaro" userId="40a2716d-298b-429a-a0ab-e42e295773ea" providerId="ADAL" clId="{720B097F-2504-4CAE-9C48-8274C2C8D809}" dt="2023-01-19T20:40:24.693" v="122" actId="27636"/>
          <ac:spMkLst>
            <pc:docMk/>
            <pc:sldMk cId="2547955425" sldId="299"/>
            <ac:spMk id="3" creationId="{D41AFE4F-9CED-43B7-8F0C-850C749DA25D}"/>
          </ac:spMkLst>
        </pc:spChg>
      </pc:sldChg>
      <pc:sldChg chg="del">
        <pc:chgData name="Bustio Martínez Lázaro" userId="40a2716d-298b-429a-a0ab-e42e295773ea" providerId="ADAL" clId="{720B097F-2504-4CAE-9C48-8274C2C8D809}" dt="2023-01-19T20:37:56.487" v="84" actId="47"/>
        <pc:sldMkLst>
          <pc:docMk/>
          <pc:sldMk cId="2479763064" sldId="300"/>
        </pc:sldMkLst>
      </pc:sldChg>
      <pc:sldChg chg="addSp delSp add del setBg delDesignElem">
        <pc:chgData name="Bustio Martínez Lázaro" userId="40a2716d-298b-429a-a0ab-e42e295773ea" providerId="ADAL" clId="{720B097F-2504-4CAE-9C48-8274C2C8D809}" dt="2023-01-19T20:57:43.977" v="200" actId="47"/>
        <pc:sldMkLst>
          <pc:docMk/>
          <pc:sldMk cId="3754765854" sldId="300"/>
        </pc:sldMkLst>
        <pc:spChg chg="add del">
          <ac:chgData name="Bustio Martínez Lázaro" userId="40a2716d-298b-429a-a0ab-e42e295773ea" providerId="ADAL" clId="{720B097F-2504-4CAE-9C48-8274C2C8D809}" dt="2023-01-19T20:45:07.957" v="193"/>
          <ac:spMkLst>
            <pc:docMk/>
            <pc:sldMk cId="3754765854" sldId="300"/>
            <ac:spMk id="135" creationId="{A8384FB5-9ADC-4DDC-881B-597D56F5B15D}"/>
          </ac:spMkLst>
        </pc:spChg>
        <pc:spChg chg="add del">
          <ac:chgData name="Bustio Martínez Lázaro" userId="40a2716d-298b-429a-a0ab-e42e295773ea" providerId="ADAL" clId="{720B097F-2504-4CAE-9C48-8274C2C8D809}" dt="2023-01-19T20:45:07.957" v="193"/>
          <ac:spMkLst>
            <pc:docMk/>
            <pc:sldMk cId="3754765854" sldId="300"/>
            <ac:spMk id="137" creationId="{1199E1B1-A8C0-4FE8-A5A8-1CB41D69F857}"/>
          </ac:spMkLst>
        </pc:spChg>
        <pc:spChg chg="add del">
          <ac:chgData name="Bustio Martínez Lázaro" userId="40a2716d-298b-429a-a0ab-e42e295773ea" providerId="ADAL" clId="{720B097F-2504-4CAE-9C48-8274C2C8D809}" dt="2023-01-19T20:45:07.957" v="193"/>
          <ac:spMkLst>
            <pc:docMk/>
            <pc:sldMk cId="3754765854" sldId="300"/>
            <ac:spMk id="139" creationId="{84A8DE83-DE75-4B41-9DB4-A7EC0B0DEC0B}"/>
          </ac:spMkLst>
        </pc:spChg>
        <pc:spChg chg="add del">
          <ac:chgData name="Bustio Martínez Lázaro" userId="40a2716d-298b-429a-a0ab-e42e295773ea" providerId="ADAL" clId="{720B097F-2504-4CAE-9C48-8274C2C8D809}" dt="2023-01-19T20:45:07.957" v="193"/>
          <ac:spMkLst>
            <pc:docMk/>
            <pc:sldMk cId="3754765854" sldId="300"/>
            <ac:spMk id="141" creationId="{A7009A0A-BEF5-4EAC-AF15-E4F9F002E239}"/>
          </ac:spMkLst>
        </pc:spChg>
      </pc:sldChg>
      <pc:sldChg chg="addSp delSp add del setBg delDesignElem">
        <pc:chgData name="Bustio Martínez Lázaro" userId="40a2716d-298b-429a-a0ab-e42e295773ea" providerId="ADAL" clId="{720B097F-2504-4CAE-9C48-8274C2C8D809}" dt="2023-01-19T20:57:43.977" v="200" actId="47"/>
        <pc:sldMkLst>
          <pc:docMk/>
          <pc:sldMk cId="1088358247" sldId="301"/>
        </pc:sldMkLst>
        <pc:spChg chg="add del">
          <ac:chgData name="Bustio Martínez Lázaro" userId="40a2716d-298b-429a-a0ab-e42e295773ea" providerId="ADAL" clId="{720B097F-2504-4CAE-9C48-8274C2C8D809}" dt="2023-01-19T20:45:07.957" v="193"/>
          <ac:spMkLst>
            <pc:docMk/>
            <pc:sldMk cId="1088358247" sldId="301"/>
            <ac:spMk id="8" creationId="{1B15ED52-F352-441B-82BF-E0EA34836D08}"/>
          </ac:spMkLst>
        </pc:spChg>
        <pc:spChg chg="add del">
          <ac:chgData name="Bustio Martínez Lázaro" userId="40a2716d-298b-429a-a0ab-e42e295773ea" providerId="ADAL" clId="{720B097F-2504-4CAE-9C48-8274C2C8D809}" dt="2023-01-19T20:45:07.957" v="193"/>
          <ac:spMkLst>
            <pc:docMk/>
            <pc:sldMk cId="1088358247" sldId="301"/>
            <ac:spMk id="10" creationId="{3B2E3793-BFE6-45A2-9B7B-E18844431C99}"/>
          </ac:spMkLst>
        </pc:spChg>
        <pc:spChg chg="add del">
          <ac:chgData name="Bustio Martínez Lázaro" userId="40a2716d-298b-429a-a0ab-e42e295773ea" providerId="ADAL" clId="{720B097F-2504-4CAE-9C48-8274C2C8D809}" dt="2023-01-19T20:45:07.957" v="193"/>
          <ac:spMkLst>
            <pc:docMk/>
            <pc:sldMk cId="1088358247" sldId="301"/>
            <ac:spMk id="12" creationId="{BC4C4868-CB8F-4AF9-9CDB-8108F2C19B67}"/>
          </ac:spMkLst>
        </pc:spChg>
        <pc:spChg chg="add del">
          <ac:chgData name="Bustio Martínez Lázaro" userId="40a2716d-298b-429a-a0ab-e42e295773ea" providerId="ADAL" clId="{720B097F-2504-4CAE-9C48-8274C2C8D809}" dt="2023-01-19T20:45:07.957" v="193"/>
          <ac:spMkLst>
            <pc:docMk/>
            <pc:sldMk cId="1088358247" sldId="301"/>
            <ac:spMk id="14" creationId="{375E0459-6403-40CD-989D-56A4407CA12E}"/>
          </ac:spMkLst>
        </pc:spChg>
        <pc:spChg chg="add del">
          <ac:chgData name="Bustio Martínez Lázaro" userId="40a2716d-298b-429a-a0ab-e42e295773ea" providerId="ADAL" clId="{720B097F-2504-4CAE-9C48-8274C2C8D809}" dt="2023-01-19T20:45:07.957" v="193"/>
          <ac:spMkLst>
            <pc:docMk/>
            <pc:sldMk cId="1088358247" sldId="301"/>
            <ac:spMk id="16" creationId="{53E5B1A8-3AC9-4BD1-9BBC-78CA94F2D1BA}"/>
          </ac:spMkLst>
        </pc:spChg>
      </pc:sldChg>
      <pc:sldChg chg="del">
        <pc:chgData name="Bustio Martínez Lázaro" userId="40a2716d-298b-429a-a0ab-e42e295773ea" providerId="ADAL" clId="{720B097F-2504-4CAE-9C48-8274C2C8D809}" dt="2023-01-19T21:08:54.150" v="302" actId="47"/>
        <pc:sldMkLst>
          <pc:docMk/>
          <pc:sldMk cId="4243693151" sldId="302"/>
        </pc:sldMkLst>
      </pc:sldChg>
      <pc:sldChg chg="modSp mod">
        <pc:chgData name="Bustio Martínez Lázaro" userId="40a2716d-298b-429a-a0ab-e42e295773ea" providerId="ADAL" clId="{720B097F-2504-4CAE-9C48-8274C2C8D809}" dt="2023-01-19T21:21:18.323" v="514" actId="20577"/>
        <pc:sldMkLst>
          <pc:docMk/>
          <pc:sldMk cId="939444882" sldId="331"/>
        </pc:sldMkLst>
        <pc:spChg chg="mod">
          <ac:chgData name="Bustio Martínez Lázaro" userId="40a2716d-298b-429a-a0ab-e42e295773ea" providerId="ADAL" clId="{720B097F-2504-4CAE-9C48-8274C2C8D809}" dt="2023-01-19T21:21:18.323" v="514" actId="20577"/>
          <ac:spMkLst>
            <pc:docMk/>
            <pc:sldMk cId="939444882" sldId="331"/>
            <ac:spMk id="2" creationId="{78614228-FF79-46BD-9C59-C3331891F494}"/>
          </ac:spMkLst>
        </pc:spChg>
      </pc:sldChg>
      <pc:sldChg chg="modSp mod">
        <pc:chgData name="Bustio Martínez Lázaro" userId="40a2716d-298b-429a-a0ab-e42e295773ea" providerId="ADAL" clId="{720B097F-2504-4CAE-9C48-8274C2C8D809}" dt="2023-01-19T21:09:49.833" v="376" actId="20577"/>
        <pc:sldMkLst>
          <pc:docMk/>
          <pc:sldMk cId="1995696201" sldId="332"/>
        </pc:sldMkLst>
        <pc:spChg chg="mod">
          <ac:chgData name="Bustio Martínez Lázaro" userId="40a2716d-298b-429a-a0ab-e42e295773ea" providerId="ADAL" clId="{720B097F-2504-4CAE-9C48-8274C2C8D809}" dt="2023-01-19T21:09:27.064" v="315" actId="20577"/>
          <ac:spMkLst>
            <pc:docMk/>
            <pc:sldMk cId="1995696201" sldId="332"/>
            <ac:spMk id="2" creationId="{23EA10E0-EA37-4DCB-9D7A-BCC7E22F2768}"/>
          </ac:spMkLst>
        </pc:spChg>
        <pc:spChg chg="mod">
          <ac:chgData name="Bustio Martínez Lázaro" userId="40a2716d-298b-429a-a0ab-e42e295773ea" providerId="ADAL" clId="{720B097F-2504-4CAE-9C48-8274C2C8D809}" dt="2023-01-19T21:09:49.833" v="376" actId="20577"/>
          <ac:spMkLst>
            <pc:docMk/>
            <pc:sldMk cId="1995696201" sldId="332"/>
            <ac:spMk id="3" creationId="{A1FB1883-30CC-4C5A-A6D9-79D5468325B8}"/>
          </ac:spMkLst>
        </pc:spChg>
      </pc:sldChg>
      <pc:sldChg chg="add del">
        <pc:chgData name="Bustio Martínez Lázaro" userId="40a2716d-298b-429a-a0ab-e42e295773ea" providerId="ADAL" clId="{720B097F-2504-4CAE-9C48-8274C2C8D809}" dt="2023-01-19T21:10:38.197" v="383" actId="47"/>
        <pc:sldMkLst>
          <pc:docMk/>
          <pc:sldMk cId="4202380315" sldId="333"/>
        </pc:sldMkLst>
      </pc:sldChg>
      <pc:sldChg chg="del">
        <pc:chgData name="Bustio Martínez Lázaro" userId="40a2716d-298b-429a-a0ab-e42e295773ea" providerId="ADAL" clId="{720B097F-2504-4CAE-9C48-8274C2C8D809}" dt="2023-01-19T21:10:34.118" v="380" actId="47"/>
        <pc:sldMkLst>
          <pc:docMk/>
          <pc:sldMk cId="2981955812" sldId="334"/>
        </pc:sldMkLst>
      </pc:sldChg>
      <pc:sldChg chg="del">
        <pc:chgData name="Bustio Martínez Lázaro" userId="40a2716d-298b-429a-a0ab-e42e295773ea" providerId="ADAL" clId="{720B097F-2504-4CAE-9C48-8274C2C8D809}" dt="2023-01-19T21:10:34.887" v="381" actId="47"/>
        <pc:sldMkLst>
          <pc:docMk/>
          <pc:sldMk cId="1100200064" sldId="335"/>
        </pc:sldMkLst>
      </pc:sldChg>
      <pc:sldChg chg="modSp mod">
        <pc:chgData name="Bustio Martínez Lázaro" userId="40a2716d-298b-429a-a0ab-e42e295773ea" providerId="ADAL" clId="{720B097F-2504-4CAE-9C48-8274C2C8D809}" dt="2023-01-19T21:11:22.139" v="397" actId="20577"/>
        <pc:sldMkLst>
          <pc:docMk/>
          <pc:sldMk cId="1722015731" sldId="338"/>
        </pc:sldMkLst>
        <pc:spChg chg="mod">
          <ac:chgData name="Bustio Martínez Lázaro" userId="40a2716d-298b-429a-a0ab-e42e295773ea" providerId="ADAL" clId="{720B097F-2504-4CAE-9C48-8274C2C8D809}" dt="2023-01-19T21:11:13.434" v="395" actId="20577"/>
          <ac:spMkLst>
            <pc:docMk/>
            <pc:sldMk cId="1722015731" sldId="338"/>
            <ac:spMk id="5" creationId="{90002D91-E447-45BE-B29E-FC585637138A}"/>
          </ac:spMkLst>
        </pc:spChg>
        <pc:spChg chg="mod">
          <ac:chgData name="Bustio Martínez Lázaro" userId="40a2716d-298b-429a-a0ab-e42e295773ea" providerId="ADAL" clId="{720B097F-2504-4CAE-9C48-8274C2C8D809}" dt="2023-01-19T21:11:22.139" v="397" actId="20577"/>
          <ac:spMkLst>
            <pc:docMk/>
            <pc:sldMk cId="1722015731" sldId="338"/>
            <ac:spMk id="6" creationId="{CAA3F82D-B942-44F3-A360-42D875789A1C}"/>
          </ac:spMkLst>
        </pc:spChg>
      </pc:sldChg>
      <pc:sldChg chg="addSp delSp add del setBg delDesignElem">
        <pc:chgData name="Bustio Martínez Lázaro" userId="40a2716d-298b-429a-a0ab-e42e295773ea" providerId="ADAL" clId="{720B097F-2504-4CAE-9C48-8274C2C8D809}" dt="2023-01-19T20:58:02.446" v="202" actId="47"/>
        <pc:sldMkLst>
          <pc:docMk/>
          <pc:sldMk cId="1121284005" sldId="355"/>
        </pc:sldMkLst>
        <pc:spChg chg="add del">
          <ac:chgData name="Bustio Martínez Lázaro" userId="40a2716d-298b-429a-a0ab-e42e295773ea" providerId="ADAL" clId="{720B097F-2504-4CAE-9C48-8274C2C8D809}" dt="2023-01-19T20:45:07.957" v="193"/>
          <ac:spMkLst>
            <pc:docMk/>
            <pc:sldMk cId="1121284005" sldId="355"/>
            <ac:spMk id="201" creationId="{B712E947-0734-45F9-9C4F-41114EC3A33E}"/>
          </ac:spMkLst>
        </pc:spChg>
        <pc:spChg chg="add del">
          <ac:chgData name="Bustio Martínez Lázaro" userId="40a2716d-298b-429a-a0ab-e42e295773ea" providerId="ADAL" clId="{720B097F-2504-4CAE-9C48-8274C2C8D809}" dt="2023-01-19T20:45:07.957" v="193"/>
          <ac:spMkLst>
            <pc:docMk/>
            <pc:sldMk cId="1121284005" sldId="355"/>
            <ac:spMk id="203" creationId="{5A65989E-BBD5-44D7-AA86-7AFD5D46BBC0}"/>
          </ac:spMkLst>
        </pc:spChg>
        <pc:spChg chg="add del">
          <ac:chgData name="Bustio Martínez Lázaro" userId="40a2716d-298b-429a-a0ab-e42e295773ea" providerId="ADAL" clId="{720B097F-2504-4CAE-9C48-8274C2C8D809}" dt="2023-01-19T20:45:07.957" v="193"/>
          <ac:spMkLst>
            <pc:docMk/>
            <pc:sldMk cId="1121284005" sldId="355"/>
            <ac:spMk id="205" creationId="{231A2881-D8D7-4A7D-ACA3-E9F849F853D8}"/>
          </ac:spMkLst>
        </pc:spChg>
      </pc:sldChg>
      <pc:sldChg chg="addSp delSp add del setBg delDesignElem">
        <pc:chgData name="Bustio Martínez Lázaro" userId="40a2716d-298b-429a-a0ab-e42e295773ea" providerId="ADAL" clId="{720B097F-2504-4CAE-9C48-8274C2C8D809}" dt="2023-01-19T20:58:02.446" v="202" actId="47"/>
        <pc:sldMkLst>
          <pc:docMk/>
          <pc:sldMk cId="595472123" sldId="356"/>
        </pc:sldMkLst>
        <pc:spChg chg="add del">
          <ac:chgData name="Bustio Martínez Lázaro" userId="40a2716d-298b-429a-a0ab-e42e295773ea" providerId="ADAL" clId="{720B097F-2504-4CAE-9C48-8274C2C8D809}" dt="2023-01-19T20:45:07.957" v="193"/>
          <ac:spMkLst>
            <pc:docMk/>
            <pc:sldMk cId="595472123" sldId="356"/>
            <ac:spMk id="74" creationId="{B712E947-0734-45F9-9C4F-41114EC3A33E}"/>
          </ac:spMkLst>
        </pc:spChg>
        <pc:spChg chg="add del">
          <ac:chgData name="Bustio Martínez Lázaro" userId="40a2716d-298b-429a-a0ab-e42e295773ea" providerId="ADAL" clId="{720B097F-2504-4CAE-9C48-8274C2C8D809}" dt="2023-01-19T20:45:07.957" v="193"/>
          <ac:spMkLst>
            <pc:docMk/>
            <pc:sldMk cId="595472123" sldId="356"/>
            <ac:spMk id="76" creationId="{5A65989E-BBD5-44D7-AA86-7AFD5D46BBC0}"/>
          </ac:spMkLst>
        </pc:spChg>
        <pc:spChg chg="add del">
          <ac:chgData name="Bustio Martínez Lázaro" userId="40a2716d-298b-429a-a0ab-e42e295773ea" providerId="ADAL" clId="{720B097F-2504-4CAE-9C48-8274C2C8D809}" dt="2023-01-19T20:45:07.957" v="193"/>
          <ac:spMkLst>
            <pc:docMk/>
            <pc:sldMk cId="595472123" sldId="356"/>
            <ac:spMk id="78" creationId="{231A2881-D8D7-4A7D-ACA3-E9F849F853D8}"/>
          </ac:spMkLst>
        </pc:spChg>
      </pc:sldChg>
      <pc:sldChg chg="addSp delSp add del setBg delDesignElem">
        <pc:chgData name="Bustio Martínez Lázaro" userId="40a2716d-298b-429a-a0ab-e42e295773ea" providerId="ADAL" clId="{720B097F-2504-4CAE-9C48-8274C2C8D809}" dt="2023-01-19T20:58:02.446" v="202" actId="47"/>
        <pc:sldMkLst>
          <pc:docMk/>
          <pc:sldMk cId="4112577555" sldId="357"/>
        </pc:sldMkLst>
        <pc:spChg chg="add del">
          <ac:chgData name="Bustio Martínez Lázaro" userId="40a2716d-298b-429a-a0ab-e42e295773ea" providerId="ADAL" clId="{720B097F-2504-4CAE-9C48-8274C2C8D809}" dt="2023-01-19T20:45:07.957" v="193"/>
          <ac:spMkLst>
            <pc:docMk/>
            <pc:sldMk cId="4112577555" sldId="357"/>
            <ac:spMk id="140" creationId="{873DDF9D-E27C-4E23-A1E8-CA352535F7C9}"/>
          </ac:spMkLst>
        </pc:spChg>
        <pc:spChg chg="add del">
          <ac:chgData name="Bustio Martínez Lázaro" userId="40a2716d-298b-429a-a0ab-e42e295773ea" providerId="ADAL" clId="{720B097F-2504-4CAE-9C48-8274C2C8D809}" dt="2023-01-19T20:45:07.957" v="193"/>
          <ac:spMkLst>
            <pc:docMk/>
            <pc:sldMk cId="4112577555" sldId="357"/>
            <ac:spMk id="142" creationId="{4C6B5652-C661-4C58-B937-F0F490F7FCB2}"/>
          </ac:spMkLst>
        </pc:spChg>
        <pc:spChg chg="add del">
          <ac:chgData name="Bustio Martínez Lázaro" userId="40a2716d-298b-429a-a0ab-e42e295773ea" providerId="ADAL" clId="{720B097F-2504-4CAE-9C48-8274C2C8D809}" dt="2023-01-19T20:45:07.957" v="193"/>
          <ac:spMkLst>
            <pc:docMk/>
            <pc:sldMk cId="4112577555" sldId="357"/>
            <ac:spMk id="144" creationId="{0B936867-6407-43FB-9DE6-1B0879D0CB31}"/>
          </ac:spMkLst>
        </pc:spChg>
        <pc:spChg chg="add del">
          <ac:chgData name="Bustio Martínez Lázaro" userId="40a2716d-298b-429a-a0ab-e42e295773ea" providerId="ADAL" clId="{720B097F-2504-4CAE-9C48-8274C2C8D809}" dt="2023-01-19T20:45:07.957" v="193"/>
          <ac:spMkLst>
            <pc:docMk/>
            <pc:sldMk cId="4112577555" sldId="357"/>
            <ac:spMk id="146" creationId="{ACD0B258-678B-4A8C-894F-848AF24A1922}"/>
          </ac:spMkLst>
        </pc:spChg>
        <pc:spChg chg="add del">
          <ac:chgData name="Bustio Martínez Lázaro" userId="40a2716d-298b-429a-a0ab-e42e295773ea" providerId="ADAL" clId="{720B097F-2504-4CAE-9C48-8274C2C8D809}" dt="2023-01-19T20:45:07.957" v="193"/>
          <ac:spMkLst>
            <pc:docMk/>
            <pc:sldMk cId="4112577555" sldId="357"/>
            <ac:spMk id="148" creationId="{2F003F3F-F118-41D2-AA3F-74DB0D1970BB}"/>
          </ac:spMkLst>
        </pc:spChg>
        <pc:spChg chg="add del">
          <ac:chgData name="Bustio Martínez Lázaro" userId="40a2716d-298b-429a-a0ab-e42e295773ea" providerId="ADAL" clId="{720B097F-2504-4CAE-9C48-8274C2C8D809}" dt="2023-01-19T20:45:07.957" v="193"/>
          <ac:spMkLst>
            <pc:docMk/>
            <pc:sldMk cId="4112577555" sldId="357"/>
            <ac:spMk id="150" creationId="{C8D58395-74AF-401A-AF2F-76B6FCF71DFE}"/>
          </ac:spMkLst>
        </pc:spChg>
      </pc:sldChg>
      <pc:sldChg chg="addSp delSp add del setBg delDesignElem">
        <pc:chgData name="Bustio Martínez Lázaro" userId="40a2716d-298b-429a-a0ab-e42e295773ea" providerId="ADAL" clId="{720B097F-2504-4CAE-9C48-8274C2C8D809}" dt="2023-01-19T20:58:02.446" v="202" actId="47"/>
        <pc:sldMkLst>
          <pc:docMk/>
          <pc:sldMk cId="1510273314" sldId="358"/>
        </pc:sldMkLst>
        <pc:spChg chg="add del">
          <ac:chgData name="Bustio Martínez Lázaro" userId="40a2716d-298b-429a-a0ab-e42e295773ea" providerId="ADAL" clId="{720B097F-2504-4CAE-9C48-8274C2C8D809}" dt="2023-01-19T20:45:07.957" v="193"/>
          <ac:spMkLst>
            <pc:docMk/>
            <pc:sldMk cId="1510273314" sldId="358"/>
            <ac:spMk id="74" creationId="{A7AE9375-4664-4DB2-922D-2782A6E439AC}"/>
          </ac:spMkLst>
        </pc:spChg>
        <pc:spChg chg="add del">
          <ac:chgData name="Bustio Martínez Lázaro" userId="40a2716d-298b-429a-a0ab-e42e295773ea" providerId="ADAL" clId="{720B097F-2504-4CAE-9C48-8274C2C8D809}" dt="2023-01-19T20:45:07.957" v="193"/>
          <ac:spMkLst>
            <pc:docMk/>
            <pc:sldMk cId="1510273314" sldId="358"/>
            <ac:spMk id="78" creationId="{C87417AF-190E-4D6E-AFA6-7D3E84B0B430}"/>
          </ac:spMkLst>
        </pc:spChg>
        <pc:spChg chg="add del">
          <ac:chgData name="Bustio Martínez Lázaro" userId="40a2716d-298b-429a-a0ab-e42e295773ea" providerId="ADAL" clId="{720B097F-2504-4CAE-9C48-8274C2C8D809}" dt="2023-01-19T20:45:07.957" v="193"/>
          <ac:spMkLst>
            <pc:docMk/>
            <pc:sldMk cId="1510273314" sldId="358"/>
            <ac:spMk id="80" creationId="{80B30ED8-273E-4C07-8568-2FE5CC5C483D}"/>
          </ac:spMkLst>
        </pc:spChg>
        <pc:cxnChg chg="add del">
          <ac:chgData name="Bustio Martínez Lázaro" userId="40a2716d-298b-429a-a0ab-e42e295773ea" providerId="ADAL" clId="{720B097F-2504-4CAE-9C48-8274C2C8D809}" dt="2023-01-19T20:45:07.957" v="193"/>
          <ac:cxnSpMkLst>
            <pc:docMk/>
            <pc:sldMk cId="1510273314" sldId="358"/>
            <ac:cxnSpMk id="76" creationId="{EE504C98-6397-41C1-A8D8-2D9C4ED307E0}"/>
          </ac:cxnSpMkLst>
        </pc:cxnChg>
      </pc:sldChg>
      <pc:sldChg chg="addSp delSp add del setBg delDesignElem">
        <pc:chgData name="Bustio Martínez Lázaro" userId="40a2716d-298b-429a-a0ab-e42e295773ea" providerId="ADAL" clId="{720B097F-2504-4CAE-9C48-8274C2C8D809}" dt="2023-01-19T20:58:02.446" v="202" actId="47"/>
        <pc:sldMkLst>
          <pc:docMk/>
          <pc:sldMk cId="1728815984" sldId="359"/>
        </pc:sldMkLst>
        <pc:spChg chg="add del">
          <ac:chgData name="Bustio Martínez Lázaro" userId="40a2716d-298b-429a-a0ab-e42e295773ea" providerId="ADAL" clId="{720B097F-2504-4CAE-9C48-8274C2C8D809}" dt="2023-01-19T20:45:07.957" v="193"/>
          <ac:spMkLst>
            <pc:docMk/>
            <pc:sldMk cId="1728815984" sldId="359"/>
            <ac:spMk id="135" creationId="{E8A8EAB8-D2FF-444D-B34B-7D32F106AD0E}"/>
          </ac:spMkLst>
        </pc:spChg>
        <pc:cxnChg chg="add del">
          <ac:chgData name="Bustio Martínez Lázaro" userId="40a2716d-298b-429a-a0ab-e42e295773ea" providerId="ADAL" clId="{720B097F-2504-4CAE-9C48-8274C2C8D809}" dt="2023-01-19T20:45:07.957" v="193"/>
          <ac:cxnSpMkLst>
            <pc:docMk/>
            <pc:sldMk cId="1728815984" sldId="359"/>
            <ac:cxnSpMk id="137" creationId="{EEA38897-7BA3-4408-8083-3235339C4A60}"/>
          </ac:cxnSpMkLst>
        </pc:cxnChg>
        <pc:cxnChg chg="add del">
          <ac:chgData name="Bustio Martínez Lázaro" userId="40a2716d-298b-429a-a0ab-e42e295773ea" providerId="ADAL" clId="{720B097F-2504-4CAE-9C48-8274C2C8D809}" dt="2023-01-19T20:45:07.957" v="193"/>
          <ac:cxnSpMkLst>
            <pc:docMk/>
            <pc:sldMk cId="1728815984" sldId="359"/>
            <ac:cxnSpMk id="139" creationId="{F11AD06B-AB20-4097-8606-5DA00DBACE88}"/>
          </ac:cxnSpMkLst>
        </pc:cxnChg>
      </pc:sldChg>
      <pc:sldChg chg="addSp delSp add del setBg delDesignElem">
        <pc:chgData name="Bustio Martínez Lázaro" userId="40a2716d-298b-429a-a0ab-e42e295773ea" providerId="ADAL" clId="{720B097F-2504-4CAE-9C48-8274C2C8D809}" dt="2023-01-19T20:58:02.446" v="202" actId="47"/>
        <pc:sldMkLst>
          <pc:docMk/>
          <pc:sldMk cId="3606690186" sldId="360"/>
        </pc:sldMkLst>
        <pc:spChg chg="add del">
          <ac:chgData name="Bustio Martínez Lázaro" userId="40a2716d-298b-429a-a0ab-e42e295773ea" providerId="ADAL" clId="{720B097F-2504-4CAE-9C48-8274C2C8D809}" dt="2023-01-19T20:45:07.957" v="193"/>
          <ac:spMkLst>
            <pc:docMk/>
            <pc:sldMk cId="3606690186" sldId="360"/>
            <ac:spMk id="72" creationId="{E8A8EAB8-D2FF-444D-B34B-7D32F106AD0E}"/>
          </ac:spMkLst>
        </pc:spChg>
        <pc:cxnChg chg="add del">
          <ac:chgData name="Bustio Martínez Lázaro" userId="40a2716d-298b-429a-a0ab-e42e295773ea" providerId="ADAL" clId="{720B097F-2504-4CAE-9C48-8274C2C8D809}" dt="2023-01-19T20:45:07.957" v="193"/>
          <ac:cxnSpMkLst>
            <pc:docMk/>
            <pc:sldMk cId="3606690186" sldId="360"/>
            <ac:cxnSpMk id="74" creationId="{EEA38897-7BA3-4408-8083-3235339C4A60}"/>
          </ac:cxnSpMkLst>
        </pc:cxnChg>
        <pc:cxnChg chg="add del">
          <ac:chgData name="Bustio Martínez Lázaro" userId="40a2716d-298b-429a-a0ab-e42e295773ea" providerId="ADAL" clId="{720B097F-2504-4CAE-9C48-8274C2C8D809}" dt="2023-01-19T20:45:07.957" v="193"/>
          <ac:cxnSpMkLst>
            <pc:docMk/>
            <pc:sldMk cId="3606690186" sldId="360"/>
            <ac:cxnSpMk id="76" creationId="{F11AD06B-AB20-4097-8606-5DA00DBACE88}"/>
          </ac:cxnSpMkLst>
        </pc:cxnChg>
      </pc:sldChg>
      <pc:sldChg chg="addSp delSp add del setBg delDesignElem">
        <pc:chgData name="Bustio Martínez Lázaro" userId="40a2716d-298b-429a-a0ab-e42e295773ea" providerId="ADAL" clId="{720B097F-2504-4CAE-9C48-8274C2C8D809}" dt="2023-01-19T20:58:02.446" v="202" actId="47"/>
        <pc:sldMkLst>
          <pc:docMk/>
          <pc:sldMk cId="1460048693" sldId="361"/>
        </pc:sldMkLst>
        <pc:spChg chg="add del">
          <ac:chgData name="Bustio Martínez Lázaro" userId="40a2716d-298b-429a-a0ab-e42e295773ea" providerId="ADAL" clId="{720B097F-2504-4CAE-9C48-8274C2C8D809}" dt="2023-01-19T20:45:07.957" v="193"/>
          <ac:spMkLst>
            <pc:docMk/>
            <pc:sldMk cId="1460048693" sldId="361"/>
            <ac:spMk id="72" creationId="{E8A8EAB8-D2FF-444D-B34B-7D32F106AD0E}"/>
          </ac:spMkLst>
        </pc:spChg>
        <pc:cxnChg chg="add del">
          <ac:chgData name="Bustio Martínez Lázaro" userId="40a2716d-298b-429a-a0ab-e42e295773ea" providerId="ADAL" clId="{720B097F-2504-4CAE-9C48-8274C2C8D809}" dt="2023-01-19T20:45:07.957" v="193"/>
          <ac:cxnSpMkLst>
            <pc:docMk/>
            <pc:sldMk cId="1460048693" sldId="361"/>
            <ac:cxnSpMk id="74" creationId="{EEA38897-7BA3-4408-8083-3235339C4A60}"/>
          </ac:cxnSpMkLst>
        </pc:cxnChg>
        <pc:cxnChg chg="add del">
          <ac:chgData name="Bustio Martínez Lázaro" userId="40a2716d-298b-429a-a0ab-e42e295773ea" providerId="ADAL" clId="{720B097F-2504-4CAE-9C48-8274C2C8D809}" dt="2023-01-19T20:45:07.957" v="193"/>
          <ac:cxnSpMkLst>
            <pc:docMk/>
            <pc:sldMk cId="1460048693" sldId="361"/>
            <ac:cxnSpMk id="76" creationId="{CA240C79-242E-4918-9F28-B101847D1CC6}"/>
          </ac:cxnSpMkLst>
        </pc:cxnChg>
        <pc:cxnChg chg="add del">
          <ac:chgData name="Bustio Martínez Lázaro" userId="40a2716d-298b-429a-a0ab-e42e295773ea" providerId="ADAL" clId="{720B097F-2504-4CAE-9C48-8274C2C8D809}" dt="2023-01-19T20:45:07.957" v="193"/>
          <ac:cxnSpMkLst>
            <pc:docMk/>
            <pc:sldMk cId="1460048693" sldId="361"/>
            <ac:cxnSpMk id="78" creationId="{F11AD06B-AB20-4097-8606-5DA00DBACE88}"/>
          </ac:cxnSpMkLst>
        </pc:cxnChg>
      </pc:sldChg>
      <pc:sldChg chg="addSp delSp add del setBg delDesignElem">
        <pc:chgData name="Bustio Martínez Lázaro" userId="40a2716d-298b-429a-a0ab-e42e295773ea" providerId="ADAL" clId="{720B097F-2504-4CAE-9C48-8274C2C8D809}" dt="2023-01-19T20:58:02.446" v="202" actId="47"/>
        <pc:sldMkLst>
          <pc:docMk/>
          <pc:sldMk cId="2037034327" sldId="362"/>
        </pc:sldMkLst>
        <pc:spChg chg="add del">
          <ac:chgData name="Bustio Martínez Lázaro" userId="40a2716d-298b-429a-a0ab-e42e295773ea" providerId="ADAL" clId="{720B097F-2504-4CAE-9C48-8274C2C8D809}" dt="2023-01-19T20:45:07.957" v="193"/>
          <ac:spMkLst>
            <pc:docMk/>
            <pc:sldMk cId="2037034327" sldId="362"/>
            <ac:spMk id="73" creationId="{56C20283-73E0-40EC-8AD8-057F581F64C2}"/>
          </ac:spMkLst>
        </pc:spChg>
        <pc:spChg chg="add del">
          <ac:chgData name="Bustio Martínez Lázaro" userId="40a2716d-298b-429a-a0ab-e42e295773ea" providerId="ADAL" clId="{720B097F-2504-4CAE-9C48-8274C2C8D809}" dt="2023-01-19T20:45:07.957" v="193"/>
          <ac:spMkLst>
            <pc:docMk/>
            <pc:sldMk cId="2037034327" sldId="362"/>
            <ac:spMk id="75" creationId="{3FCC729B-E528-40C3-82D3-BA4375575E87}"/>
          </ac:spMkLst>
        </pc:spChg>
        <pc:spChg chg="add del">
          <ac:chgData name="Bustio Martínez Lázaro" userId="40a2716d-298b-429a-a0ab-e42e295773ea" providerId="ADAL" clId="{720B097F-2504-4CAE-9C48-8274C2C8D809}" dt="2023-01-19T20:45:07.957" v="193"/>
          <ac:spMkLst>
            <pc:docMk/>
            <pc:sldMk cId="2037034327" sldId="362"/>
            <ac:spMk id="77" creationId="{58F1FB8D-1842-4A04-998D-6CF047AB2790}"/>
          </ac:spMkLst>
        </pc:spChg>
      </pc:sldChg>
      <pc:sldChg chg="addSp delSp add del setBg delDesignElem">
        <pc:chgData name="Bustio Martínez Lázaro" userId="40a2716d-298b-429a-a0ab-e42e295773ea" providerId="ADAL" clId="{720B097F-2504-4CAE-9C48-8274C2C8D809}" dt="2023-01-19T20:58:02.446" v="202" actId="47"/>
        <pc:sldMkLst>
          <pc:docMk/>
          <pc:sldMk cId="3720597571" sldId="363"/>
        </pc:sldMkLst>
        <pc:spChg chg="add del">
          <ac:chgData name="Bustio Martínez Lázaro" userId="40a2716d-298b-429a-a0ab-e42e295773ea" providerId="ADAL" clId="{720B097F-2504-4CAE-9C48-8274C2C8D809}" dt="2023-01-19T20:45:07.957" v="193"/>
          <ac:spMkLst>
            <pc:docMk/>
            <pc:sldMk cId="3720597571" sldId="363"/>
            <ac:spMk id="136" creationId="{E8A8EAB8-D2FF-444D-B34B-7D32F106AD0E}"/>
          </ac:spMkLst>
        </pc:spChg>
        <pc:spChg chg="add del">
          <ac:chgData name="Bustio Martínez Lázaro" userId="40a2716d-298b-429a-a0ab-e42e295773ea" providerId="ADAL" clId="{720B097F-2504-4CAE-9C48-8274C2C8D809}" dt="2023-01-19T20:45:07.957" v="193"/>
          <ac:spMkLst>
            <pc:docMk/>
            <pc:sldMk cId="3720597571" sldId="363"/>
            <ac:spMk id="138" creationId="{9DD005C1-8C51-42D6-9BEE-B9B83849743D}"/>
          </ac:spMkLst>
        </pc:spChg>
        <pc:spChg chg="add del">
          <ac:chgData name="Bustio Martínez Lázaro" userId="40a2716d-298b-429a-a0ab-e42e295773ea" providerId="ADAL" clId="{720B097F-2504-4CAE-9C48-8274C2C8D809}" dt="2023-01-19T20:45:07.957" v="193"/>
          <ac:spMkLst>
            <pc:docMk/>
            <pc:sldMk cId="3720597571" sldId="363"/>
            <ac:spMk id="140" creationId="{C61F2F60-14E3-4196-B7CE-175E46F04481}"/>
          </ac:spMkLst>
        </pc:spChg>
      </pc:sldChg>
      <pc:sldChg chg="addSp delSp add del setBg delDesignElem">
        <pc:chgData name="Bustio Martínez Lázaro" userId="40a2716d-298b-429a-a0ab-e42e295773ea" providerId="ADAL" clId="{720B097F-2504-4CAE-9C48-8274C2C8D809}" dt="2023-01-19T20:58:02.446" v="202" actId="47"/>
        <pc:sldMkLst>
          <pc:docMk/>
          <pc:sldMk cId="847039892" sldId="364"/>
        </pc:sldMkLst>
        <pc:spChg chg="add del">
          <ac:chgData name="Bustio Martínez Lázaro" userId="40a2716d-298b-429a-a0ab-e42e295773ea" providerId="ADAL" clId="{720B097F-2504-4CAE-9C48-8274C2C8D809}" dt="2023-01-19T20:45:07.957" v="193"/>
          <ac:spMkLst>
            <pc:docMk/>
            <pc:sldMk cId="847039892" sldId="364"/>
            <ac:spMk id="14341" creationId="{E8A8EAB8-D2FF-444D-B34B-7D32F106AD0E}"/>
          </ac:spMkLst>
        </pc:spChg>
        <pc:spChg chg="add del">
          <ac:chgData name="Bustio Martínez Lázaro" userId="40a2716d-298b-429a-a0ab-e42e295773ea" providerId="ADAL" clId="{720B097F-2504-4CAE-9C48-8274C2C8D809}" dt="2023-01-19T20:45:07.957" v="193"/>
          <ac:spMkLst>
            <pc:docMk/>
            <pc:sldMk cId="847039892" sldId="364"/>
            <ac:spMk id="14342" creationId="{9DD005C1-8C51-42D6-9BEE-B9B83849743D}"/>
          </ac:spMkLst>
        </pc:spChg>
        <pc:spChg chg="add del">
          <ac:chgData name="Bustio Martínez Lázaro" userId="40a2716d-298b-429a-a0ab-e42e295773ea" providerId="ADAL" clId="{720B097F-2504-4CAE-9C48-8274C2C8D809}" dt="2023-01-19T20:45:07.957" v="193"/>
          <ac:spMkLst>
            <pc:docMk/>
            <pc:sldMk cId="847039892" sldId="364"/>
            <ac:spMk id="14343" creationId="{C61F2F60-14E3-4196-B7CE-175E46F04481}"/>
          </ac:spMkLst>
        </pc:spChg>
      </pc:sldChg>
      <pc:sldChg chg="addSp delSp add del setBg delDesignElem">
        <pc:chgData name="Bustio Martínez Lázaro" userId="40a2716d-298b-429a-a0ab-e42e295773ea" providerId="ADAL" clId="{720B097F-2504-4CAE-9C48-8274C2C8D809}" dt="2023-01-19T20:58:02.446" v="202" actId="47"/>
        <pc:sldMkLst>
          <pc:docMk/>
          <pc:sldMk cId="1922180818" sldId="365"/>
        </pc:sldMkLst>
        <pc:spChg chg="add del">
          <ac:chgData name="Bustio Martínez Lázaro" userId="40a2716d-298b-429a-a0ab-e42e295773ea" providerId="ADAL" clId="{720B097F-2504-4CAE-9C48-8274C2C8D809}" dt="2023-01-19T20:45:07.957" v="193"/>
          <ac:spMkLst>
            <pc:docMk/>
            <pc:sldMk cId="1922180818" sldId="365"/>
            <ac:spMk id="15365" creationId="{E8A8EAB8-D2FF-444D-B34B-7D32F106AD0E}"/>
          </ac:spMkLst>
        </pc:spChg>
        <pc:cxnChg chg="add del">
          <ac:chgData name="Bustio Martínez Lázaro" userId="40a2716d-298b-429a-a0ab-e42e295773ea" providerId="ADAL" clId="{720B097F-2504-4CAE-9C48-8274C2C8D809}" dt="2023-01-19T20:45:07.957" v="193"/>
          <ac:cxnSpMkLst>
            <pc:docMk/>
            <pc:sldMk cId="1922180818" sldId="365"/>
            <ac:cxnSpMk id="15366" creationId="{EEA38897-7BA3-4408-8083-3235339C4A60}"/>
          </ac:cxnSpMkLst>
        </pc:cxnChg>
        <pc:cxnChg chg="add del">
          <ac:chgData name="Bustio Martínez Lázaro" userId="40a2716d-298b-429a-a0ab-e42e295773ea" providerId="ADAL" clId="{720B097F-2504-4CAE-9C48-8274C2C8D809}" dt="2023-01-19T20:45:07.957" v="193"/>
          <ac:cxnSpMkLst>
            <pc:docMk/>
            <pc:sldMk cId="1922180818" sldId="365"/>
            <ac:cxnSpMk id="15367" creationId="{F11AD06B-AB20-4097-8606-5DA00DBACE88}"/>
          </ac:cxnSpMkLst>
        </pc:cxnChg>
      </pc:sldChg>
      <pc:sldChg chg="addSp delSp add del setBg delDesignElem">
        <pc:chgData name="Bustio Martínez Lázaro" userId="40a2716d-298b-429a-a0ab-e42e295773ea" providerId="ADAL" clId="{720B097F-2504-4CAE-9C48-8274C2C8D809}" dt="2023-01-19T20:58:02.446" v="202" actId="47"/>
        <pc:sldMkLst>
          <pc:docMk/>
          <pc:sldMk cId="4089198797" sldId="366"/>
        </pc:sldMkLst>
        <pc:spChg chg="add del">
          <ac:chgData name="Bustio Martínez Lázaro" userId="40a2716d-298b-429a-a0ab-e42e295773ea" providerId="ADAL" clId="{720B097F-2504-4CAE-9C48-8274C2C8D809}" dt="2023-01-19T20:45:07.957" v="193"/>
          <ac:spMkLst>
            <pc:docMk/>
            <pc:sldMk cId="4089198797" sldId="366"/>
            <ac:spMk id="73" creationId="{E8A8EAB8-D2FF-444D-B34B-7D32F106AD0E}"/>
          </ac:spMkLst>
        </pc:spChg>
        <pc:cxnChg chg="add del">
          <ac:chgData name="Bustio Martínez Lázaro" userId="40a2716d-298b-429a-a0ab-e42e295773ea" providerId="ADAL" clId="{720B097F-2504-4CAE-9C48-8274C2C8D809}" dt="2023-01-19T20:45:07.957" v="193"/>
          <ac:cxnSpMkLst>
            <pc:docMk/>
            <pc:sldMk cId="4089198797" sldId="366"/>
            <ac:cxnSpMk id="75" creationId="{EEA38897-7BA3-4408-8083-3235339C4A60}"/>
          </ac:cxnSpMkLst>
        </pc:cxnChg>
        <pc:cxnChg chg="add del">
          <ac:chgData name="Bustio Martínez Lázaro" userId="40a2716d-298b-429a-a0ab-e42e295773ea" providerId="ADAL" clId="{720B097F-2504-4CAE-9C48-8274C2C8D809}" dt="2023-01-19T20:45:07.957" v="193"/>
          <ac:cxnSpMkLst>
            <pc:docMk/>
            <pc:sldMk cId="4089198797" sldId="366"/>
            <ac:cxnSpMk id="77" creationId="{F11AD06B-AB20-4097-8606-5DA00DBACE88}"/>
          </ac:cxnSpMkLst>
        </pc:cxnChg>
      </pc:sldChg>
      <pc:sldChg chg="addSp delSp add del setBg delDesignElem">
        <pc:chgData name="Bustio Martínez Lázaro" userId="40a2716d-298b-429a-a0ab-e42e295773ea" providerId="ADAL" clId="{720B097F-2504-4CAE-9C48-8274C2C8D809}" dt="2023-01-19T20:58:02.446" v="202" actId="47"/>
        <pc:sldMkLst>
          <pc:docMk/>
          <pc:sldMk cId="3060200650" sldId="367"/>
        </pc:sldMkLst>
        <pc:spChg chg="add del">
          <ac:chgData name="Bustio Martínez Lázaro" userId="40a2716d-298b-429a-a0ab-e42e295773ea" providerId="ADAL" clId="{720B097F-2504-4CAE-9C48-8274C2C8D809}" dt="2023-01-19T20:45:07.957" v="193"/>
          <ac:spMkLst>
            <pc:docMk/>
            <pc:sldMk cId="3060200650" sldId="367"/>
            <ac:spMk id="136" creationId="{E8A8EAB8-D2FF-444D-B34B-7D32F106AD0E}"/>
          </ac:spMkLst>
        </pc:spChg>
        <pc:cxnChg chg="add del">
          <ac:chgData name="Bustio Martínez Lázaro" userId="40a2716d-298b-429a-a0ab-e42e295773ea" providerId="ADAL" clId="{720B097F-2504-4CAE-9C48-8274C2C8D809}" dt="2023-01-19T20:45:07.957" v="193"/>
          <ac:cxnSpMkLst>
            <pc:docMk/>
            <pc:sldMk cId="3060200650" sldId="367"/>
            <ac:cxnSpMk id="138" creationId="{EEA38897-7BA3-4408-8083-3235339C4A60}"/>
          </ac:cxnSpMkLst>
        </pc:cxnChg>
        <pc:cxnChg chg="add del">
          <ac:chgData name="Bustio Martínez Lázaro" userId="40a2716d-298b-429a-a0ab-e42e295773ea" providerId="ADAL" clId="{720B097F-2504-4CAE-9C48-8274C2C8D809}" dt="2023-01-19T20:45:07.957" v="193"/>
          <ac:cxnSpMkLst>
            <pc:docMk/>
            <pc:sldMk cId="3060200650" sldId="367"/>
            <ac:cxnSpMk id="140" creationId="{F11AD06B-AB20-4097-8606-5DA00DBACE88}"/>
          </ac:cxnSpMkLst>
        </pc:cxnChg>
      </pc:sldChg>
      <pc:sldChg chg="addSp delSp add del setBg delDesignElem">
        <pc:chgData name="Bustio Martínez Lázaro" userId="40a2716d-298b-429a-a0ab-e42e295773ea" providerId="ADAL" clId="{720B097F-2504-4CAE-9C48-8274C2C8D809}" dt="2023-01-19T20:58:02.446" v="202" actId="47"/>
        <pc:sldMkLst>
          <pc:docMk/>
          <pc:sldMk cId="1581523071" sldId="368"/>
        </pc:sldMkLst>
        <pc:spChg chg="add del">
          <ac:chgData name="Bustio Martínez Lázaro" userId="40a2716d-298b-429a-a0ab-e42e295773ea" providerId="ADAL" clId="{720B097F-2504-4CAE-9C48-8274C2C8D809}" dt="2023-01-19T20:45:07.957" v="193"/>
          <ac:spMkLst>
            <pc:docMk/>
            <pc:sldMk cId="1581523071" sldId="368"/>
            <ac:spMk id="73" creationId="{E8A8EAB8-D2FF-444D-B34B-7D32F106AD0E}"/>
          </ac:spMkLst>
        </pc:spChg>
        <pc:spChg chg="add del">
          <ac:chgData name="Bustio Martínez Lázaro" userId="40a2716d-298b-429a-a0ab-e42e295773ea" providerId="ADAL" clId="{720B097F-2504-4CAE-9C48-8274C2C8D809}" dt="2023-01-19T20:45:07.957" v="193"/>
          <ac:spMkLst>
            <pc:docMk/>
            <pc:sldMk cId="1581523071" sldId="368"/>
            <ac:spMk id="75" creationId="{9DD005C1-8C51-42D6-9BEE-B9B83849743D}"/>
          </ac:spMkLst>
        </pc:spChg>
        <pc:spChg chg="add del">
          <ac:chgData name="Bustio Martínez Lázaro" userId="40a2716d-298b-429a-a0ab-e42e295773ea" providerId="ADAL" clId="{720B097F-2504-4CAE-9C48-8274C2C8D809}" dt="2023-01-19T20:45:07.957" v="193"/>
          <ac:spMkLst>
            <pc:docMk/>
            <pc:sldMk cId="1581523071" sldId="368"/>
            <ac:spMk id="77" creationId="{C61F2F60-14E3-4196-B7CE-175E46F04481}"/>
          </ac:spMkLst>
        </pc:spChg>
      </pc:sldChg>
      <pc:sldChg chg="addSp delSp add del setBg delDesignElem">
        <pc:chgData name="Bustio Martínez Lázaro" userId="40a2716d-298b-429a-a0ab-e42e295773ea" providerId="ADAL" clId="{720B097F-2504-4CAE-9C48-8274C2C8D809}" dt="2023-01-19T20:58:02.446" v="202" actId="47"/>
        <pc:sldMkLst>
          <pc:docMk/>
          <pc:sldMk cId="2806945417" sldId="369"/>
        </pc:sldMkLst>
        <pc:spChg chg="add del">
          <ac:chgData name="Bustio Martínez Lázaro" userId="40a2716d-298b-429a-a0ab-e42e295773ea" providerId="ADAL" clId="{720B097F-2504-4CAE-9C48-8274C2C8D809}" dt="2023-01-19T20:45:07.957" v="193"/>
          <ac:spMkLst>
            <pc:docMk/>
            <pc:sldMk cId="2806945417" sldId="369"/>
            <ac:spMk id="19463" creationId="{BACC6370-2D7E-4714-9D71-7542949D7D5D}"/>
          </ac:spMkLst>
        </pc:spChg>
        <pc:spChg chg="add del">
          <ac:chgData name="Bustio Martínez Lázaro" userId="40a2716d-298b-429a-a0ab-e42e295773ea" providerId="ADAL" clId="{720B097F-2504-4CAE-9C48-8274C2C8D809}" dt="2023-01-19T20:45:07.957" v="193"/>
          <ac:spMkLst>
            <pc:docMk/>
            <pc:sldMk cId="2806945417" sldId="369"/>
            <ac:spMk id="19464" creationId="{F68B3F68-107C-434F-AA38-110D5EA91B85}"/>
          </ac:spMkLst>
        </pc:spChg>
        <pc:spChg chg="add del">
          <ac:chgData name="Bustio Martínez Lázaro" userId="40a2716d-298b-429a-a0ab-e42e295773ea" providerId="ADAL" clId="{720B097F-2504-4CAE-9C48-8274C2C8D809}" dt="2023-01-19T20:45:07.957" v="193"/>
          <ac:spMkLst>
            <pc:docMk/>
            <pc:sldMk cId="2806945417" sldId="369"/>
            <ac:spMk id="19465" creationId="{AAD0DBB9-1A4B-4391-81D4-CB19F9AB918A}"/>
          </ac:spMkLst>
        </pc:spChg>
        <pc:spChg chg="add del">
          <ac:chgData name="Bustio Martínez Lázaro" userId="40a2716d-298b-429a-a0ab-e42e295773ea" providerId="ADAL" clId="{720B097F-2504-4CAE-9C48-8274C2C8D809}" dt="2023-01-19T20:45:07.957" v="193"/>
          <ac:spMkLst>
            <pc:docMk/>
            <pc:sldMk cId="2806945417" sldId="369"/>
            <ac:spMk id="19466" creationId="{063BBA22-50EA-4C4D-BE05-F1CE4E63AA56}"/>
          </ac:spMkLst>
        </pc:spChg>
      </pc:sldChg>
      <pc:sldChg chg="addSp delSp add del setBg delDesignElem">
        <pc:chgData name="Bustio Martínez Lázaro" userId="40a2716d-298b-429a-a0ab-e42e295773ea" providerId="ADAL" clId="{720B097F-2504-4CAE-9C48-8274C2C8D809}" dt="2023-01-19T20:58:02.446" v="202" actId="47"/>
        <pc:sldMkLst>
          <pc:docMk/>
          <pc:sldMk cId="3295891262" sldId="370"/>
        </pc:sldMkLst>
        <pc:spChg chg="add del">
          <ac:chgData name="Bustio Martínez Lázaro" userId="40a2716d-298b-429a-a0ab-e42e295773ea" providerId="ADAL" clId="{720B097F-2504-4CAE-9C48-8274C2C8D809}" dt="2023-01-19T20:45:07.957" v="193"/>
          <ac:spMkLst>
            <pc:docMk/>
            <pc:sldMk cId="3295891262" sldId="370"/>
            <ac:spMk id="73" creationId="{BACC6370-2D7E-4714-9D71-7542949D7D5D}"/>
          </ac:spMkLst>
        </pc:spChg>
        <pc:spChg chg="add del">
          <ac:chgData name="Bustio Martínez Lázaro" userId="40a2716d-298b-429a-a0ab-e42e295773ea" providerId="ADAL" clId="{720B097F-2504-4CAE-9C48-8274C2C8D809}" dt="2023-01-19T20:45:07.957" v="193"/>
          <ac:spMkLst>
            <pc:docMk/>
            <pc:sldMk cId="3295891262" sldId="370"/>
            <ac:spMk id="75" creationId="{F68B3F68-107C-434F-AA38-110D5EA91B85}"/>
          </ac:spMkLst>
        </pc:spChg>
        <pc:spChg chg="add del">
          <ac:chgData name="Bustio Martínez Lázaro" userId="40a2716d-298b-429a-a0ab-e42e295773ea" providerId="ADAL" clId="{720B097F-2504-4CAE-9C48-8274C2C8D809}" dt="2023-01-19T20:45:07.957" v="193"/>
          <ac:spMkLst>
            <pc:docMk/>
            <pc:sldMk cId="3295891262" sldId="370"/>
            <ac:spMk id="77" creationId="{AAD0DBB9-1A4B-4391-81D4-CB19F9AB918A}"/>
          </ac:spMkLst>
        </pc:spChg>
        <pc:spChg chg="add del">
          <ac:chgData name="Bustio Martínez Lázaro" userId="40a2716d-298b-429a-a0ab-e42e295773ea" providerId="ADAL" clId="{720B097F-2504-4CAE-9C48-8274C2C8D809}" dt="2023-01-19T20:45:07.957" v="193"/>
          <ac:spMkLst>
            <pc:docMk/>
            <pc:sldMk cId="3295891262" sldId="370"/>
            <ac:spMk id="79" creationId="{063BBA22-50EA-4C4D-BE05-F1CE4E63AA56}"/>
          </ac:spMkLst>
        </pc:spChg>
      </pc:sldChg>
      <pc:sldChg chg="addSp delSp add del setBg delDesignElem">
        <pc:chgData name="Bustio Martínez Lázaro" userId="40a2716d-298b-429a-a0ab-e42e295773ea" providerId="ADAL" clId="{720B097F-2504-4CAE-9C48-8274C2C8D809}" dt="2023-01-19T20:58:02.446" v="202" actId="47"/>
        <pc:sldMkLst>
          <pc:docMk/>
          <pc:sldMk cId="4146694637" sldId="371"/>
        </pc:sldMkLst>
        <pc:spChg chg="add del">
          <ac:chgData name="Bustio Martínez Lázaro" userId="40a2716d-298b-429a-a0ab-e42e295773ea" providerId="ADAL" clId="{720B097F-2504-4CAE-9C48-8274C2C8D809}" dt="2023-01-19T20:45:07.957" v="193"/>
          <ac:spMkLst>
            <pc:docMk/>
            <pc:sldMk cId="4146694637" sldId="371"/>
            <ac:spMk id="72" creationId="{A7AE9375-4664-4DB2-922D-2782A6E439AC}"/>
          </ac:spMkLst>
        </pc:spChg>
        <pc:spChg chg="add del">
          <ac:chgData name="Bustio Martínez Lázaro" userId="40a2716d-298b-429a-a0ab-e42e295773ea" providerId="ADAL" clId="{720B097F-2504-4CAE-9C48-8274C2C8D809}" dt="2023-01-19T20:45:07.957" v="193"/>
          <ac:spMkLst>
            <pc:docMk/>
            <pc:sldMk cId="4146694637" sldId="371"/>
            <ac:spMk id="76" creationId="{9DD005C1-8C51-42D6-9BEE-B9B83849743D}"/>
          </ac:spMkLst>
        </pc:spChg>
        <pc:cxnChg chg="add del">
          <ac:chgData name="Bustio Martínez Lázaro" userId="40a2716d-298b-429a-a0ab-e42e295773ea" providerId="ADAL" clId="{720B097F-2504-4CAE-9C48-8274C2C8D809}" dt="2023-01-19T20:45:07.957" v="193"/>
          <ac:cxnSpMkLst>
            <pc:docMk/>
            <pc:sldMk cId="4146694637" sldId="371"/>
            <ac:cxnSpMk id="74" creationId="{EE504C98-6397-41C1-A8D8-2D9C4ED307E0}"/>
          </ac:cxnSpMkLst>
        </pc:cxnChg>
      </pc:sldChg>
      <pc:sldChg chg="addSp delSp add del setBg delDesignElem">
        <pc:chgData name="Bustio Martínez Lázaro" userId="40a2716d-298b-429a-a0ab-e42e295773ea" providerId="ADAL" clId="{720B097F-2504-4CAE-9C48-8274C2C8D809}" dt="2023-01-19T20:58:02.446" v="202" actId="47"/>
        <pc:sldMkLst>
          <pc:docMk/>
          <pc:sldMk cId="1911121410" sldId="372"/>
        </pc:sldMkLst>
        <pc:spChg chg="add del">
          <ac:chgData name="Bustio Martínez Lázaro" userId="40a2716d-298b-429a-a0ab-e42e295773ea" providerId="ADAL" clId="{720B097F-2504-4CAE-9C48-8274C2C8D809}" dt="2023-01-19T20:45:07.957" v="193"/>
          <ac:spMkLst>
            <pc:docMk/>
            <pc:sldMk cId="1911121410" sldId="372"/>
            <ac:spMk id="19463" creationId="{E8A8EAB8-D2FF-444D-B34B-7D32F106AD0E}"/>
          </ac:spMkLst>
        </pc:spChg>
        <pc:cxnChg chg="add del">
          <ac:chgData name="Bustio Martínez Lázaro" userId="40a2716d-298b-429a-a0ab-e42e295773ea" providerId="ADAL" clId="{720B097F-2504-4CAE-9C48-8274C2C8D809}" dt="2023-01-19T20:45:07.957" v="193"/>
          <ac:cxnSpMkLst>
            <pc:docMk/>
            <pc:sldMk cId="1911121410" sldId="372"/>
            <ac:cxnSpMk id="19464" creationId="{EEA38897-7BA3-4408-8083-3235339C4A60}"/>
          </ac:cxnSpMkLst>
        </pc:cxnChg>
        <pc:cxnChg chg="add del">
          <ac:chgData name="Bustio Martínez Lázaro" userId="40a2716d-298b-429a-a0ab-e42e295773ea" providerId="ADAL" clId="{720B097F-2504-4CAE-9C48-8274C2C8D809}" dt="2023-01-19T20:45:07.957" v="193"/>
          <ac:cxnSpMkLst>
            <pc:docMk/>
            <pc:sldMk cId="1911121410" sldId="372"/>
            <ac:cxnSpMk id="19465" creationId="{F11AD06B-AB20-4097-8606-5DA00DBACE88}"/>
          </ac:cxnSpMkLst>
        </pc:cxnChg>
      </pc:sldChg>
      <pc:sldChg chg="addSp delSp add del setBg delDesignElem">
        <pc:chgData name="Bustio Martínez Lázaro" userId="40a2716d-298b-429a-a0ab-e42e295773ea" providerId="ADAL" clId="{720B097F-2504-4CAE-9C48-8274C2C8D809}" dt="2023-01-19T20:56:45.949" v="196"/>
        <pc:sldMkLst>
          <pc:docMk/>
          <pc:sldMk cId="4100040874" sldId="373"/>
        </pc:sldMkLst>
        <pc:spChg chg="add del">
          <ac:chgData name="Bustio Martínez Lázaro" userId="40a2716d-298b-429a-a0ab-e42e295773ea" providerId="ADAL" clId="{720B097F-2504-4CAE-9C48-8274C2C8D809}" dt="2023-01-19T20:45:07.957" v="193"/>
          <ac:spMkLst>
            <pc:docMk/>
            <pc:sldMk cId="4100040874" sldId="373"/>
            <ac:spMk id="72" creationId="{E8A8EAB8-D2FF-444D-B34B-7D32F106AD0E}"/>
          </ac:spMkLst>
        </pc:spChg>
        <pc:cxnChg chg="add del">
          <ac:chgData name="Bustio Martínez Lázaro" userId="40a2716d-298b-429a-a0ab-e42e295773ea" providerId="ADAL" clId="{720B097F-2504-4CAE-9C48-8274C2C8D809}" dt="2023-01-19T20:45:07.957" v="193"/>
          <ac:cxnSpMkLst>
            <pc:docMk/>
            <pc:sldMk cId="4100040874" sldId="373"/>
            <ac:cxnSpMk id="74" creationId="{EEA38897-7BA3-4408-8083-3235339C4A60}"/>
          </ac:cxnSpMkLst>
        </pc:cxnChg>
        <pc:cxnChg chg="add del">
          <ac:chgData name="Bustio Martínez Lázaro" userId="40a2716d-298b-429a-a0ab-e42e295773ea" providerId="ADAL" clId="{720B097F-2504-4CAE-9C48-8274C2C8D809}" dt="2023-01-19T20:45:07.957" v="193"/>
          <ac:cxnSpMkLst>
            <pc:docMk/>
            <pc:sldMk cId="4100040874" sldId="373"/>
            <ac:cxnSpMk id="76" creationId="{F11AD06B-AB20-4097-8606-5DA00DBACE88}"/>
          </ac:cxnSpMkLst>
        </pc:cxnChg>
      </pc:sldChg>
      <pc:sldChg chg="addSp delSp add del setBg delDesignElem">
        <pc:chgData name="Bustio Martínez Lázaro" userId="40a2716d-298b-429a-a0ab-e42e295773ea" providerId="ADAL" clId="{720B097F-2504-4CAE-9C48-8274C2C8D809}" dt="2023-01-19T20:56:45.949" v="196"/>
        <pc:sldMkLst>
          <pc:docMk/>
          <pc:sldMk cId="1635100773" sldId="381"/>
        </pc:sldMkLst>
        <pc:spChg chg="add del">
          <ac:chgData name="Bustio Martínez Lázaro" userId="40a2716d-298b-429a-a0ab-e42e295773ea" providerId="ADAL" clId="{720B097F-2504-4CAE-9C48-8274C2C8D809}" dt="2023-01-19T20:45:07.957" v="193"/>
          <ac:spMkLst>
            <pc:docMk/>
            <pc:sldMk cId="1635100773" sldId="381"/>
            <ac:spMk id="135" creationId="{E8A8EAB8-D2FF-444D-B34B-7D32F106AD0E}"/>
          </ac:spMkLst>
        </pc:spChg>
        <pc:cxnChg chg="add del">
          <ac:chgData name="Bustio Martínez Lázaro" userId="40a2716d-298b-429a-a0ab-e42e295773ea" providerId="ADAL" clId="{720B097F-2504-4CAE-9C48-8274C2C8D809}" dt="2023-01-19T20:45:07.957" v="193"/>
          <ac:cxnSpMkLst>
            <pc:docMk/>
            <pc:sldMk cId="1635100773" sldId="381"/>
            <ac:cxnSpMk id="137" creationId="{EEA38897-7BA3-4408-8083-3235339C4A60}"/>
          </ac:cxnSpMkLst>
        </pc:cxnChg>
        <pc:cxnChg chg="add del">
          <ac:chgData name="Bustio Martínez Lázaro" userId="40a2716d-298b-429a-a0ab-e42e295773ea" providerId="ADAL" clId="{720B097F-2504-4CAE-9C48-8274C2C8D809}" dt="2023-01-19T20:45:07.957" v="193"/>
          <ac:cxnSpMkLst>
            <pc:docMk/>
            <pc:sldMk cId="1635100773" sldId="381"/>
            <ac:cxnSpMk id="139" creationId="{F11AD06B-AB20-4097-8606-5DA00DBACE88}"/>
          </ac:cxnSpMkLst>
        </pc:cxnChg>
      </pc:sldChg>
      <pc:sldChg chg="addSp delSp add del setBg delDesignElem">
        <pc:chgData name="Bustio Martínez Lázaro" userId="40a2716d-298b-429a-a0ab-e42e295773ea" providerId="ADAL" clId="{720B097F-2504-4CAE-9C48-8274C2C8D809}" dt="2023-01-19T21:19:46.379" v="477" actId="47"/>
        <pc:sldMkLst>
          <pc:docMk/>
          <pc:sldMk cId="753283799" sldId="382"/>
        </pc:sldMkLst>
        <pc:spChg chg="add del">
          <ac:chgData name="Bustio Martínez Lázaro" userId="40a2716d-298b-429a-a0ab-e42e295773ea" providerId="ADAL" clId="{720B097F-2504-4CAE-9C48-8274C2C8D809}" dt="2023-01-19T20:45:07.957" v="193"/>
          <ac:spMkLst>
            <pc:docMk/>
            <pc:sldMk cId="753283799" sldId="382"/>
            <ac:spMk id="18" creationId="{FEF085B8-A2C0-4A6F-B663-CCC56F3CD373}"/>
          </ac:spMkLst>
        </pc:spChg>
        <pc:spChg chg="add del">
          <ac:chgData name="Bustio Martínez Lázaro" userId="40a2716d-298b-429a-a0ab-e42e295773ea" providerId="ADAL" clId="{720B097F-2504-4CAE-9C48-8274C2C8D809}" dt="2023-01-19T20:45:07.957" v="193"/>
          <ac:spMkLst>
            <pc:docMk/>
            <pc:sldMk cId="753283799" sldId="382"/>
            <ac:spMk id="20" creationId="{2658F6D6-96E0-421A-96D6-3DF404008543}"/>
          </ac:spMkLst>
        </pc:spChg>
        <pc:spChg chg="add del">
          <ac:chgData name="Bustio Martínez Lázaro" userId="40a2716d-298b-429a-a0ab-e42e295773ea" providerId="ADAL" clId="{720B097F-2504-4CAE-9C48-8274C2C8D809}" dt="2023-01-19T20:45:07.957" v="193"/>
          <ac:spMkLst>
            <pc:docMk/>
            <pc:sldMk cId="753283799" sldId="382"/>
            <ac:spMk id="22" creationId="{3CF62545-93A0-4FD5-9B48-48DCA794CBA1}"/>
          </ac:spMkLst>
        </pc:spChg>
      </pc:sldChg>
      <pc:sldChg chg="addSp delSp add del setBg delDesignElem">
        <pc:chgData name="Bustio Martínez Lázaro" userId="40a2716d-298b-429a-a0ab-e42e295773ea" providerId="ADAL" clId="{720B097F-2504-4CAE-9C48-8274C2C8D809}" dt="2023-01-19T20:56:45.949" v="196"/>
        <pc:sldMkLst>
          <pc:docMk/>
          <pc:sldMk cId="1641840203" sldId="383"/>
        </pc:sldMkLst>
        <pc:spChg chg="add del">
          <ac:chgData name="Bustio Martínez Lázaro" userId="40a2716d-298b-429a-a0ab-e42e295773ea" providerId="ADAL" clId="{720B097F-2504-4CAE-9C48-8274C2C8D809}" dt="2023-01-19T20:45:07.957" v="193"/>
          <ac:spMkLst>
            <pc:docMk/>
            <pc:sldMk cId="1641840203" sldId="383"/>
            <ac:spMk id="123" creationId="{A7AE9375-4664-4DB2-922D-2782A6E439AC}"/>
          </ac:spMkLst>
        </pc:spChg>
        <pc:spChg chg="add del">
          <ac:chgData name="Bustio Martínez Lázaro" userId="40a2716d-298b-429a-a0ab-e42e295773ea" providerId="ADAL" clId="{720B097F-2504-4CAE-9C48-8274C2C8D809}" dt="2023-01-19T20:45:07.957" v="193"/>
          <ac:spMkLst>
            <pc:docMk/>
            <pc:sldMk cId="1641840203" sldId="383"/>
            <ac:spMk id="127" creationId="{9DD005C1-8C51-42D6-9BEE-B9B83849743D}"/>
          </ac:spMkLst>
        </pc:spChg>
        <pc:cxnChg chg="add del">
          <ac:chgData name="Bustio Martínez Lázaro" userId="40a2716d-298b-429a-a0ab-e42e295773ea" providerId="ADAL" clId="{720B097F-2504-4CAE-9C48-8274C2C8D809}" dt="2023-01-19T20:45:07.957" v="193"/>
          <ac:cxnSpMkLst>
            <pc:docMk/>
            <pc:sldMk cId="1641840203" sldId="383"/>
            <ac:cxnSpMk id="125" creationId="{EE504C98-6397-41C1-A8D8-2D9C4ED307E0}"/>
          </ac:cxnSpMkLst>
        </pc:cxnChg>
      </pc:sldChg>
      <pc:sldChg chg="addSp delSp add del setBg delDesignElem">
        <pc:chgData name="Bustio Martínez Lázaro" userId="40a2716d-298b-429a-a0ab-e42e295773ea" providerId="ADAL" clId="{720B097F-2504-4CAE-9C48-8274C2C8D809}" dt="2023-01-19T20:56:45.949" v="196"/>
        <pc:sldMkLst>
          <pc:docMk/>
          <pc:sldMk cId="2075376463" sldId="384"/>
        </pc:sldMkLst>
        <pc:spChg chg="add del">
          <ac:chgData name="Bustio Martínez Lázaro" userId="40a2716d-298b-429a-a0ab-e42e295773ea" providerId="ADAL" clId="{720B097F-2504-4CAE-9C48-8274C2C8D809}" dt="2023-01-19T20:45:07.957" v="193"/>
          <ac:spMkLst>
            <pc:docMk/>
            <pc:sldMk cId="2075376463" sldId="384"/>
            <ac:spMk id="71" creationId="{12609869-9E80-471B-A487-A53288E0E791}"/>
          </ac:spMkLst>
        </pc:spChg>
        <pc:spChg chg="add del">
          <ac:chgData name="Bustio Martínez Lázaro" userId="40a2716d-298b-429a-a0ab-e42e295773ea" providerId="ADAL" clId="{720B097F-2504-4CAE-9C48-8274C2C8D809}" dt="2023-01-19T20:45:07.957" v="193"/>
          <ac:spMkLst>
            <pc:docMk/>
            <pc:sldMk cId="2075376463" sldId="384"/>
            <ac:spMk id="73" creationId="{7004738A-9D34-43E8-97D2-CA0EED4F8BE0}"/>
          </ac:spMkLst>
        </pc:spChg>
        <pc:spChg chg="add del">
          <ac:chgData name="Bustio Martínez Lázaro" userId="40a2716d-298b-429a-a0ab-e42e295773ea" providerId="ADAL" clId="{720B097F-2504-4CAE-9C48-8274C2C8D809}" dt="2023-01-19T20:45:07.957" v="193"/>
          <ac:spMkLst>
            <pc:docMk/>
            <pc:sldMk cId="2075376463" sldId="384"/>
            <ac:spMk id="75" creationId="{B8B8D07F-F13E-443E-BA68-2D26672D76B9}"/>
          </ac:spMkLst>
        </pc:spChg>
        <pc:spChg chg="add del">
          <ac:chgData name="Bustio Martínez Lázaro" userId="40a2716d-298b-429a-a0ab-e42e295773ea" providerId="ADAL" clId="{720B097F-2504-4CAE-9C48-8274C2C8D809}" dt="2023-01-19T20:45:07.957" v="193"/>
          <ac:spMkLst>
            <pc:docMk/>
            <pc:sldMk cId="2075376463" sldId="384"/>
            <ac:spMk id="77" creationId="{2813A4FA-24A5-41ED-A534-3807D1B2F344}"/>
          </ac:spMkLst>
        </pc:spChg>
        <pc:spChg chg="add del">
          <ac:chgData name="Bustio Martínez Lázaro" userId="40a2716d-298b-429a-a0ab-e42e295773ea" providerId="ADAL" clId="{720B097F-2504-4CAE-9C48-8274C2C8D809}" dt="2023-01-19T20:45:07.957" v="193"/>
          <ac:spMkLst>
            <pc:docMk/>
            <pc:sldMk cId="2075376463" sldId="384"/>
            <ac:spMk id="79" creationId="{C3944F27-CA70-4E84-A51A-E6BF89558979}"/>
          </ac:spMkLst>
        </pc:spChg>
      </pc:sldChg>
      <pc:sldChg chg="addSp delSp add del setBg delDesignElem">
        <pc:chgData name="Bustio Martínez Lázaro" userId="40a2716d-298b-429a-a0ab-e42e295773ea" providerId="ADAL" clId="{720B097F-2504-4CAE-9C48-8274C2C8D809}" dt="2023-01-19T20:56:45.949" v="196"/>
        <pc:sldMkLst>
          <pc:docMk/>
          <pc:sldMk cId="0" sldId="389"/>
        </pc:sldMkLst>
        <pc:spChg chg="add del">
          <ac:chgData name="Bustio Martínez Lázaro" userId="40a2716d-298b-429a-a0ab-e42e295773ea" providerId="ADAL" clId="{720B097F-2504-4CAE-9C48-8274C2C8D809}" dt="2023-01-19T20:45:07.957" v="193"/>
          <ac:spMkLst>
            <pc:docMk/>
            <pc:sldMk cId="0" sldId="389"/>
            <ac:spMk id="7172" creationId="{E8A8EAB8-D2FF-444D-B34B-7D32F106AD0E}"/>
          </ac:spMkLst>
        </pc:spChg>
        <pc:cxnChg chg="add del">
          <ac:chgData name="Bustio Martínez Lázaro" userId="40a2716d-298b-429a-a0ab-e42e295773ea" providerId="ADAL" clId="{720B097F-2504-4CAE-9C48-8274C2C8D809}" dt="2023-01-19T20:45:07.957" v="193"/>
          <ac:cxnSpMkLst>
            <pc:docMk/>
            <pc:sldMk cId="0" sldId="389"/>
            <ac:cxnSpMk id="7173" creationId="{067633D1-6EE6-4118-B9F0-B363477BEE7A}"/>
          </ac:cxnSpMkLst>
        </pc:cxnChg>
        <pc:cxnChg chg="add del">
          <ac:chgData name="Bustio Martínez Lázaro" userId="40a2716d-298b-429a-a0ab-e42e295773ea" providerId="ADAL" clId="{720B097F-2504-4CAE-9C48-8274C2C8D809}" dt="2023-01-19T20:45:07.957" v="193"/>
          <ac:cxnSpMkLst>
            <pc:docMk/>
            <pc:sldMk cId="0" sldId="389"/>
            <ac:cxnSpMk id="7174" creationId="{4AD7FFC6-42A9-49CB-B5E9-B3F6B038331B}"/>
          </ac:cxnSpMkLst>
        </pc:cxnChg>
      </pc:sldChg>
      <pc:sldChg chg="addSp delSp add del setBg delDesignElem modNotes">
        <pc:chgData name="Bustio Martínez Lázaro" userId="40a2716d-298b-429a-a0ab-e42e295773ea" providerId="ADAL" clId="{720B097F-2504-4CAE-9C48-8274C2C8D809}" dt="2023-01-19T20:56:45.949" v="196"/>
        <pc:sldMkLst>
          <pc:docMk/>
          <pc:sldMk cId="0" sldId="390"/>
        </pc:sldMkLst>
        <pc:spChg chg="add del">
          <ac:chgData name="Bustio Martínez Lázaro" userId="40a2716d-298b-429a-a0ab-e42e295773ea" providerId="ADAL" clId="{720B097F-2504-4CAE-9C48-8274C2C8D809}" dt="2023-01-19T20:45:07.957" v="193"/>
          <ac:spMkLst>
            <pc:docMk/>
            <pc:sldMk cId="0" sldId="390"/>
            <ac:spMk id="75" creationId="{E8A8EAB8-D2FF-444D-B34B-7D32F106AD0E}"/>
          </ac:spMkLst>
        </pc:spChg>
        <pc:cxnChg chg="add del">
          <ac:chgData name="Bustio Martínez Lázaro" userId="40a2716d-298b-429a-a0ab-e42e295773ea" providerId="ADAL" clId="{720B097F-2504-4CAE-9C48-8274C2C8D809}" dt="2023-01-19T20:45:07.957" v="193"/>
          <ac:cxnSpMkLst>
            <pc:docMk/>
            <pc:sldMk cId="0" sldId="390"/>
            <ac:cxnSpMk id="77" creationId="{EEA38897-7BA3-4408-8083-3235339C4A60}"/>
          </ac:cxnSpMkLst>
        </pc:cxnChg>
        <pc:cxnChg chg="add del">
          <ac:chgData name="Bustio Martínez Lázaro" userId="40a2716d-298b-429a-a0ab-e42e295773ea" providerId="ADAL" clId="{720B097F-2504-4CAE-9C48-8274C2C8D809}" dt="2023-01-19T20:45:07.957" v="193"/>
          <ac:cxnSpMkLst>
            <pc:docMk/>
            <pc:sldMk cId="0" sldId="390"/>
            <ac:cxnSpMk id="79" creationId="{F11AD06B-AB20-4097-8606-5DA00DBACE88}"/>
          </ac:cxnSpMkLst>
        </pc:cxnChg>
      </pc:sldChg>
      <pc:sldChg chg="addSp delSp add del setBg delDesignElem modNotes">
        <pc:chgData name="Bustio Martínez Lázaro" userId="40a2716d-298b-429a-a0ab-e42e295773ea" providerId="ADAL" clId="{720B097F-2504-4CAE-9C48-8274C2C8D809}" dt="2023-01-19T20:58:16.722" v="203" actId="47"/>
        <pc:sldMkLst>
          <pc:docMk/>
          <pc:sldMk cId="0" sldId="391"/>
        </pc:sldMkLst>
        <pc:spChg chg="add del">
          <ac:chgData name="Bustio Martínez Lázaro" userId="40a2716d-298b-429a-a0ab-e42e295773ea" providerId="ADAL" clId="{720B097F-2504-4CAE-9C48-8274C2C8D809}" dt="2023-01-19T20:45:07.957" v="193"/>
          <ac:spMkLst>
            <pc:docMk/>
            <pc:sldMk cId="0" sldId="391"/>
            <ac:spMk id="73" creationId="{E8A8EAB8-D2FF-444D-B34B-7D32F106AD0E}"/>
          </ac:spMkLst>
        </pc:spChg>
        <pc:cxnChg chg="add del">
          <ac:chgData name="Bustio Martínez Lázaro" userId="40a2716d-298b-429a-a0ab-e42e295773ea" providerId="ADAL" clId="{720B097F-2504-4CAE-9C48-8274C2C8D809}" dt="2023-01-19T20:45:07.957" v="193"/>
          <ac:cxnSpMkLst>
            <pc:docMk/>
            <pc:sldMk cId="0" sldId="391"/>
            <ac:cxnSpMk id="75" creationId="{EEA38897-7BA3-4408-8083-3235339C4A60}"/>
          </ac:cxnSpMkLst>
        </pc:cxnChg>
        <pc:cxnChg chg="add del">
          <ac:chgData name="Bustio Martínez Lázaro" userId="40a2716d-298b-429a-a0ab-e42e295773ea" providerId="ADAL" clId="{720B097F-2504-4CAE-9C48-8274C2C8D809}" dt="2023-01-19T20:45:07.957" v="193"/>
          <ac:cxnSpMkLst>
            <pc:docMk/>
            <pc:sldMk cId="0" sldId="391"/>
            <ac:cxnSpMk id="77" creationId="{F11AD06B-AB20-4097-8606-5DA00DBACE88}"/>
          </ac:cxnSpMkLst>
        </pc:cxnChg>
      </pc:sldChg>
      <pc:sldChg chg="addSp delSp add del setBg delDesignElem modNotes">
        <pc:chgData name="Bustio Martínez Lázaro" userId="40a2716d-298b-429a-a0ab-e42e295773ea" providerId="ADAL" clId="{720B097F-2504-4CAE-9C48-8274C2C8D809}" dt="2023-01-19T20:58:20.587" v="205" actId="47"/>
        <pc:sldMkLst>
          <pc:docMk/>
          <pc:sldMk cId="0" sldId="392"/>
        </pc:sldMkLst>
        <pc:spChg chg="add del">
          <ac:chgData name="Bustio Martínez Lázaro" userId="40a2716d-298b-429a-a0ab-e42e295773ea" providerId="ADAL" clId="{720B097F-2504-4CAE-9C48-8274C2C8D809}" dt="2023-01-19T20:45:07.957" v="193"/>
          <ac:spMkLst>
            <pc:docMk/>
            <pc:sldMk cId="0" sldId="392"/>
            <ac:spMk id="23559" creationId="{B712E947-0734-45F9-9C4F-41114EC3A33E}"/>
          </ac:spMkLst>
        </pc:spChg>
        <pc:grpChg chg="add del">
          <ac:chgData name="Bustio Martínez Lázaro" userId="40a2716d-298b-429a-a0ab-e42e295773ea" providerId="ADAL" clId="{720B097F-2504-4CAE-9C48-8274C2C8D809}" dt="2023-01-19T20:45:07.957" v="193"/>
          <ac:grpSpMkLst>
            <pc:docMk/>
            <pc:sldMk cId="0" sldId="392"/>
            <ac:grpSpMk id="23560" creationId="{12B3290A-D3BF-4B87-B55B-FD9A98B49727}"/>
          </ac:grpSpMkLst>
        </pc:grpChg>
      </pc:sldChg>
      <pc:sldChg chg="addSp delSp add del setBg delDesignElem modNotes">
        <pc:chgData name="Bustio Martínez Lázaro" userId="40a2716d-298b-429a-a0ab-e42e295773ea" providerId="ADAL" clId="{720B097F-2504-4CAE-9C48-8274C2C8D809}" dt="2023-01-19T20:58:25.876" v="206" actId="47"/>
        <pc:sldMkLst>
          <pc:docMk/>
          <pc:sldMk cId="0" sldId="393"/>
        </pc:sldMkLst>
        <pc:spChg chg="add del">
          <ac:chgData name="Bustio Martínez Lázaro" userId="40a2716d-298b-429a-a0ab-e42e295773ea" providerId="ADAL" clId="{720B097F-2504-4CAE-9C48-8274C2C8D809}" dt="2023-01-19T20:45:07.957" v="193"/>
          <ac:spMkLst>
            <pc:docMk/>
            <pc:sldMk cId="0" sldId="393"/>
            <ac:spMk id="73" creationId="{E8A8EAB8-D2FF-444D-B34B-7D32F106AD0E}"/>
          </ac:spMkLst>
        </pc:spChg>
        <pc:cxnChg chg="add del">
          <ac:chgData name="Bustio Martínez Lázaro" userId="40a2716d-298b-429a-a0ab-e42e295773ea" providerId="ADAL" clId="{720B097F-2504-4CAE-9C48-8274C2C8D809}" dt="2023-01-19T20:45:07.957" v="193"/>
          <ac:cxnSpMkLst>
            <pc:docMk/>
            <pc:sldMk cId="0" sldId="393"/>
            <ac:cxnSpMk id="75" creationId="{EEA38897-7BA3-4408-8083-3235339C4A60}"/>
          </ac:cxnSpMkLst>
        </pc:cxnChg>
        <pc:cxnChg chg="add del">
          <ac:chgData name="Bustio Martínez Lázaro" userId="40a2716d-298b-429a-a0ab-e42e295773ea" providerId="ADAL" clId="{720B097F-2504-4CAE-9C48-8274C2C8D809}" dt="2023-01-19T20:45:07.957" v="193"/>
          <ac:cxnSpMkLst>
            <pc:docMk/>
            <pc:sldMk cId="0" sldId="393"/>
            <ac:cxnSpMk id="77" creationId="{F11AD06B-AB20-4097-8606-5DA00DBACE88}"/>
          </ac:cxnSpMkLst>
        </pc:cxnChg>
      </pc:sldChg>
      <pc:sldChg chg="addSp delSp add del setBg delDesignElem modNotes">
        <pc:chgData name="Bustio Martínez Lázaro" userId="40a2716d-298b-429a-a0ab-e42e295773ea" providerId="ADAL" clId="{720B097F-2504-4CAE-9C48-8274C2C8D809}" dt="2023-01-19T20:56:45.949" v="196"/>
        <pc:sldMkLst>
          <pc:docMk/>
          <pc:sldMk cId="0" sldId="394"/>
        </pc:sldMkLst>
        <pc:spChg chg="add del">
          <ac:chgData name="Bustio Martínez Lázaro" userId="40a2716d-298b-429a-a0ab-e42e295773ea" providerId="ADAL" clId="{720B097F-2504-4CAE-9C48-8274C2C8D809}" dt="2023-01-19T20:45:07.957" v="193"/>
          <ac:spMkLst>
            <pc:docMk/>
            <pc:sldMk cId="0" sldId="394"/>
            <ac:spMk id="73" creationId="{3AFE8227-C443-417B-BA91-520EB1EF4559}"/>
          </ac:spMkLst>
        </pc:spChg>
        <pc:spChg chg="add del">
          <ac:chgData name="Bustio Martínez Lázaro" userId="40a2716d-298b-429a-a0ab-e42e295773ea" providerId="ADAL" clId="{720B097F-2504-4CAE-9C48-8274C2C8D809}" dt="2023-01-19T20:45:07.957" v="193"/>
          <ac:spMkLst>
            <pc:docMk/>
            <pc:sldMk cId="0" sldId="394"/>
            <ac:spMk id="75" creationId="{907741FC-B544-4A6E-B831-6789D042333D}"/>
          </ac:spMkLst>
        </pc:spChg>
        <pc:spChg chg="add del">
          <ac:chgData name="Bustio Martínez Lázaro" userId="40a2716d-298b-429a-a0ab-e42e295773ea" providerId="ADAL" clId="{720B097F-2504-4CAE-9C48-8274C2C8D809}" dt="2023-01-19T20:45:07.957" v="193"/>
          <ac:spMkLst>
            <pc:docMk/>
            <pc:sldMk cId="0" sldId="394"/>
            <ac:spMk id="77" creationId="{3F0BE7ED-7814-4273-B18A-F26CC0380380}"/>
          </ac:spMkLst>
        </pc:spChg>
      </pc:sldChg>
      <pc:sldChg chg="addSp delSp add del setBg delDesignElem">
        <pc:chgData name="Bustio Martínez Lázaro" userId="40a2716d-298b-429a-a0ab-e42e295773ea" providerId="ADAL" clId="{720B097F-2504-4CAE-9C48-8274C2C8D809}" dt="2023-01-19T20:56:45.949" v="196"/>
        <pc:sldMkLst>
          <pc:docMk/>
          <pc:sldMk cId="0" sldId="395"/>
        </pc:sldMkLst>
        <pc:spChg chg="add del">
          <ac:chgData name="Bustio Martínez Lázaro" userId="40a2716d-298b-429a-a0ab-e42e295773ea" providerId="ADAL" clId="{720B097F-2504-4CAE-9C48-8274C2C8D809}" dt="2023-01-19T20:45:07.957" v="193"/>
          <ac:spMkLst>
            <pc:docMk/>
            <pc:sldMk cId="0" sldId="395"/>
            <ac:spMk id="37896" creationId="{2596F992-698C-48C0-9D89-70DA4CE927EF}"/>
          </ac:spMkLst>
        </pc:spChg>
        <pc:spChg chg="add del">
          <ac:chgData name="Bustio Martínez Lázaro" userId="40a2716d-298b-429a-a0ab-e42e295773ea" providerId="ADAL" clId="{720B097F-2504-4CAE-9C48-8274C2C8D809}" dt="2023-01-19T20:45:07.957" v="193"/>
          <ac:spMkLst>
            <pc:docMk/>
            <pc:sldMk cId="0" sldId="395"/>
            <ac:spMk id="37897" creationId="{A344AAA5-41F4-4862-97EF-688D31DC7567}"/>
          </ac:spMkLst>
        </pc:spChg>
        <pc:spChg chg="add del">
          <ac:chgData name="Bustio Martínez Lázaro" userId="40a2716d-298b-429a-a0ab-e42e295773ea" providerId="ADAL" clId="{720B097F-2504-4CAE-9C48-8274C2C8D809}" dt="2023-01-19T20:45:07.957" v="193"/>
          <ac:spMkLst>
            <pc:docMk/>
            <pc:sldMk cId="0" sldId="395"/>
            <ac:spMk id="37898" creationId="{69E1A62C-2AAF-4B3E-8CDB-65E237080997}"/>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396"/>
        </pc:sldMkLst>
        <pc:spChg chg="add del">
          <ac:chgData name="Bustio Martínez Lázaro" userId="40a2716d-298b-429a-a0ab-e42e295773ea" providerId="ADAL" clId="{720B097F-2504-4CAE-9C48-8274C2C8D809}" dt="2023-01-19T20:45:07.957" v="193"/>
          <ac:spMkLst>
            <pc:docMk/>
            <pc:sldMk cId="0" sldId="396"/>
            <ac:spMk id="75" creationId="{979E27D9-03C7-44E2-9FF8-15D0C8506AF7}"/>
          </ac:spMkLst>
        </pc:spChg>
        <pc:spChg chg="add del">
          <ac:chgData name="Bustio Martínez Lázaro" userId="40a2716d-298b-429a-a0ab-e42e295773ea" providerId="ADAL" clId="{720B097F-2504-4CAE-9C48-8274C2C8D809}" dt="2023-01-19T20:45:07.957" v="193"/>
          <ac:spMkLst>
            <pc:docMk/>
            <pc:sldMk cId="0" sldId="396"/>
            <ac:spMk id="77" creationId="{EEBF1590-3B36-48EE-A89D-3B6F3CB256AB}"/>
          </ac:spMkLst>
        </pc:spChg>
        <pc:spChg chg="add del">
          <ac:chgData name="Bustio Martínez Lázaro" userId="40a2716d-298b-429a-a0ab-e42e295773ea" providerId="ADAL" clId="{720B097F-2504-4CAE-9C48-8274C2C8D809}" dt="2023-01-19T20:45:07.957" v="193"/>
          <ac:spMkLst>
            <pc:docMk/>
            <pc:sldMk cId="0" sldId="396"/>
            <ac:spMk id="79" creationId="{AC8F6C8C-AB5A-4548-942D-E3FD40ACBC49}"/>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397"/>
        </pc:sldMkLst>
        <pc:spChg chg="add del">
          <ac:chgData name="Bustio Martínez Lázaro" userId="40a2716d-298b-429a-a0ab-e42e295773ea" providerId="ADAL" clId="{720B097F-2504-4CAE-9C48-8274C2C8D809}" dt="2023-01-19T20:45:07.957" v="193"/>
          <ac:spMkLst>
            <pc:docMk/>
            <pc:sldMk cId="0" sldId="397"/>
            <ac:spMk id="73" creationId="{1B15ED52-F352-441B-82BF-E0EA34836D08}"/>
          </ac:spMkLst>
        </pc:spChg>
        <pc:spChg chg="add del">
          <ac:chgData name="Bustio Martínez Lázaro" userId="40a2716d-298b-429a-a0ab-e42e295773ea" providerId="ADAL" clId="{720B097F-2504-4CAE-9C48-8274C2C8D809}" dt="2023-01-19T20:45:07.957" v="193"/>
          <ac:spMkLst>
            <pc:docMk/>
            <pc:sldMk cId="0" sldId="397"/>
            <ac:spMk id="75" creationId="{3B2E3793-BFE6-45A2-9B7B-E18844431C99}"/>
          </ac:spMkLst>
        </pc:spChg>
        <pc:spChg chg="add del">
          <ac:chgData name="Bustio Martínez Lázaro" userId="40a2716d-298b-429a-a0ab-e42e295773ea" providerId="ADAL" clId="{720B097F-2504-4CAE-9C48-8274C2C8D809}" dt="2023-01-19T20:45:07.957" v="193"/>
          <ac:spMkLst>
            <pc:docMk/>
            <pc:sldMk cId="0" sldId="397"/>
            <ac:spMk id="77" creationId="{BC4C4868-CB8F-4AF9-9CDB-8108F2C19B67}"/>
          </ac:spMkLst>
        </pc:spChg>
        <pc:spChg chg="add del">
          <ac:chgData name="Bustio Martínez Lázaro" userId="40a2716d-298b-429a-a0ab-e42e295773ea" providerId="ADAL" clId="{720B097F-2504-4CAE-9C48-8274C2C8D809}" dt="2023-01-19T20:45:07.957" v="193"/>
          <ac:spMkLst>
            <pc:docMk/>
            <pc:sldMk cId="0" sldId="397"/>
            <ac:spMk id="79" creationId="{375E0459-6403-40CD-989D-56A4407CA12E}"/>
          </ac:spMkLst>
        </pc:spChg>
        <pc:spChg chg="add del">
          <ac:chgData name="Bustio Martínez Lázaro" userId="40a2716d-298b-429a-a0ab-e42e295773ea" providerId="ADAL" clId="{720B097F-2504-4CAE-9C48-8274C2C8D809}" dt="2023-01-19T20:45:07.957" v="193"/>
          <ac:spMkLst>
            <pc:docMk/>
            <pc:sldMk cId="0" sldId="397"/>
            <ac:spMk id="81" creationId="{53E5B1A8-3AC9-4BD1-9BBC-78CA94F2D1BA}"/>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398"/>
        </pc:sldMkLst>
        <pc:spChg chg="add del">
          <ac:chgData name="Bustio Martínez Lázaro" userId="40a2716d-298b-429a-a0ab-e42e295773ea" providerId="ADAL" clId="{720B097F-2504-4CAE-9C48-8274C2C8D809}" dt="2023-01-19T20:45:07.957" v="193"/>
          <ac:spMkLst>
            <pc:docMk/>
            <pc:sldMk cId="0" sldId="398"/>
            <ac:spMk id="72" creationId="{A8384FB5-9ADC-4DDC-881B-597D56F5B15D}"/>
          </ac:spMkLst>
        </pc:spChg>
        <pc:spChg chg="add del">
          <ac:chgData name="Bustio Martínez Lázaro" userId="40a2716d-298b-429a-a0ab-e42e295773ea" providerId="ADAL" clId="{720B097F-2504-4CAE-9C48-8274C2C8D809}" dt="2023-01-19T20:45:07.957" v="193"/>
          <ac:spMkLst>
            <pc:docMk/>
            <pc:sldMk cId="0" sldId="398"/>
            <ac:spMk id="74" creationId="{91E5A9A7-95C6-4F4F-B00E-C82E07FE62EF}"/>
          </ac:spMkLst>
        </pc:spChg>
        <pc:spChg chg="add del">
          <ac:chgData name="Bustio Martínez Lázaro" userId="40a2716d-298b-429a-a0ab-e42e295773ea" providerId="ADAL" clId="{720B097F-2504-4CAE-9C48-8274C2C8D809}" dt="2023-01-19T20:45:07.957" v="193"/>
          <ac:spMkLst>
            <pc:docMk/>
            <pc:sldMk cId="0" sldId="398"/>
            <ac:spMk id="76" creationId="{D07DD2DE-F619-49DD-B5E7-03A290FF4ED1}"/>
          </ac:spMkLst>
        </pc:spChg>
        <pc:spChg chg="add del">
          <ac:chgData name="Bustio Martínez Lázaro" userId="40a2716d-298b-429a-a0ab-e42e295773ea" providerId="ADAL" clId="{720B097F-2504-4CAE-9C48-8274C2C8D809}" dt="2023-01-19T20:45:07.957" v="193"/>
          <ac:spMkLst>
            <pc:docMk/>
            <pc:sldMk cId="0" sldId="398"/>
            <ac:spMk id="78" creationId="{85149191-5F60-4A28-AAFF-039F96B0F3EC}"/>
          </ac:spMkLst>
        </pc:spChg>
        <pc:spChg chg="add del">
          <ac:chgData name="Bustio Martínez Lázaro" userId="40a2716d-298b-429a-a0ab-e42e295773ea" providerId="ADAL" clId="{720B097F-2504-4CAE-9C48-8274C2C8D809}" dt="2023-01-19T20:45:07.957" v="193"/>
          <ac:spMkLst>
            <pc:docMk/>
            <pc:sldMk cId="0" sldId="398"/>
            <ac:spMk id="80" creationId="{F8260ED5-17F7-4158-B241-D51DD4CF1B7E}"/>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399"/>
        </pc:sldMkLst>
        <pc:spChg chg="add del">
          <ac:chgData name="Bustio Martínez Lázaro" userId="40a2716d-298b-429a-a0ab-e42e295773ea" providerId="ADAL" clId="{720B097F-2504-4CAE-9C48-8274C2C8D809}" dt="2023-01-19T20:45:07.957" v="193"/>
          <ac:spMkLst>
            <pc:docMk/>
            <pc:sldMk cId="0" sldId="399"/>
            <ac:spMk id="72" creationId="{A8384FB5-9ADC-4DDC-881B-597D56F5B15D}"/>
          </ac:spMkLst>
        </pc:spChg>
        <pc:spChg chg="add del">
          <ac:chgData name="Bustio Martínez Lázaro" userId="40a2716d-298b-429a-a0ab-e42e295773ea" providerId="ADAL" clId="{720B097F-2504-4CAE-9C48-8274C2C8D809}" dt="2023-01-19T20:45:07.957" v="193"/>
          <ac:spMkLst>
            <pc:docMk/>
            <pc:sldMk cId="0" sldId="399"/>
            <ac:spMk id="74" creationId="{91E5A9A7-95C6-4F4F-B00E-C82E07FE62EF}"/>
          </ac:spMkLst>
        </pc:spChg>
        <pc:spChg chg="add del">
          <ac:chgData name="Bustio Martínez Lázaro" userId="40a2716d-298b-429a-a0ab-e42e295773ea" providerId="ADAL" clId="{720B097F-2504-4CAE-9C48-8274C2C8D809}" dt="2023-01-19T20:45:07.957" v="193"/>
          <ac:spMkLst>
            <pc:docMk/>
            <pc:sldMk cId="0" sldId="399"/>
            <ac:spMk id="76" creationId="{D07DD2DE-F619-49DD-B5E7-03A290FF4ED1}"/>
          </ac:spMkLst>
        </pc:spChg>
        <pc:spChg chg="add del">
          <ac:chgData name="Bustio Martínez Lázaro" userId="40a2716d-298b-429a-a0ab-e42e295773ea" providerId="ADAL" clId="{720B097F-2504-4CAE-9C48-8274C2C8D809}" dt="2023-01-19T20:45:07.957" v="193"/>
          <ac:spMkLst>
            <pc:docMk/>
            <pc:sldMk cId="0" sldId="399"/>
            <ac:spMk id="78" creationId="{85149191-5F60-4A28-AAFF-039F96B0F3EC}"/>
          </ac:spMkLst>
        </pc:spChg>
        <pc:spChg chg="add del">
          <ac:chgData name="Bustio Martínez Lázaro" userId="40a2716d-298b-429a-a0ab-e42e295773ea" providerId="ADAL" clId="{720B097F-2504-4CAE-9C48-8274C2C8D809}" dt="2023-01-19T20:45:07.957" v="193"/>
          <ac:spMkLst>
            <pc:docMk/>
            <pc:sldMk cId="0" sldId="399"/>
            <ac:spMk id="80" creationId="{F8260ED5-17F7-4158-B241-D51DD4CF1B7E}"/>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400"/>
        </pc:sldMkLst>
        <pc:spChg chg="add del">
          <ac:chgData name="Bustio Martínez Lázaro" userId="40a2716d-298b-429a-a0ab-e42e295773ea" providerId="ADAL" clId="{720B097F-2504-4CAE-9C48-8274C2C8D809}" dt="2023-01-19T20:45:07.957" v="193"/>
          <ac:spMkLst>
            <pc:docMk/>
            <pc:sldMk cId="0" sldId="400"/>
            <ac:spMk id="72" creationId="{A8384FB5-9ADC-4DDC-881B-597D56F5B15D}"/>
          </ac:spMkLst>
        </pc:spChg>
        <pc:spChg chg="add del">
          <ac:chgData name="Bustio Martínez Lázaro" userId="40a2716d-298b-429a-a0ab-e42e295773ea" providerId="ADAL" clId="{720B097F-2504-4CAE-9C48-8274C2C8D809}" dt="2023-01-19T20:45:07.957" v="193"/>
          <ac:spMkLst>
            <pc:docMk/>
            <pc:sldMk cId="0" sldId="400"/>
            <ac:spMk id="74" creationId="{91E5A9A7-95C6-4F4F-B00E-C82E07FE62EF}"/>
          </ac:spMkLst>
        </pc:spChg>
        <pc:spChg chg="add del">
          <ac:chgData name="Bustio Martínez Lázaro" userId="40a2716d-298b-429a-a0ab-e42e295773ea" providerId="ADAL" clId="{720B097F-2504-4CAE-9C48-8274C2C8D809}" dt="2023-01-19T20:45:07.957" v="193"/>
          <ac:spMkLst>
            <pc:docMk/>
            <pc:sldMk cId="0" sldId="400"/>
            <ac:spMk id="76" creationId="{D07DD2DE-F619-49DD-B5E7-03A290FF4ED1}"/>
          </ac:spMkLst>
        </pc:spChg>
        <pc:spChg chg="add del">
          <ac:chgData name="Bustio Martínez Lázaro" userId="40a2716d-298b-429a-a0ab-e42e295773ea" providerId="ADAL" clId="{720B097F-2504-4CAE-9C48-8274C2C8D809}" dt="2023-01-19T20:45:07.957" v="193"/>
          <ac:spMkLst>
            <pc:docMk/>
            <pc:sldMk cId="0" sldId="400"/>
            <ac:spMk id="78" creationId="{85149191-5F60-4A28-AAFF-039F96B0F3EC}"/>
          </ac:spMkLst>
        </pc:spChg>
        <pc:spChg chg="add del">
          <ac:chgData name="Bustio Martínez Lázaro" userId="40a2716d-298b-429a-a0ab-e42e295773ea" providerId="ADAL" clId="{720B097F-2504-4CAE-9C48-8274C2C8D809}" dt="2023-01-19T20:45:07.957" v="193"/>
          <ac:spMkLst>
            <pc:docMk/>
            <pc:sldMk cId="0" sldId="400"/>
            <ac:spMk id="80" creationId="{F8260ED5-17F7-4158-B241-D51DD4CF1B7E}"/>
          </ac:spMkLst>
        </pc:spChg>
      </pc:sldChg>
      <pc:sldChg chg="addSp delSp add del setBg delDesignElem modNotes">
        <pc:chgData name="Bustio Martínez Lázaro" userId="40a2716d-298b-429a-a0ab-e42e295773ea" providerId="ADAL" clId="{720B097F-2504-4CAE-9C48-8274C2C8D809}" dt="2023-01-19T20:56:45.949" v="196"/>
        <pc:sldMkLst>
          <pc:docMk/>
          <pc:sldMk cId="0" sldId="401"/>
        </pc:sldMkLst>
        <pc:spChg chg="add del">
          <ac:chgData name="Bustio Martínez Lázaro" userId="40a2716d-298b-429a-a0ab-e42e295773ea" providerId="ADAL" clId="{720B097F-2504-4CAE-9C48-8274C2C8D809}" dt="2023-01-19T20:45:07.957" v="193"/>
          <ac:spMkLst>
            <pc:docMk/>
            <pc:sldMk cId="0" sldId="401"/>
            <ac:spMk id="72" creationId="{A8384FB5-9ADC-4DDC-881B-597D56F5B15D}"/>
          </ac:spMkLst>
        </pc:spChg>
        <pc:spChg chg="add del">
          <ac:chgData name="Bustio Martínez Lázaro" userId="40a2716d-298b-429a-a0ab-e42e295773ea" providerId="ADAL" clId="{720B097F-2504-4CAE-9C48-8274C2C8D809}" dt="2023-01-19T20:45:07.957" v="193"/>
          <ac:spMkLst>
            <pc:docMk/>
            <pc:sldMk cId="0" sldId="401"/>
            <ac:spMk id="74" creationId="{91E5A9A7-95C6-4F4F-B00E-C82E07FE62EF}"/>
          </ac:spMkLst>
        </pc:spChg>
        <pc:spChg chg="add del">
          <ac:chgData name="Bustio Martínez Lázaro" userId="40a2716d-298b-429a-a0ab-e42e295773ea" providerId="ADAL" clId="{720B097F-2504-4CAE-9C48-8274C2C8D809}" dt="2023-01-19T20:45:07.957" v="193"/>
          <ac:spMkLst>
            <pc:docMk/>
            <pc:sldMk cId="0" sldId="401"/>
            <ac:spMk id="76" creationId="{D07DD2DE-F619-49DD-B5E7-03A290FF4ED1}"/>
          </ac:spMkLst>
        </pc:spChg>
        <pc:spChg chg="add del">
          <ac:chgData name="Bustio Martínez Lázaro" userId="40a2716d-298b-429a-a0ab-e42e295773ea" providerId="ADAL" clId="{720B097F-2504-4CAE-9C48-8274C2C8D809}" dt="2023-01-19T20:45:07.957" v="193"/>
          <ac:spMkLst>
            <pc:docMk/>
            <pc:sldMk cId="0" sldId="401"/>
            <ac:spMk id="78" creationId="{85149191-5F60-4A28-AAFF-039F96B0F3EC}"/>
          </ac:spMkLst>
        </pc:spChg>
        <pc:spChg chg="add del">
          <ac:chgData name="Bustio Martínez Lázaro" userId="40a2716d-298b-429a-a0ab-e42e295773ea" providerId="ADAL" clId="{720B097F-2504-4CAE-9C48-8274C2C8D809}" dt="2023-01-19T20:45:07.957" v="193"/>
          <ac:spMkLst>
            <pc:docMk/>
            <pc:sldMk cId="0" sldId="401"/>
            <ac:spMk id="80" creationId="{F8260ED5-17F7-4158-B241-D51DD4CF1B7E}"/>
          </ac:spMkLst>
        </pc:spChg>
      </pc:sldChg>
      <pc:sldChg chg="addSp delSp add del setBg delDesignElem modNotes">
        <pc:chgData name="Bustio Martínez Lázaro" userId="40a2716d-298b-429a-a0ab-e42e295773ea" providerId="ADAL" clId="{720B097F-2504-4CAE-9C48-8274C2C8D809}" dt="2023-01-19T20:58:36.287" v="207" actId="47"/>
        <pc:sldMkLst>
          <pc:docMk/>
          <pc:sldMk cId="0" sldId="402"/>
        </pc:sldMkLst>
        <pc:spChg chg="add del">
          <ac:chgData name="Bustio Martínez Lázaro" userId="40a2716d-298b-429a-a0ab-e42e295773ea" providerId="ADAL" clId="{720B097F-2504-4CAE-9C48-8274C2C8D809}" dt="2023-01-19T20:45:07.957" v="193"/>
          <ac:spMkLst>
            <pc:docMk/>
            <pc:sldMk cId="0" sldId="402"/>
            <ac:spMk id="75" creationId="{1B15ED52-F352-441B-82BF-E0EA34836D08}"/>
          </ac:spMkLst>
        </pc:spChg>
        <pc:spChg chg="add del">
          <ac:chgData name="Bustio Martínez Lázaro" userId="40a2716d-298b-429a-a0ab-e42e295773ea" providerId="ADAL" clId="{720B097F-2504-4CAE-9C48-8274C2C8D809}" dt="2023-01-19T20:45:07.957" v="193"/>
          <ac:spMkLst>
            <pc:docMk/>
            <pc:sldMk cId="0" sldId="402"/>
            <ac:spMk id="77" creationId="{3B2E3793-BFE6-45A2-9B7B-E18844431C99}"/>
          </ac:spMkLst>
        </pc:spChg>
        <pc:spChg chg="add del">
          <ac:chgData name="Bustio Martínez Lázaro" userId="40a2716d-298b-429a-a0ab-e42e295773ea" providerId="ADAL" clId="{720B097F-2504-4CAE-9C48-8274C2C8D809}" dt="2023-01-19T20:45:07.957" v="193"/>
          <ac:spMkLst>
            <pc:docMk/>
            <pc:sldMk cId="0" sldId="402"/>
            <ac:spMk id="79" creationId="{BC4C4868-CB8F-4AF9-9CDB-8108F2C19B67}"/>
          </ac:spMkLst>
        </pc:spChg>
        <pc:spChg chg="add del">
          <ac:chgData name="Bustio Martínez Lázaro" userId="40a2716d-298b-429a-a0ab-e42e295773ea" providerId="ADAL" clId="{720B097F-2504-4CAE-9C48-8274C2C8D809}" dt="2023-01-19T20:45:07.957" v="193"/>
          <ac:spMkLst>
            <pc:docMk/>
            <pc:sldMk cId="0" sldId="402"/>
            <ac:spMk id="81" creationId="{375E0459-6403-40CD-989D-56A4407CA12E}"/>
          </ac:spMkLst>
        </pc:spChg>
        <pc:spChg chg="add del">
          <ac:chgData name="Bustio Martínez Lázaro" userId="40a2716d-298b-429a-a0ab-e42e295773ea" providerId="ADAL" clId="{720B097F-2504-4CAE-9C48-8274C2C8D809}" dt="2023-01-19T20:45:07.957" v="193"/>
          <ac:spMkLst>
            <pc:docMk/>
            <pc:sldMk cId="0" sldId="402"/>
            <ac:spMk id="83" creationId="{53E5B1A8-3AC9-4BD1-9BBC-78CA94F2D1BA}"/>
          </ac:spMkLst>
        </pc:spChg>
      </pc:sldChg>
      <pc:sldChg chg="addSp delSp add del setBg delDesignElem">
        <pc:chgData name="Bustio Martínez Lázaro" userId="40a2716d-298b-429a-a0ab-e42e295773ea" providerId="ADAL" clId="{720B097F-2504-4CAE-9C48-8274C2C8D809}" dt="2023-01-19T20:56:45.949" v="196"/>
        <pc:sldMkLst>
          <pc:docMk/>
          <pc:sldMk cId="0" sldId="403"/>
        </pc:sldMkLst>
        <pc:spChg chg="add del">
          <ac:chgData name="Bustio Martínez Lázaro" userId="40a2716d-298b-429a-a0ab-e42e295773ea" providerId="ADAL" clId="{720B097F-2504-4CAE-9C48-8274C2C8D809}" dt="2023-01-19T20:45:07.957" v="193"/>
          <ac:spMkLst>
            <pc:docMk/>
            <pc:sldMk cId="0" sldId="403"/>
            <ac:spMk id="73" creationId="{1B15ED52-F352-441B-82BF-E0EA34836D08}"/>
          </ac:spMkLst>
        </pc:spChg>
        <pc:spChg chg="add del">
          <ac:chgData name="Bustio Martínez Lázaro" userId="40a2716d-298b-429a-a0ab-e42e295773ea" providerId="ADAL" clId="{720B097F-2504-4CAE-9C48-8274C2C8D809}" dt="2023-01-19T20:45:07.957" v="193"/>
          <ac:spMkLst>
            <pc:docMk/>
            <pc:sldMk cId="0" sldId="403"/>
            <ac:spMk id="75" creationId="{3B2E3793-BFE6-45A2-9B7B-E18844431C99}"/>
          </ac:spMkLst>
        </pc:spChg>
        <pc:spChg chg="add del">
          <ac:chgData name="Bustio Martínez Lázaro" userId="40a2716d-298b-429a-a0ab-e42e295773ea" providerId="ADAL" clId="{720B097F-2504-4CAE-9C48-8274C2C8D809}" dt="2023-01-19T20:45:07.957" v="193"/>
          <ac:spMkLst>
            <pc:docMk/>
            <pc:sldMk cId="0" sldId="403"/>
            <ac:spMk id="77" creationId="{BC4C4868-CB8F-4AF9-9CDB-8108F2C19B67}"/>
          </ac:spMkLst>
        </pc:spChg>
        <pc:spChg chg="add del">
          <ac:chgData name="Bustio Martínez Lázaro" userId="40a2716d-298b-429a-a0ab-e42e295773ea" providerId="ADAL" clId="{720B097F-2504-4CAE-9C48-8274C2C8D809}" dt="2023-01-19T20:45:07.957" v="193"/>
          <ac:spMkLst>
            <pc:docMk/>
            <pc:sldMk cId="0" sldId="403"/>
            <ac:spMk id="79" creationId="{375E0459-6403-40CD-989D-56A4407CA12E}"/>
          </ac:spMkLst>
        </pc:spChg>
        <pc:spChg chg="add del">
          <ac:chgData name="Bustio Martínez Lázaro" userId="40a2716d-298b-429a-a0ab-e42e295773ea" providerId="ADAL" clId="{720B097F-2504-4CAE-9C48-8274C2C8D809}" dt="2023-01-19T20:45:07.957" v="193"/>
          <ac:spMkLst>
            <pc:docMk/>
            <pc:sldMk cId="0" sldId="403"/>
            <ac:spMk id="81" creationId="{53E5B1A8-3AC9-4BD1-9BBC-78CA94F2D1BA}"/>
          </ac:spMkLst>
        </pc:spChg>
      </pc:sldChg>
      <pc:sldChg chg="addSp delSp add del setBg delDesignElem">
        <pc:chgData name="Bustio Martínez Lázaro" userId="40a2716d-298b-429a-a0ab-e42e295773ea" providerId="ADAL" clId="{720B097F-2504-4CAE-9C48-8274C2C8D809}" dt="2023-01-19T20:56:45.949" v="196"/>
        <pc:sldMkLst>
          <pc:docMk/>
          <pc:sldMk cId="1760228985" sldId="404"/>
        </pc:sldMkLst>
        <pc:spChg chg="add del">
          <ac:chgData name="Bustio Martínez Lázaro" userId="40a2716d-298b-429a-a0ab-e42e295773ea" providerId="ADAL" clId="{720B097F-2504-4CAE-9C48-8274C2C8D809}" dt="2023-01-19T20:45:07.957" v="193"/>
          <ac:spMkLst>
            <pc:docMk/>
            <pc:sldMk cId="1760228985" sldId="404"/>
            <ac:spMk id="71" creationId="{12609869-9E80-471B-A487-A53288E0E791}"/>
          </ac:spMkLst>
        </pc:spChg>
        <pc:spChg chg="add del">
          <ac:chgData name="Bustio Martínez Lázaro" userId="40a2716d-298b-429a-a0ab-e42e295773ea" providerId="ADAL" clId="{720B097F-2504-4CAE-9C48-8274C2C8D809}" dt="2023-01-19T20:45:07.957" v="193"/>
          <ac:spMkLst>
            <pc:docMk/>
            <pc:sldMk cId="1760228985" sldId="404"/>
            <ac:spMk id="73" creationId="{7004738A-9D34-43E8-97D2-CA0EED4F8BE0}"/>
          </ac:spMkLst>
        </pc:spChg>
        <pc:spChg chg="add del">
          <ac:chgData name="Bustio Martínez Lázaro" userId="40a2716d-298b-429a-a0ab-e42e295773ea" providerId="ADAL" clId="{720B097F-2504-4CAE-9C48-8274C2C8D809}" dt="2023-01-19T20:45:07.957" v="193"/>
          <ac:spMkLst>
            <pc:docMk/>
            <pc:sldMk cId="1760228985" sldId="404"/>
            <ac:spMk id="75" creationId="{B8B8D07F-F13E-443E-BA68-2D26672D76B9}"/>
          </ac:spMkLst>
        </pc:spChg>
        <pc:spChg chg="add del">
          <ac:chgData name="Bustio Martínez Lázaro" userId="40a2716d-298b-429a-a0ab-e42e295773ea" providerId="ADAL" clId="{720B097F-2504-4CAE-9C48-8274C2C8D809}" dt="2023-01-19T20:45:07.957" v="193"/>
          <ac:spMkLst>
            <pc:docMk/>
            <pc:sldMk cId="1760228985" sldId="404"/>
            <ac:spMk id="77" creationId="{2813A4FA-24A5-41ED-A534-3807D1B2F344}"/>
          </ac:spMkLst>
        </pc:spChg>
        <pc:spChg chg="add del">
          <ac:chgData name="Bustio Martínez Lázaro" userId="40a2716d-298b-429a-a0ab-e42e295773ea" providerId="ADAL" clId="{720B097F-2504-4CAE-9C48-8274C2C8D809}" dt="2023-01-19T20:45:07.957" v="193"/>
          <ac:spMkLst>
            <pc:docMk/>
            <pc:sldMk cId="1760228985" sldId="404"/>
            <ac:spMk id="79" creationId="{C3944F27-CA70-4E84-A51A-E6BF89558979}"/>
          </ac:spMkLst>
        </pc:spChg>
      </pc:sldChg>
      <pc:sldChg chg="addSp delSp add del setBg delDesignElem">
        <pc:chgData name="Bustio Martínez Lázaro" userId="40a2716d-298b-429a-a0ab-e42e295773ea" providerId="ADAL" clId="{720B097F-2504-4CAE-9C48-8274C2C8D809}" dt="2023-01-19T20:56:45.949" v="196"/>
        <pc:sldMkLst>
          <pc:docMk/>
          <pc:sldMk cId="1625371504" sldId="405"/>
        </pc:sldMkLst>
        <pc:spChg chg="add del">
          <ac:chgData name="Bustio Martínez Lázaro" userId="40a2716d-298b-429a-a0ab-e42e295773ea" providerId="ADAL" clId="{720B097F-2504-4CAE-9C48-8274C2C8D809}" dt="2023-01-19T20:45:07.957" v="193"/>
          <ac:spMkLst>
            <pc:docMk/>
            <pc:sldMk cId="1625371504" sldId="405"/>
            <ac:spMk id="129" creationId="{E8A8EAB8-D2FF-444D-B34B-7D32F106AD0E}"/>
          </ac:spMkLst>
        </pc:spChg>
        <pc:cxnChg chg="add del">
          <ac:chgData name="Bustio Martínez Lázaro" userId="40a2716d-298b-429a-a0ab-e42e295773ea" providerId="ADAL" clId="{720B097F-2504-4CAE-9C48-8274C2C8D809}" dt="2023-01-19T20:45:07.957" v="193"/>
          <ac:cxnSpMkLst>
            <pc:docMk/>
            <pc:sldMk cId="1625371504" sldId="405"/>
            <ac:cxnSpMk id="131" creationId="{067633D1-6EE6-4118-B9F0-B363477BEE7A}"/>
          </ac:cxnSpMkLst>
        </pc:cxnChg>
        <pc:cxnChg chg="add del">
          <ac:chgData name="Bustio Martínez Lázaro" userId="40a2716d-298b-429a-a0ab-e42e295773ea" providerId="ADAL" clId="{720B097F-2504-4CAE-9C48-8274C2C8D809}" dt="2023-01-19T20:45:07.957" v="193"/>
          <ac:cxnSpMkLst>
            <pc:docMk/>
            <pc:sldMk cId="1625371504" sldId="405"/>
            <ac:cxnSpMk id="133" creationId="{4AD7FFC6-42A9-49CB-B5E9-B3F6B038331B}"/>
          </ac:cxnSpMkLst>
        </pc:cxnChg>
      </pc:sldChg>
      <pc:sldChg chg="addSp delSp add del setBg delDesignElem">
        <pc:chgData name="Bustio Martínez Lázaro" userId="40a2716d-298b-429a-a0ab-e42e295773ea" providerId="ADAL" clId="{720B097F-2504-4CAE-9C48-8274C2C8D809}" dt="2023-01-19T21:20:06.463" v="478" actId="47"/>
        <pc:sldMkLst>
          <pc:docMk/>
          <pc:sldMk cId="1865720357" sldId="406"/>
        </pc:sldMkLst>
        <pc:spChg chg="add del">
          <ac:chgData name="Bustio Martínez Lázaro" userId="40a2716d-298b-429a-a0ab-e42e295773ea" providerId="ADAL" clId="{720B097F-2504-4CAE-9C48-8274C2C8D809}" dt="2023-01-19T20:45:07.957" v="193"/>
          <ac:spMkLst>
            <pc:docMk/>
            <pc:sldMk cId="1865720357" sldId="406"/>
            <ac:spMk id="86" creationId="{E8A8EAB8-D2FF-444D-B34B-7D32F106AD0E}"/>
          </ac:spMkLst>
        </pc:spChg>
        <pc:cxnChg chg="add del">
          <ac:chgData name="Bustio Martínez Lázaro" userId="40a2716d-298b-429a-a0ab-e42e295773ea" providerId="ADAL" clId="{720B097F-2504-4CAE-9C48-8274C2C8D809}" dt="2023-01-19T20:45:07.957" v="193"/>
          <ac:cxnSpMkLst>
            <pc:docMk/>
            <pc:sldMk cId="1865720357" sldId="406"/>
            <ac:cxnSpMk id="88" creationId="{EEA38897-7BA3-4408-8083-3235339C4A60}"/>
          </ac:cxnSpMkLst>
        </pc:cxnChg>
        <pc:cxnChg chg="add del">
          <ac:chgData name="Bustio Martínez Lázaro" userId="40a2716d-298b-429a-a0ab-e42e295773ea" providerId="ADAL" clId="{720B097F-2504-4CAE-9C48-8274C2C8D809}" dt="2023-01-19T20:45:07.957" v="193"/>
          <ac:cxnSpMkLst>
            <pc:docMk/>
            <pc:sldMk cId="1865720357" sldId="406"/>
            <ac:cxnSpMk id="90" creationId="{F11AD06B-AB20-4097-8606-5DA00DBACE88}"/>
          </ac:cxnSpMkLst>
        </pc:cxnChg>
      </pc:sldChg>
      <pc:sldChg chg="addSp delSp add del setBg delDesignElem">
        <pc:chgData name="Bustio Martínez Lázaro" userId="40a2716d-298b-429a-a0ab-e42e295773ea" providerId="ADAL" clId="{720B097F-2504-4CAE-9C48-8274C2C8D809}" dt="2023-01-19T20:56:45.949" v="196"/>
        <pc:sldMkLst>
          <pc:docMk/>
          <pc:sldMk cId="1023957604" sldId="407"/>
        </pc:sldMkLst>
        <pc:spChg chg="add del">
          <ac:chgData name="Bustio Martínez Lázaro" userId="40a2716d-298b-429a-a0ab-e42e295773ea" providerId="ADAL" clId="{720B097F-2504-4CAE-9C48-8274C2C8D809}" dt="2023-01-19T20:45:07.957" v="193"/>
          <ac:spMkLst>
            <pc:docMk/>
            <pc:sldMk cId="1023957604" sldId="407"/>
            <ac:spMk id="98" creationId="{BACC6370-2D7E-4714-9D71-7542949D7D5D}"/>
          </ac:spMkLst>
        </pc:spChg>
        <pc:spChg chg="add del">
          <ac:chgData name="Bustio Martínez Lázaro" userId="40a2716d-298b-429a-a0ab-e42e295773ea" providerId="ADAL" clId="{720B097F-2504-4CAE-9C48-8274C2C8D809}" dt="2023-01-19T20:45:07.957" v="193"/>
          <ac:spMkLst>
            <pc:docMk/>
            <pc:sldMk cId="1023957604" sldId="407"/>
            <ac:spMk id="100" creationId="{F68B3F68-107C-434F-AA38-110D5EA91B85}"/>
          </ac:spMkLst>
        </pc:spChg>
        <pc:spChg chg="add del">
          <ac:chgData name="Bustio Martínez Lázaro" userId="40a2716d-298b-429a-a0ab-e42e295773ea" providerId="ADAL" clId="{720B097F-2504-4CAE-9C48-8274C2C8D809}" dt="2023-01-19T20:45:07.957" v="193"/>
          <ac:spMkLst>
            <pc:docMk/>
            <pc:sldMk cId="1023957604" sldId="407"/>
            <ac:spMk id="102" creationId="{AAD0DBB9-1A4B-4391-81D4-CB19F9AB918A}"/>
          </ac:spMkLst>
        </pc:spChg>
        <pc:spChg chg="add del">
          <ac:chgData name="Bustio Martínez Lázaro" userId="40a2716d-298b-429a-a0ab-e42e295773ea" providerId="ADAL" clId="{720B097F-2504-4CAE-9C48-8274C2C8D809}" dt="2023-01-19T20:45:07.957" v="193"/>
          <ac:spMkLst>
            <pc:docMk/>
            <pc:sldMk cId="1023957604" sldId="407"/>
            <ac:spMk id="104" creationId="{063BBA22-50EA-4C4D-BE05-F1CE4E63AA56}"/>
          </ac:spMkLst>
        </pc:spChg>
      </pc:sldChg>
      <pc:sldChg chg="addSp delSp add del setBg delDesignElem">
        <pc:chgData name="Bustio Martínez Lázaro" userId="40a2716d-298b-429a-a0ab-e42e295773ea" providerId="ADAL" clId="{720B097F-2504-4CAE-9C48-8274C2C8D809}" dt="2023-01-19T20:56:45.949" v="196"/>
        <pc:sldMkLst>
          <pc:docMk/>
          <pc:sldMk cId="610903787" sldId="408"/>
        </pc:sldMkLst>
        <pc:spChg chg="add del">
          <ac:chgData name="Bustio Martínez Lázaro" userId="40a2716d-298b-429a-a0ab-e42e295773ea" providerId="ADAL" clId="{720B097F-2504-4CAE-9C48-8274C2C8D809}" dt="2023-01-19T20:45:07.957" v="193"/>
          <ac:spMkLst>
            <pc:docMk/>
            <pc:sldMk cId="610903787" sldId="408"/>
            <ac:spMk id="102" creationId="{A7AE9375-4664-4DB2-922D-2782A6E439AC}"/>
          </ac:spMkLst>
        </pc:spChg>
        <pc:spChg chg="add del">
          <ac:chgData name="Bustio Martínez Lázaro" userId="40a2716d-298b-429a-a0ab-e42e295773ea" providerId="ADAL" clId="{720B097F-2504-4CAE-9C48-8274C2C8D809}" dt="2023-01-19T20:45:07.957" v="193"/>
          <ac:spMkLst>
            <pc:docMk/>
            <pc:sldMk cId="610903787" sldId="408"/>
            <ac:spMk id="106" creationId="{9DD005C1-8C51-42D6-9BEE-B9B83849743D}"/>
          </ac:spMkLst>
        </pc:spChg>
        <pc:cxnChg chg="add del">
          <ac:chgData name="Bustio Martínez Lázaro" userId="40a2716d-298b-429a-a0ab-e42e295773ea" providerId="ADAL" clId="{720B097F-2504-4CAE-9C48-8274C2C8D809}" dt="2023-01-19T20:45:07.957" v="193"/>
          <ac:cxnSpMkLst>
            <pc:docMk/>
            <pc:sldMk cId="610903787" sldId="408"/>
            <ac:cxnSpMk id="104" creationId="{EE504C98-6397-41C1-A8D8-2D9C4ED307E0}"/>
          </ac:cxnSpMkLst>
        </pc:cxnChg>
      </pc:sldChg>
      <pc:sldChg chg="addSp delSp modSp add del mod setBg delDesignElem">
        <pc:chgData name="Bustio Martínez Lázaro" userId="40a2716d-298b-429a-a0ab-e42e295773ea" providerId="ADAL" clId="{720B097F-2504-4CAE-9C48-8274C2C8D809}" dt="2023-01-19T21:20:28.636" v="484" actId="6549"/>
        <pc:sldMkLst>
          <pc:docMk/>
          <pc:sldMk cId="3534897994" sldId="409"/>
        </pc:sldMkLst>
        <pc:spChg chg="mod">
          <ac:chgData name="Bustio Martínez Lázaro" userId="40a2716d-298b-429a-a0ab-e42e295773ea" providerId="ADAL" clId="{720B097F-2504-4CAE-9C48-8274C2C8D809}" dt="2023-01-19T21:20:28.636" v="484" actId="6549"/>
          <ac:spMkLst>
            <pc:docMk/>
            <pc:sldMk cId="3534897994" sldId="409"/>
            <ac:spMk id="3" creationId="{E0F6E794-84C1-40CF-827A-4C6F22CDC2B0}"/>
          </ac:spMkLst>
        </pc:spChg>
        <pc:spChg chg="add del">
          <ac:chgData name="Bustio Martínez Lázaro" userId="40a2716d-298b-429a-a0ab-e42e295773ea" providerId="ADAL" clId="{720B097F-2504-4CAE-9C48-8274C2C8D809}" dt="2023-01-19T20:45:07.957" v="193"/>
          <ac:spMkLst>
            <pc:docMk/>
            <pc:sldMk cId="3534897994" sldId="409"/>
            <ac:spMk id="8" creationId="{A7AE9375-4664-4DB2-922D-2782A6E439AC}"/>
          </ac:spMkLst>
        </pc:spChg>
        <pc:spChg chg="add del">
          <ac:chgData name="Bustio Martínez Lázaro" userId="40a2716d-298b-429a-a0ab-e42e295773ea" providerId="ADAL" clId="{720B097F-2504-4CAE-9C48-8274C2C8D809}" dt="2023-01-19T20:45:07.957" v="193"/>
          <ac:spMkLst>
            <pc:docMk/>
            <pc:sldMk cId="3534897994" sldId="409"/>
            <ac:spMk id="12" creationId="{9DD005C1-8C51-42D6-9BEE-B9B83849743D}"/>
          </ac:spMkLst>
        </pc:spChg>
        <pc:cxnChg chg="add del">
          <ac:chgData name="Bustio Martínez Lázaro" userId="40a2716d-298b-429a-a0ab-e42e295773ea" providerId="ADAL" clId="{720B097F-2504-4CAE-9C48-8274C2C8D809}" dt="2023-01-19T20:45:07.957" v="193"/>
          <ac:cxnSpMkLst>
            <pc:docMk/>
            <pc:sldMk cId="3534897994" sldId="409"/>
            <ac:cxnSpMk id="10" creationId="{EE504C98-6397-41C1-A8D8-2D9C4ED307E0}"/>
          </ac:cxnSpMkLst>
        </pc:cxnChg>
      </pc:sldChg>
      <pc:sldChg chg="addSp delSp add del setBg delDesignElem">
        <pc:chgData name="Bustio Martínez Lázaro" userId="40a2716d-298b-429a-a0ab-e42e295773ea" providerId="ADAL" clId="{720B097F-2504-4CAE-9C48-8274C2C8D809}" dt="2023-01-19T20:59:17.686" v="210" actId="2696"/>
        <pc:sldMkLst>
          <pc:docMk/>
          <pc:sldMk cId="1604622177" sldId="410"/>
        </pc:sldMkLst>
        <pc:spChg chg="add del">
          <ac:chgData name="Bustio Martínez Lázaro" userId="40a2716d-298b-429a-a0ab-e42e295773ea" providerId="ADAL" clId="{720B097F-2504-4CAE-9C48-8274C2C8D809}" dt="2023-01-19T20:45:07.957" v="193"/>
          <ac:spMkLst>
            <pc:docMk/>
            <pc:sldMk cId="1604622177" sldId="410"/>
            <ac:spMk id="71" creationId="{12609869-9E80-471B-A487-A53288E0E791}"/>
          </ac:spMkLst>
        </pc:spChg>
        <pc:spChg chg="add del">
          <ac:chgData name="Bustio Martínez Lázaro" userId="40a2716d-298b-429a-a0ab-e42e295773ea" providerId="ADAL" clId="{720B097F-2504-4CAE-9C48-8274C2C8D809}" dt="2023-01-19T20:45:07.957" v="193"/>
          <ac:spMkLst>
            <pc:docMk/>
            <pc:sldMk cId="1604622177" sldId="410"/>
            <ac:spMk id="73" creationId="{7004738A-9D34-43E8-97D2-CA0EED4F8BE0}"/>
          </ac:spMkLst>
        </pc:spChg>
        <pc:spChg chg="add del">
          <ac:chgData name="Bustio Martínez Lázaro" userId="40a2716d-298b-429a-a0ab-e42e295773ea" providerId="ADAL" clId="{720B097F-2504-4CAE-9C48-8274C2C8D809}" dt="2023-01-19T20:45:07.957" v="193"/>
          <ac:spMkLst>
            <pc:docMk/>
            <pc:sldMk cId="1604622177" sldId="410"/>
            <ac:spMk id="75" creationId="{B8B8D07F-F13E-443E-BA68-2D26672D76B9}"/>
          </ac:spMkLst>
        </pc:spChg>
        <pc:spChg chg="add del">
          <ac:chgData name="Bustio Martínez Lázaro" userId="40a2716d-298b-429a-a0ab-e42e295773ea" providerId="ADAL" clId="{720B097F-2504-4CAE-9C48-8274C2C8D809}" dt="2023-01-19T20:45:07.957" v="193"/>
          <ac:spMkLst>
            <pc:docMk/>
            <pc:sldMk cId="1604622177" sldId="410"/>
            <ac:spMk id="77" creationId="{2813A4FA-24A5-41ED-A534-3807D1B2F344}"/>
          </ac:spMkLst>
        </pc:spChg>
        <pc:spChg chg="add del">
          <ac:chgData name="Bustio Martínez Lázaro" userId="40a2716d-298b-429a-a0ab-e42e295773ea" providerId="ADAL" clId="{720B097F-2504-4CAE-9C48-8274C2C8D809}" dt="2023-01-19T20:45:07.957" v="193"/>
          <ac:spMkLst>
            <pc:docMk/>
            <pc:sldMk cId="1604622177" sldId="410"/>
            <ac:spMk id="79" creationId="{C3944F27-CA70-4E84-A51A-E6BF89558979}"/>
          </ac:spMkLst>
        </pc:spChg>
      </pc:sldChg>
      <pc:sldChg chg="addSp delSp add del setBg delDesignElem">
        <pc:chgData name="Bustio Martínez Lázaro" userId="40a2716d-298b-429a-a0ab-e42e295773ea" providerId="ADAL" clId="{720B097F-2504-4CAE-9C48-8274C2C8D809}" dt="2023-01-19T20:59:17.686" v="210" actId="2696"/>
        <pc:sldMkLst>
          <pc:docMk/>
          <pc:sldMk cId="247479157" sldId="411"/>
        </pc:sldMkLst>
        <pc:spChg chg="add del">
          <ac:chgData name="Bustio Martínez Lázaro" userId="40a2716d-298b-429a-a0ab-e42e295773ea" providerId="ADAL" clId="{720B097F-2504-4CAE-9C48-8274C2C8D809}" dt="2023-01-19T20:45:07.957" v="193"/>
          <ac:spMkLst>
            <pc:docMk/>
            <pc:sldMk cId="247479157" sldId="411"/>
            <ac:spMk id="71" creationId="{12609869-9E80-471B-A487-A53288E0E791}"/>
          </ac:spMkLst>
        </pc:spChg>
        <pc:spChg chg="add del">
          <ac:chgData name="Bustio Martínez Lázaro" userId="40a2716d-298b-429a-a0ab-e42e295773ea" providerId="ADAL" clId="{720B097F-2504-4CAE-9C48-8274C2C8D809}" dt="2023-01-19T20:45:07.957" v="193"/>
          <ac:spMkLst>
            <pc:docMk/>
            <pc:sldMk cId="247479157" sldId="411"/>
            <ac:spMk id="73" creationId="{7004738A-9D34-43E8-97D2-CA0EED4F8BE0}"/>
          </ac:spMkLst>
        </pc:spChg>
        <pc:spChg chg="add del">
          <ac:chgData name="Bustio Martínez Lázaro" userId="40a2716d-298b-429a-a0ab-e42e295773ea" providerId="ADAL" clId="{720B097F-2504-4CAE-9C48-8274C2C8D809}" dt="2023-01-19T20:45:07.957" v="193"/>
          <ac:spMkLst>
            <pc:docMk/>
            <pc:sldMk cId="247479157" sldId="411"/>
            <ac:spMk id="75" creationId="{B8B8D07F-F13E-443E-BA68-2D26672D76B9}"/>
          </ac:spMkLst>
        </pc:spChg>
        <pc:spChg chg="add del">
          <ac:chgData name="Bustio Martínez Lázaro" userId="40a2716d-298b-429a-a0ab-e42e295773ea" providerId="ADAL" clId="{720B097F-2504-4CAE-9C48-8274C2C8D809}" dt="2023-01-19T20:45:07.957" v="193"/>
          <ac:spMkLst>
            <pc:docMk/>
            <pc:sldMk cId="247479157" sldId="411"/>
            <ac:spMk id="77" creationId="{2813A4FA-24A5-41ED-A534-3807D1B2F344}"/>
          </ac:spMkLst>
        </pc:spChg>
        <pc:spChg chg="add del">
          <ac:chgData name="Bustio Martínez Lázaro" userId="40a2716d-298b-429a-a0ab-e42e295773ea" providerId="ADAL" clId="{720B097F-2504-4CAE-9C48-8274C2C8D809}" dt="2023-01-19T20:45:07.957" v="193"/>
          <ac:spMkLst>
            <pc:docMk/>
            <pc:sldMk cId="247479157" sldId="411"/>
            <ac:spMk id="79" creationId="{C3944F27-CA70-4E84-A51A-E6BF89558979}"/>
          </ac:spMkLst>
        </pc:spChg>
      </pc:sldChg>
      <pc:sldChg chg="addSp delSp add del setBg delDesignElem">
        <pc:chgData name="Bustio Martínez Lázaro" userId="40a2716d-298b-429a-a0ab-e42e295773ea" providerId="ADAL" clId="{720B097F-2504-4CAE-9C48-8274C2C8D809}" dt="2023-01-19T20:59:47.474" v="211" actId="47"/>
        <pc:sldMkLst>
          <pc:docMk/>
          <pc:sldMk cId="1016311780" sldId="412"/>
        </pc:sldMkLst>
        <pc:spChg chg="add del">
          <ac:chgData name="Bustio Martínez Lázaro" userId="40a2716d-298b-429a-a0ab-e42e295773ea" providerId="ADAL" clId="{720B097F-2504-4CAE-9C48-8274C2C8D809}" dt="2023-01-19T20:45:07.957" v="193"/>
          <ac:spMkLst>
            <pc:docMk/>
            <pc:sldMk cId="1016311780" sldId="412"/>
            <ac:spMk id="8" creationId="{09588DA8-065E-4F6F-8EFD-43104AB2E0CF}"/>
          </ac:spMkLst>
        </pc:spChg>
        <pc:spChg chg="add del">
          <ac:chgData name="Bustio Martínez Lázaro" userId="40a2716d-298b-429a-a0ab-e42e295773ea" providerId="ADAL" clId="{720B097F-2504-4CAE-9C48-8274C2C8D809}" dt="2023-01-19T20:45:07.957" v="193"/>
          <ac:spMkLst>
            <pc:docMk/>
            <pc:sldMk cId="1016311780" sldId="412"/>
            <ac:spMk id="10" creationId="{C4285719-470E-454C-AF62-8323075F1F5B}"/>
          </ac:spMkLst>
        </pc:spChg>
        <pc:spChg chg="add del">
          <ac:chgData name="Bustio Martínez Lázaro" userId="40a2716d-298b-429a-a0ab-e42e295773ea" providerId="ADAL" clId="{720B097F-2504-4CAE-9C48-8274C2C8D809}" dt="2023-01-19T20:45:07.957" v="193"/>
          <ac:spMkLst>
            <pc:docMk/>
            <pc:sldMk cId="1016311780" sldId="412"/>
            <ac:spMk id="12" creationId="{CD9FE4EF-C4D8-49A0-B2FF-81D8DB7D8A24}"/>
          </ac:spMkLst>
        </pc:spChg>
        <pc:spChg chg="add del">
          <ac:chgData name="Bustio Martínez Lázaro" userId="40a2716d-298b-429a-a0ab-e42e295773ea" providerId="ADAL" clId="{720B097F-2504-4CAE-9C48-8274C2C8D809}" dt="2023-01-19T20:45:07.957" v="193"/>
          <ac:spMkLst>
            <pc:docMk/>
            <pc:sldMk cId="1016311780" sldId="412"/>
            <ac:spMk id="14" creationId="{4300840D-0A0B-4512-BACA-B439D5B9C57C}"/>
          </ac:spMkLst>
        </pc:spChg>
        <pc:spChg chg="add del">
          <ac:chgData name="Bustio Martínez Lázaro" userId="40a2716d-298b-429a-a0ab-e42e295773ea" providerId="ADAL" clId="{720B097F-2504-4CAE-9C48-8274C2C8D809}" dt="2023-01-19T20:45:07.957" v="193"/>
          <ac:spMkLst>
            <pc:docMk/>
            <pc:sldMk cId="1016311780" sldId="412"/>
            <ac:spMk id="16" creationId="{D2B78728-A580-49A7-84F9-6EF6F583ADE0}"/>
          </ac:spMkLst>
        </pc:spChg>
        <pc:spChg chg="add del">
          <ac:chgData name="Bustio Martínez Lázaro" userId="40a2716d-298b-429a-a0ab-e42e295773ea" providerId="ADAL" clId="{720B097F-2504-4CAE-9C48-8274C2C8D809}" dt="2023-01-19T20:45:07.957" v="193"/>
          <ac:spMkLst>
            <pc:docMk/>
            <pc:sldMk cId="1016311780" sldId="412"/>
            <ac:spMk id="18" creationId="{38FAA1A1-D861-433F-88FA-1E9D6FD31D11}"/>
          </ac:spMkLst>
        </pc:spChg>
        <pc:spChg chg="add del">
          <ac:chgData name="Bustio Martínez Lázaro" userId="40a2716d-298b-429a-a0ab-e42e295773ea" providerId="ADAL" clId="{720B097F-2504-4CAE-9C48-8274C2C8D809}" dt="2023-01-19T20:45:07.957" v="193"/>
          <ac:spMkLst>
            <pc:docMk/>
            <pc:sldMk cId="1016311780" sldId="412"/>
            <ac:spMk id="20" creationId="{8D71EDA1-87BF-4D5D-AB79-F346FD19278A}"/>
          </ac:spMkLst>
        </pc:spChg>
      </pc:sldChg>
      <pc:sldChg chg="addSp delSp add del setBg delDesignElem">
        <pc:chgData name="Bustio Martínez Lázaro" userId="40a2716d-298b-429a-a0ab-e42e295773ea" providerId="ADAL" clId="{720B097F-2504-4CAE-9C48-8274C2C8D809}" dt="2023-01-19T20:56:45.949" v="196"/>
        <pc:sldMkLst>
          <pc:docMk/>
          <pc:sldMk cId="1566149268" sldId="413"/>
        </pc:sldMkLst>
        <pc:spChg chg="add del">
          <ac:chgData name="Bustio Martínez Lázaro" userId="40a2716d-298b-429a-a0ab-e42e295773ea" providerId="ADAL" clId="{720B097F-2504-4CAE-9C48-8274C2C8D809}" dt="2023-01-19T20:45:07.957" v="193"/>
          <ac:spMkLst>
            <pc:docMk/>
            <pc:sldMk cId="1566149268" sldId="413"/>
            <ac:spMk id="25" creationId="{A87EA4E9-DFD6-45D4-965D-8A79984EF440}"/>
          </ac:spMkLst>
        </pc:spChg>
      </pc:sldChg>
      <pc:sldChg chg="addSp delSp add del setBg delDesignElem">
        <pc:chgData name="Bustio Martínez Lázaro" userId="40a2716d-298b-429a-a0ab-e42e295773ea" providerId="ADAL" clId="{720B097F-2504-4CAE-9C48-8274C2C8D809}" dt="2023-01-19T20:56:45.949" v="196"/>
        <pc:sldMkLst>
          <pc:docMk/>
          <pc:sldMk cId="3149922309" sldId="414"/>
        </pc:sldMkLst>
        <pc:spChg chg="add del">
          <ac:chgData name="Bustio Martínez Lázaro" userId="40a2716d-298b-429a-a0ab-e42e295773ea" providerId="ADAL" clId="{720B097F-2504-4CAE-9C48-8274C2C8D809}" dt="2023-01-19T20:45:07.957" v="193"/>
          <ac:spMkLst>
            <pc:docMk/>
            <pc:sldMk cId="3149922309" sldId="414"/>
            <ac:spMk id="16" creationId="{A87EA4E9-DFD6-45D4-965D-8A79984EF440}"/>
          </ac:spMkLst>
        </pc:spChg>
      </pc:sldChg>
      <pc:sldChg chg="addSp delSp add del setBg delDesignElem">
        <pc:chgData name="Bustio Martínez Lázaro" userId="40a2716d-298b-429a-a0ab-e42e295773ea" providerId="ADAL" clId="{720B097F-2504-4CAE-9C48-8274C2C8D809}" dt="2023-01-19T20:56:45.949" v="196"/>
        <pc:sldMkLst>
          <pc:docMk/>
          <pc:sldMk cId="2723377173" sldId="415"/>
        </pc:sldMkLst>
        <pc:spChg chg="add del">
          <ac:chgData name="Bustio Martínez Lázaro" userId="40a2716d-298b-429a-a0ab-e42e295773ea" providerId="ADAL" clId="{720B097F-2504-4CAE-9C48-8274C2C8D809}" dt="2023-01-19T20:45:07.957" v="193"/>
          <ac:spMkLst>
            <pc:docMk/>
            <pc:sldMk cId="2723377173" sldId="415"/>
            <ac:spMk id="8" creationId="{1B15ED52-F352-441B-82BF-E0EA34836D08}"/>
          </ac:spMkLst>
        </pc:spChg>
        <pc:spChg chg="add del">
          <ac:chgData name="Bustio Martínez Lázaro" userId="40a2716d-298b-429a-a0ab-e42e295773ea" providerId="ADAL" clId="{720B097F-2504-4CAE-9C48-8274C2C8D809}" dt="2023-01-19T20:45:07.957" v="193"/>
          <ac:spMkLst>
            <pc:docMk/>
            <pc:sldMk cId="2723377173" sldId="415"/>
            <ac:spMk id="10" creationId="{3B2E3793-BFE6-45A2-9B7B-E18844431C99}"/>
          </ac:spMkLst>
        </pc:spChg>
        <pc:spChg chg="add del">
          <ac:chgData name="Bustio Martínez Lázaro" userId="40a2716d-298b-429a-a0ab-e42e295773ea" providerId="ADAL" clId="{720B097F-2504-4CAE-9C48-8274C2C8D809}" dt="2023-01-19T20:45:07.957" v="193"/>
          <ac:spMkLst>
            <pc:docMk/>
            <pc:sldMk cId="2723377173" sldId="415"/>
            <ac:spMk id="12" creationId="{BC4C4868-CB8F-4AF9-9CDB-8108F2C19B67}"/>
          </ac:spMkLst>
        </pc:spChg>
        <pc:spChg chg="add del">
          <ac:chgData name="Bustio Martínez Lázaro" userId="40a2716d-298b-429a-a0ab-e42e295773ea" providerId="ADAL" clId="{720B097F-2504-4CAE-9C48-8274C2C8D809}" dt="2023-01-19T20:45:07.957" v="193"/>
          <ac:spMkLst>
            <pc:docMk/>
            <pc:sldMk cId="2723377173" sldId="415"/>
            <ac:spMk id="14" creationId="{375E0459-6403-40CD-989D-56A4407CA12E}"/>
          </ac:spMkLst>
        </pc:spChg>
        <pc:spChg chg="add del">
          <ac:chgData name="Bustio Martínez Lázaro" userId="40a2716d-298b-429a-a0ab-e42e295773ea" providerId="ADAL" clId="{720B097F-2504-4CAE-9C48-8274C2C8D809}" dt="2023-01-19T20:45:07.957" v="193"/>
          <ac:spMkLst>
            <pc:docMk/>
            <pc:sldMk cId="2723377173" sldId="415"/>
            <ac:spMk id="16" creationId="{53E5B1A8-3AC9-4BD1-9BBC-78CA94F2D1BA}"/>
          </ac:spMkLst>
        </pc:spChg>
      </pc:sldChg>
      <pc:sldChg chg="addSp delSp add del setBg delDesignElem">
        <pc:chgData name="Bustio Martínez Lázaro" userId="40a2716d-298b-429a-a0ab-e42e295773ea" providerId="ADAL" clId="{720B097F-2504-4CAE-9C48-8274C2C8D809}" dt="2023-01-19T20:56:45.949" v="196"/>
        <pc:sldMkLst>
          <pc:docMk/>
          <pc:sldMk cId="2524156187" sldId="416"/>
        </pc:sldMkLst>
        <pc:spChg chg="add del">
          <ac:chgData name="Bustio Martínez Lázaro" userId="40a2716d-298b-429a-a0ab-e42e295773ea" providerId="ADAL" clId="{720B097F-2504-4CAE-9C48-8274C2C8D809}" dt="2023-01-19T20:45:07.957" v="193"/>
          <ac:spMkLst>
            <pc:docMk/>
            <pc:sldMk cId="2524156187" sldId="416"/>
            <ac:spMk id="10" creationId="{1B15ED52-F352-441B-82BF-E0EA34836D08}"/>
          </ac:spMkLst>
        </pc:spChg>
        <pc:spChg chg="add del">
          <ac:chgData name="Bustio Martínez Lázaro" userId="40a2716d-298b-429a-a0ab-e42e295773ea" providerId="ADAL" clId="{720B097F-2504-4CAE-9C48-8274C2C8D809}" dt="2023-01-19T20:45:07.957" v="193"/>
          <ac:spMkLst>
            <pc:docMk/>
            <pc:sldMk cId="2524156187" sldId="416"/>
            <ac:spMk id="12" creationId="{61707E60-CEC9-4661-AA82-69242EB4BDC3}"/>
          </ac:spMkLst>
        </pc:spChg>
        <pc:spChg chg="add del">
          <ac:chgData name="Bustio Martínez Lázaro" userId="40a2716d-298b-429a-a0ab-e42e295773ea" providerId="ADAL" clId="{720B097F-2504-4CAE-9C48-8274C2C8D809}" dt="2023-01-19T20:45:07.957" v="193"/>
          <ac:spMkLst>
            <pc:docMk/>
            <pc:sldMk cId="2524156187" sldId="416"/>
            <ac:spMk id="14" creationId="{8F035CD8-AE30-4146-96F2-036B0CE5E4F3}"/>
          </ac:spMkLst>
        </pc:spChg>
      </pc:sldChg>
      <pc:sldChg chg="addSp delSp modSp add del mod setBg delDesignElem">
        <pc:chgData name="Bustio Martínez Lázaro" userId="40a2716d-298b-429a-a0ab-e42e295773ea" providerId="ADAL" clId="{720B097F-2504-4CAE-9C48-8274C2C8D809}" dt="2023-01-19T21:00:27.401" v="236" actId="404"/>
        <pc:sldMkLst>
          <pc:docMk/>
          <pc:sldMk cId="840293972" sldId="417"/>
        </pc:sldMkLst>
        <pc:spChg chg="mod">
          <ac:chgData name="Bustio Martínez Lázaro" userId="40a2716d-298b-429a-a0ab-e42e295773ea" providerId="ADAL" clId="{720B097F-2504-4CAE-9C48-8274C2C8D809}" dt="2023-01-19T21:00:27.401" v="236" actId="404"/>
          <ac:spMkLst>
            <pc:docMk/>
            <pc:sldMk cId="840293972" sldId="417"/>
            <ac:spMk id="2" creationId="{CC642BCC-4F9B-4956-9535-672A25159199}"/>
          </ac:spMkLst>
        </pc:spChg>
        <pc:spChg chg="add del">
          <ac:chgData name="Bustio Martínez Lázaro" userId="40a2716d-298b-429a-a0ab-e42e295773ea" providerId="ADAL" clId="{720B097F-2504-4CAE-9C48-8274C2C8D809}" dt="2023-01-19T20:45:07.957" v="193"/>
          <ac:spMkLst>
            <pc:docMk/>
            <pc:sldMk cId="840293972" sldId="417"/>
            <ac:spMk id="8" creationId="{E8A8EAB8-D2FF-444D-B34B-7D32F106AD0E}"/>
          </ac:spMkLst>
        </pc:spChg>
        <pc:cxnChg chg="add del">
          <ac:chgData name="Bustio Martínez Lázaro" userId="40a2716d-298b-429a-a0ab-e42e295773ea" providerId="ADAL" clId="{720B097F-2504-4CAE-9C48-8274C2C8D809}" dt="2023-01-19T20:45:07.957" v="193"/>
          <ac:cxnSpMkLst>
            <pc:docMk/>
            <pc:sldMk cId="840293972" sldId="417"/>
            <ac:cxnSpMk id="10" creationId="{067633D1-6EE6-4118-B9F0-B363477BEE7A}"/>
          </ac:cxnSpMkLst>
        </pc:cxnChg>
        <pc:cxnChg chg="add del">
          <ac:chgData name="Bustio Martínez Lázaro" userId="40a2716d-298b-429a-a0ab-e42e295773ea" providerId="ADAL" clId="{720B097F-2504-4CAE-9C48-8274C2C8D809}" dt="2023-01-19T20:45:07.957" v="193"/>
          <ac:cxnSpMkLst>
            <pc:docMk/>
            <pc:sldMk cId="840293972" sldId="417"/>
            <ac:cxnSpMk id="12" creationId="{4AD7FFC6-42A9-49CB-B5E9-B3F6B038331B}"/>
          </ac:cxnSpMkLst>
        </pc:cxnChg>
      </pc:sldChg>
      <pc:sldChg chg="addSp delSp modSp new mod setBg">
        <pc:chgData name="Bustio Martínez Lázaro" userId="40a2716d-298b-429a-a0ab-e42e295773ea" providerId="ADAL" clId="{720B097F-2504-4CAE-9C48-8274C2C8D809}" dt="2023-01-19T21:03:19.109" v="262" actId="26606"/>
        <pc:sldMkLst>
          <pc:docMk/>
          <pc:sldMk cId="2906788534" sldId="418"/>
        </pc:sldMkLst>
        <pc:spChg chg="mod">
          <ac:chgData name="Bustio Martínez Lázaro" userId="40a2716d-298b-429a-a0ab-e42e295773ea" providerId="ADAL" clId="{720B097F-2504-4CAE-9C48-8274C2C8D809}" dt="2023-01-19T21:03:19.109" v="262" actId="26606"/>
          <ac:spMkLst>
            <pc:docMk/>
            <pc:sldMk cId="2906788534" sldId="418"/>
            <ac:spMk id="2" creationId="{6F958BC9-35DC-96DA-C319-26B6E2E6F286}"/>
          </ac:spMkLst>
        </pc:spChg>
        <pc:spChg chg="mod ord">
          <ac:chgData name="Bustio Martínez Lázaro" userId="40a2716d-298b-429a-a0ab-e42e295773ea" providerId="ADAL" clId="{720B097F-2504-4CAE-9C48-8274C2C8D809}" dt="2023-01-19T21:03:19.109" v="262" actId="26606"/>
          <ac:spMkLst>
            <pc:docMk/>
            <pc:sldMk cId="2906788534" sldId="418"/>
            <ac:spMk id="3" creationId="{2B974E9E-EE38-AC75-94BB-098BA11BF65F}"/>
          </ac:spMkLst>
        </pc:spChg>
        <pc:spChg chg="add del mod">
          <ac:chgData name="Bustio Martínez Lázaro" userId="40a2716d-298b-429a-a0ab-e42e295773ea" providerId="ADAL" clId="{720B097F-2504-4CAE-9C48-8274C2C8D809}" dt="2023-01-19T21:02:23.499" v="260"/>
          <ac:spMkLst>
            <pc:docMk/>
            <pc:sldMk cId="2906788534" sldId="418"/>
            <ac:spMk id="4" creationId="{2B3CAAAA-0FF2-A372-A501-7F4657CAB303}"/>
          </ac:spMkLst>
        </pc:spChg>
        <pc:spChg chg="add del mod">
          <ac:chgData name="Bustio Martínez Lázaro" userId="40a2716d-298b-429a-a0ab-e42e295773ea" providerId="ADAL" clId="{720B097F-2504-4CAE-9C48-8274C2C8D809}" dt="2023-01-19T21:02:23.499" v="260"/>
          <ac:spMkLst>
            <pc:docMk/>
            <pc:sldMk cId="2906788534" sldId="418"/>
            <ac:spMk id="5" creationId="{E8E897D7-97F6-B5C9-278B-CDC070F70C11}"/>
          </ac:spMkLst>
        </pc:spChg>
        <pc:spChg chg="add">
          <ac:chgData name="Bustio Martínez Lázaro" userId="40a2716d-298b-429a-a0ab-e42e295773ea" providerId="ADAL" clId="{720B097F-2504-4CAE-9C48-8274C2C8D809}" dt="2023-01-19T21:03:19.109" v="262" actId="26606"/>
          <ac:spMkLst>
            <pc:docMk/>
            <pc:sldMk cId="2906788534" sldId="418"/>
            <ac:spMk id="1031" creationId="{FF9B822F-893E-44C8-963C-64F50ACECBB2}"/>
          </ac:spMkLst>
        </pc:spChg>
        <pc:spChg chg="add">
          <ac:chgData name="Bustio Martínez Lázaro" userId="40a2716d-298b-429a-a0ab-e42e295773ea" providerId="ADAL" clId="{720B097F-2504-4CAE-9C48-8274C2C8D809}" dt="2023-01-19T21:03:19.109" v="262" actId="26606"/>
          <ac:spMkLst>
            <pc:docMk/>
            <pc:sldMk cId="2906788534" sldId="418"/>
            <ac:spMk id="1033" creationId="{EBF87945-A001-489F-9D9B-7D9435F0B9CA}"/>
          </ac:spMkLst>
        </pc:spChg>
        <pc:picChg chg="add mod">
          <ac:chgData name="Bustio Martínez Lázaro" userId="40a2716d-298b-429a-a0ab-e42e295773ea" providerId="ADAL" clId="{720B097F-2504-4CAE-9C48-8274C2C8D809}" dt="2023-01-19T21:03:19.109" v="262" actId="26606"/>
          <ac:picMkLst>
            <pc:docMk/>
            <pc:sldMk cId="2906788534" sldId="418"/>
            <ac:picMk id="1026" creationId="{A50BED28-61C0-4E50-DA3D-50015712B79D}"/>
          </ac:picMkLst>
        </pc:picChg>
      </pc:sldChg>
      <pc:sldChg chg="addSp modSp new mod setBg setClrOvrMap">
        <pc:chgData name="Bustio Martínez Lázaro" userId="40a2716d-298b-429a-a0ab-e42e295773ea" providerId="ADAL" clId="{720B097F-2504-4CAE-9C48-8274C2C8D809}" dt="2023-01-19T21:05:30.532" v="296" actId="26606"/>
        <pc:sldMkLst>
          <pc:docMk/>
          <pc:sldMk cId="1851234452" sldId="419"/>
        </pc:sldMkLst>
        <pc:spChg chg="mod">
          <ac:chgData name="Bustio Martínez Lázaro" userId="40a2716d-298b-429a-a0ab-e42e295773ea" providerId="ADAL" clId="{720B097F-2504-4CAE-9C48-8274C2C8D809}" dt="2023-01-19T21:05:30.532" v="296" actId="26606"/>
          <ac:spMkLst>
            <pc:docMk/>
            <pc:sldMk cId="1851234452" sldId="419"/>
            <ac:spMk id="2" creationId="{4A098B89-7303-F11B-6F0A-1D75394FFF60}"/>
          </ac:spMkLst>
        </pc:spChg>
        <pc:spChg chg="mod">
          <ac:chgData name="Bustio Martínez Lázaro" userId="40a2716d-298b-429a-a0ab-e42e295773ea" providerId="ADAL" clId="{720B097F-2504-4CAE-9C48-8274C2C8D809}" dt="2023-01-19T21:05:30.532" v="296" actId="26606"/>
          <ac:spMkLst>
            <pc:docMk/>
            <pc:sldMk cId="1851234452" sldId="419"/>
            <ac:spMk id="3" creationId="{F871FBDA-3813-3B6A-9A23-CB12A6923D2D}"/>
          </ac:spMkLst>
        </pc:spChg>
        <pc:spChg chg="add">
          <ac:chgData name="Bustio Martínez Lázaro" userId="40a2716d-298b-429a-a0ab-e42e295773ea" providerId="ADAL" clId="{720B097F-2504-4CAE-9C48-8274C2C8D809}" dt="2023-01-19T21:05:30.532" v="296" actId="26606"/>
          <ac:spMkLst>
            <pc:docMk/>
            <pc:sldMk cId="1851234452" sldId="419"/>
            <ac:spMk id="2055" creationId="{C7FA33FF-088D-4F16-95A2-2C64D353DEA8}"/>
          </ac:spMkLst>
        </pc:spChg>
        <pc:spChg chg="add">
          <ac:chgData name="Bustio Martínez Lázaro" userId="40a2716d-298b-429a-a0ab-e42e295773ea" providerId="ADAL" clId="{720B097F-2504-4CAE-9C48-8274C2C8D809}" dt="2023-01-19T21:05:30.532" v="296" actId="26606"/>
          <ac:spMkLst>
            <pc:docMk/>
            <pc:sldMk cId="1851234452" sldId="419"/>
            <ac:spMk id="2057" creationId="{A376EFB1-01CF-419F-ABF1-2AF02BBFCBD1}"/>
          </ac:spMkLst>
        </pc:spChg>
        <pc:spChg chg="add">
          <ac:chgData name="Bustio Martínez Lázaro" userId="40a2716d-298b-429a-a0ab-e42e295773ea" providerId="ADAL" clId="{720B097F-2504-4CAE-9C48-8274C2C8D809}" dt="2023-01-19T21:05:30.532" v="296" actId="26606"/>
          <ac:spMkLst>
            <pc:docMk/>
            <pc:sldMk cId="1851234452" sldId="419"/>
            <ac:spMk id="2059" creationId="{FF9DEA15-78BD-4750-AA18-B9F28A6D5AB8}"/>
          </ac:spMkLst>
        </pc:spChg>
        <pc:picChg chg="add mod">
          <ac:chgData name="Bustio Martínez Lázaro" userId="40a2716d-298b-429a-a0ab-e42e295773ea" providerId="ADAL" clId="{720B097F-2504-4CAE-9C48-8274C2C8D809}" dt="2023-01-19T21:05:30.532" v="296" actId="26606"/>
          <ac:picMkLst>
            <pc:docMk/>
            <pc:sldMk cId="1851234452" sldId="419"/>
            <ac:picMk id="2050" creationId="{1F2DE666-587E-C135-D464-3CA674C66B6C}"/>
          </ac:picMkLst>
        </pc:picChg>
      </pc:sldChg>
      <pc:sldChg chg="del">
        <pc:chgData name="Bustio Martínez Lázaro" userId="40a2716d-298b-429a-a0ab-e42e295773ea" providerId="ADAL" clId="{720B097F-2504-4CAE-9C48-8274C2C8D809}" dt="2023-01-19T21:08:01.075" v="300" actId="47"/>
        <pc:sldMkLst>
          <pc:docMk/>
          <pc:sldMk cId="4219945107" sldId="422"/>
        </pc:sldMkLst>
      </pc:sldChg>
      <pc:sldChg chg="del">
        <pc:chgData name="Bustio Martínez Lázaro" userId="40a2716d-298b-429a-a0ab-e42e295773ea" providerId="ADAL" clId="{720B097F-2504-4CAE-9C48-8274C2C8D809}" dt="2023-01-19T21:08:05.457" v="301" actId="47"/>
        <pc:sldMkLst>
          <pc:docMk/>
          <pc:sldMk cId="3579111549" sldId="423"/>
        </pc:sldMkLst>
      </pc:sldChg>
      <pc:sldChg chg="del">
        <pc:chgData name="Bustio Martínez Lázaro" userId="40a2716d-298b-429a-a0ab-e42e295773ea" providerId="ADAL" clId="{720B097F-2504-4CAE-9C48-8274C2C8D809}" dt="2023-01-19T21:10:33.369" v="379" actId="47"/>
        <pc:sldMkLst>
          <pc:docMk/>
          <pc:sldMk cId="3401093221" sldId="459"/>
        </pc:sldMkLst>
      </pc:sldChg>
      <pc:sldChg chg="del">
        <pc:chgData name="Bustio Martínez Lázaro" userId="40a2716d-298b-429a-a0ab-e42e295773ea" providerId="ADAL" clId="{720B097F-2504-4CAE-9C48-8274C2C8D809}" dt="2023-01-19T21:10:47.541" v="384" actId="47"/>
        <pc:sldMkLst>
          <pc:docMk/>
          <pc:sldMk cId="0" sldId="462"/>
        </pc:sldMkLst>
      </pc:sldChg>
      <pc:sldChg chg="del">
        <pc:chgData name="Bustio Martínez Lázaro" userId="40a2716d-298b-429a-a0ab-e42e295773ea" providerId="ADAL" clId="{720B097F-2504-4CAE-9C48-8274C2C8D809}" dt="2023-01-19T21:12:05.823" v="400" actId="47"/>
        <pc:sldMkLst>
          <pc:docMk/>
          <pc:sldMk cId="3401093221" sldId="472"/>
        </pc:sldMkLst>
      </pc:sldChg>
      <pc:sldChg chg="del">
        <pc:chgData name="Bustio Martínez Lázaro" userId="40a2716d-298b-429a-a0ab-e42e295773ea" providerId="ADAL" clId="{720B097F-2504-4CAE-9C48-8274C2C8D809}" dt="2023-01-19T21:12:07.064" v="401" actId="47"/>
        <pc:sldMkLst>
          <pc:docMk/>
          <pc:sldMk cId="2395810965" sldId="473"/>
        </pc:sldMkLst>
      </pc:sldChg>
      <pc:sldChg chg="modSp mod">
        <pc:chgData name="Bustio Martínez Lázaro" userId="40a2716d-298b-429a-a0ab-e42e295773ea" providerId="ADAL" clId="{720B097F-2504-4CAE-9C48-8274C2C8D809}" dt="2023-01-19T21:13:50.027" v="416" actId="20577"/>
        <pc:sldMkLst>
          <pc:docMk/>
          <pc:sldMk cId="2794962542" sldId="520"/>
        </pc:sldMkLst>
        <pc:spChg chg="mod">
          <ac:chgData name="Bustio Martínez Lázaro" userId="40a2716d-298b-429a-a0ab-e42e295773ea" providerId="ADAL" clId="{720B097F-2504-4CAE-9C48-8274C2C8D809}" dt="2023-01-19T21:13:45.153" v="413" actId="20577"/>
          <ac:spMkLst>
            <pc:docMk/>
            <pc:sldMk cId="2794962542" sldId="520"/>
            <ac:spMk id="2" creationId="{276D1F36-5576-4866-8169-2C983238DD8B}"/>
          </ac:spMkLst>
        </pc:spChg>
        <pc:spChg chg="mod">
          <ac:chgData name="Bustio Martínez Lázaro" userId="40a2716d-298b-429a-a0ab-e42e295773ea" providerId="ADAL" clId="{720B097F-2504-4CAE-9C48-8274C2C8D809}" dt="2023-01-19T21:13:50.027" v="416" actId="20577"/>
          <ac:spMkLst>
            <pc:docMk/>
            <pc:sldMk cId="2794962542" sldId="520"/>
            <ac:spMk id="3" creationId="{25B3E5DC-B80D-48DE-A7F5-20886B8CB24D}"/>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www.scipy.org/Numpy_Example_List_With_Doc" TargetMode="External"/><Relationship Id="rId7" Type="http://schemas.openxmlformats.org/officeDocument/2006/relationships/image" Target="../media/image7.svg"/><Relationship Id="rId2" Type="http://schemas.openxmlformats.org/officeDocument/2006/relationships/hyperlink" Target="http://www.tramy.us/numpybook.pdf" TargetMode="External"/><Relationship Id="rId1" Type="http://schemas.openxmlformats.org/officeDocument/2006/relationships/hyperlink" Target="http://docs.scipy.org/doc/" TargetMode="Externa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hyperlink" Target="http://docs.scipy.org/doc/" TargetMode="External"/><Relationship Id="rId7" Type="http://schemas.openxmlformats.org/officeDocument/2006/relationships/image" Target="../media/image8.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hyperlink" Target="http://www.tramy.us/numpybook.pdf" TargetMode="External"/><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hyperlink" Target="http://www.scipy.org/Numpy_Example_List_With_Doc" TargetMode="External"/></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E04F43-7B6C-43F1-B480-059D7A9DA3E2}"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3218A9C4-D499-4F7A-9577-C846ABC16DA1}">
      <dgm:prSet/>
      <dgm:spPr/>
      <dgm:t>
        <a:bodyPr/>
        <a:lstStyle/>
        <a:p>
          <a:pPr>
            <a:defRPr b="1"/>
          </a:pPr>
          <a:r>
            <a:rPr lang="en-US"/>
            <a:t>Official documentation</a:t>
          </a:r>
        </a:p>
      </dgm:t>
    </dgm:pt>
    <dgm:pt modelId="{89082E19-A30C-4FDB-B71C-C64CE40B1216}" type="parTrans" cxnId="{C3245486-6850-4089-81AD-396138BC638D}">
      <dgm:prSet/>
      <dgm:spPr/>
      <dgm:t>
        <a:bodyPr/>
        <a:lstStyle/>
        <a:p>
          <a:endParaRPr lang="en-US"/>
        </a:p>
      </dgm:t>
    </dgm:pt>
    <dgm:pt modelId="{28F9BE0C-B618-4439-9DA9-FA1BA820C12A}" type="sibTrans" cxnId="{C3245486-6850-4089-81AD-396138BC638D}">
      <dgm:prSet/>
      <dgm:spPr/>
      <dgm:t>
        <a:bodyPr/>
        <a:lstStyle/>
        <a:p>
          <a:endParaRPr lang="en-US"/>
        </a:p>
      </dgm:t>
    </dgm:pt>
    <dgm:pt modelId="{78188BFE-0ED0-46D5-ACAE-6406C007D7AF}">
      <dgm:prSet/>
      <dgm:spPr/>
      <dgm:t>
        <a:bodyPr/>
        <a:lstStyle/>
        <a:p>
          <a:r>
            <a:rPr lang="en-US">
              <a:hlinkClick xmlns:r="http://schemas.openxmlformats.org/officeDocument/2006/relationships" r:id="rId1"/>
            </a:rPr>
            <a:t>http://docs.scipy.org/doc/</a:t>
          </a:r>
          <a:endParaRPr lang="en-US"/>
        </a:p>
      </dgm:t>
    </dgm:pt>
    <dgm:pt modelId="{8AFF0640-55C9-42DA-8A1D-7DD9F45691B4}" type="parTrans" cxnId="{D37E276E-89C9-4F8E-8E9E-861A6E504144}">
      <dgm:prSet/>
      <dgm:spPr/>
      <dgm:t>
        <a:bodyPr/>
        <a:lstStyle/>
        <a:p>
          <a:endParaRPr lang="en-US"/>
        </a:p>
      </dgm:t>
    </dgm:pt>
    <dgm:pt modelId="{0C7CB506-2099-47C9-9AF9-7E3B82E0AEEA}" type="sibTrans" cxnId="{D37E276E-89C9-4F8E-8E9E-861A6E504144}">
      <dgm:prSet/>
      <dgm:spPr/>
      <dgm:t>
        <a:bodyPr/>
        <a:lstStyle/>
        <a:p>
          <a:endParaRPr lang="en-US"/>
        </a:p>
      </dgm:t>
    </dgm:pt>
    <dgm:pt modelId="{385D90D7-26B1-463C-82E4-D7499A24BCB4}">
      <dgm:prSet/>
      <dgm:spPr/>
      <dgm:t>
        <a:bodyPr/>
        <a:lstStyle/>
        <a:p>
          <a:pPr>
            <a:defRPr b="1"/>
          </a:pPr>
          <a:r>
            <a:rPr lang="en-US"/>
            <a:t>The NumPy book</a:t>
          </a:r>
        </a:p>
      </dgm:t>
    </dgm:pt>
    <dgm:pt modelId="{339D093B-6B17-41EC-B435-4C1723AD713E}" type="parTrans" cxnId="{254A7FBB-9B7E-4553-804E-92F610B95D85}">
      <dgm:prSet/>
      <dgm:spPr/>
      <dgm:t>
        <a:bodyPr/>
        <a:lstStyle/>
        <a:p>
          <a:endParaRPr lang="en-US"/>
        </a:p>
      </dgm:t>
    </dgm:pt>
    <dgm:pt modelId="{0BBE3382-4B4F-42D7-A58F-B02907B471EB}" type="sibTrans" cxnId="{254A7FBB-9B7E-4553-804E-92F610B95D85}">
      <dgm:prSet/>
      <dgm:spPr/>
      <dgm:t>
        <a:bodyPr/>
        <a:lstStyle/>
        <a:p>
          <a:endParaRPr lang="en-US"/>
        </a:p>
      </dgm:t>
    </dgm:pt>
    <dgm:pt modelId="{5197B72F-18C6-4AB8-AF60-BE5F34EE3166}">
      <dgm:prSet/>
      <dgm:spPr/>
      <dgm:t>
        <a:bodyPr/>
        <a:lstStyle/>
        <a:p>
          <a:r>
            <a:rPr lang="en-US">
              <a:hlinkClick xmlns:r="http://schemas.openxmlformats.org/officeDocument/2006/relationships" r:id="rId2"/>
            </a:rPr>
            <a:t>http://www.tramy.us/numpybook.pdf</a:t>
          </a:r>
          <a:endParaRPr lang="en-US"/>
        </a:p>
      </dgm:t>
    </dgm:pt>
    <dgm:pt modelId="{4EA09B52-9DFE-4549-A8AE-9E61FAF848E1}" type="parTrans" cxnId="{9C764B9A-44B1-4863-A849-86BD5CEB9AE1}">
      <dgm:prSet/>
      <dgm:spPr/>
      <dgm:t>
        <a:bodyPr/>
        <a:lstStyle/>
        <a:p>
          <a:endParaRPr lang="en-US"/>
        </a:p>
      </dgm:t>
    </dgm:pt>
    <dgm:pt modelId="{17AC0F4D-5CFA-4590-9B19-DC0907F1B1EC}" type="sibTrans" cxnId="{9C764B9A-44B1-4863-A849-86BD5CEB9AE1}">
      <dgm:prSet/>
      <dgm:spPr/>
      <dgm:t>
        <a:bodyPr/>
        <a:lstStyle/>
        <a:p>
          <a:endParaRPr lang="en-US"/>
        </a:p>
      </dgm:t>
    </dgm:pt>
    <dgm:pt modelId="{87F9F771-DF5C-4864-A78A-547040AD2950}">
      <dgm:prSet/>
      <dgm:spPr/>
      <dgm:t>
        <a:bodyPr/>
        <a:lstStyle/>
        <a:p>
          <a:pPr>
            <a:defRPr b="1"/>
          </a:pPr>
          <a:r>
            <a:rPr lang="en-US"/>
            <a:t>Example list</a:t>
          </a:r>
        </a:p>
      </dgm:t>
    </dgm:pt>
    <dgm:pt modelId="{51EEE442-08B5-4C6F-AEF5-B2A85F77D4F3}" type="parTrans" cxnId="{1C79DB83-FB31-4509-8DE1-0D3F691E5AA3}">
      <dgm:prSet/>
      <dgm:spPr/>
      <dgm:t>
        <a:bodyPr/>
        <a:lstStyle/>
        <a:p>
          <a:endParaRPr lang="en-US"/>
        </a:p>
      </dgm:t>
    </dgm:pt>
    <dgm:pt modelId="{EC3D9AB6-1A9D-44D8-A5AD-705180047DEE}" type="sibTrans" cxnId="{1C79DB83-FB31-4509-8DE1-0D3F691E5AA3}">
      <dgm:prSet/>
      <dgm:spPr/>
      <dgm:t>
        <a:bodyPr/>
        <a:lstStyle/>
        <a:p>
          <a:endParaRPr lang="en-US"/>
        </a:p>
      </dgm:t>
    </dgm:pt>
    <dgm:pt modelId="{79FEB4CA-86A2-47C2-93D4-013C68600305}">
      <dgm:prSet/>
      <dgm:spPr/>
      <dgm:t>
        <a:bodyPr/>
        <a:lstStyle/>
        <a:p>
          <a:r>
            <a:rPr lang="en-US">
              <a:hlinkClick xmlns:r="http://schemas.openxmlformats.org/officeDocument/2006/relationships" r:id="rId3"/>
            </a:rPr>
            <a:t>http://www.scipy.org/Numpy_Example_List_With_Doc</a:t>
          </a:r>
          <a:endParaRPr lang="en-US"/>
        </a:p>
      </dgm:t>
    </dgm:pt>
    <dgm:pt modelId="{01AF47DF-DB35-4ED0-9C36-16AD65544003}" type="parTrans" cxnId="{DCE7CEE8-97FF-4E4A-9378-F4958A42E124}">
      <dgm:prSet/>
      <dgm:spPr/>
      <dgm:t>
        <a:bodyPr/>
        <a:lstStyle/>
        <a:p>
          <a:endParaRPr lang="en-US"/>
        </a:p>
      </dgm:t>
    </dgm:pt>
    <dgm:pt modelId="{F01BA186-65E9-421F-AD0D-19ED9B3402BE}" type="sibTrans" cxnId="{DCE7CEE8-97FF-4E4A-9378-F4958A42E124}">
      <dgm:prSet/>
      <dgm:spPr/>
      <dgm:t>
        <a:bodyPr/>
        <a:lstStyle/>
        <a:p>
          <a:endParaRPr lang="en-US"/>
        </a:p>
      </dgm:t>
    </dgm:pt>
    <dgm:pt modelId="{74B879E8-BD4B-4329-8CFB-E978025BE26E}" type="pres">
      <dgm:prSet presAssocID="{48E04F43-7B6C-43F1-B480-059D7A9DA3E2}" presName="root" presStyleCnt="0">
        <dgm:presLayoutVars>
          <dgm:dir/>
          <dgm:resizeHandles val="exact"/>
        </dgm:presLayoutVars>
      </dgm:prSet>
      <dgm:spPr/>
    </dgm:pt>
    <dgm:pt modelId="{616437EF-1DE2-4244-800E-FD4324A4EB77}" type="pres">
      <dgm:prSet presAssocID="{3218A9C4-D499-4F7A-9577-C846ABC16DA1}" presName="compNode" presStyleCnt="0"/>
      <dgm:spPr/>
    </dgm:pt>
    <dgm:pt modelId="{1E54CFB6-7455-4758-93DA-DFFF9E49A01B}" type="pres">
      <dgm:prSet presAssocID="{3218A9C4-D499-4F7A-9577-C846ABC16DA1}" presName="iconRect" presStyleLbl="node1" presStyleIdx="0"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Marcador"/>
        </a:ext>
      </dgm:extLst>
    </dgm:pt>
    <dgm:pt modelId="{2183AAB3-4F45-48AD-BC0E-25392F05AD3F}" type="pres">
      <dgm:prSet presAssocID="{3218A9C4-D499-4F7A-9577-C846ABC16DA1}" presName="iconSpace" presStyleCnt="0"/>
      <dgm:spPr/>
    </dgm:pt>
    <dgm:pt modelId="{34797998-D1CB-4BCD-A490-EF8F474DA032}" type="pres">
      <dgm:prSet presAssocID="{3218A9C4-D499-4F7A-9577-C846ABC16DA1}" presName="parTx" presStyleLbl="revTx" presStyleIdx="0" presStyleCnt="6">
        <dgm:presLayoutVars>
          <dgm:chMax val="0"/>
          <dgm:chPref val="0"/>
        </dgm:presLayoutVars>
      </dgm:prSet>
      <dgm:spPr/>
    </dgm:pt>
    <dgm:pt modelId="{7704779D-6614-4ABC-8BB1-CDDA51225121}" type="pres">
      <dgm:prSet presAssocID="{3218A9C4-D499-4F7A-9577-C846ABC16DA1}" presName="txSpace" presStyleCnt="0"/>
      <dgm:spPr/>
    </dgm:pt>
    <dgm:pt modelId="{99BBF9E4-2C6E-4035-B5F6-9722B724ECB1}" type="pres">
      <dgm:prSet presAssocID="{3218A9C4-D499-4F7A-9577-C846ABC16DA1}" presName="desTx" presStyleLbl="revTx" presStyleIdx="1" presStyleCnt="6">
        <dgm:presLayoutVars/>
      </dgm:prSet>
      <dgm:spPr/>
    </dgm:pt>
    <dgm:pt modelId="{63CDA801-6C3D-4786-B783-EA24228C58B8}" type="pres">
      <dgm:prSet presAssocID="{28F9BE0C-B618-4439-9DA9-FA1BA820C12A}" presName="sibTrans" presStyleCnt="0"/>
      <dgm:spPr/>
    </dgm:pt>
    <dgm:pt modelId="{DB4FF522-B5BA-4409-A224-8E2E738A5151}" type="pres">
      <dgm:prSet presAssocID="{385D90D7-26B1-463C-82E4-D7499A24BCB4}" presName="compNode" presStyleCnt="0"/>
      <dgm:spPr/>
    </dgm:pt>
    <dgm:pt modelId="{FE877F7F-0DEA-4814-9EF7-8398DC1731BA}" type="pres">
      <dgm:prSet presAssocID="{385D90D7-26B1-463C-82E4-D7499A24BCB4}" presName="iconRect" presStyleLbl="node1" presStyleIdx="1"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Libros"/>
        </a:ext>
      </dgm:extLst>
    </dgm:pt>
    <dgm:pt modelId="{211BE6B5-3DB4-439F-A30C-D252729323E3}" type="pres">
      <dgm:prSet presAssocID="{385D90D7-26B1-463C-82E4-D7499A24BCB4}" presName="iconSpace" presStyleCnt="0"/>
      <dgm:spPr/>
    </dgm:pt>
    <dgm:pt modelId="{7EECE89E-2E66-4B42-A1FC-11A9D06BAA6B}" type="pres">
      <dgm:prSet presAssocID="{385D90D7-26B1-463C-82E4-D7499A24BCB4}" presName="parTx" presStyleLbl="revTx" presStyleIdx="2" presStyleCnt="6">
        <dgm:presLayoutVars>
          <dgm:chMax val="0"/>
          <dgm:chPref val="0"/>
        </dgm:presLayoutVars>
      </dgm:prSet>
      <dgm:spPr/>
    </dgm:pt>
    <dgm:pt modelId="{D86EFE5F-428C-4ABD-8D21-2FA1B666EBC9}" type="pres">
      <dgm:prSet presAssocID="{385D90D7-26B1-463C-82E4-D7499A24BCB4}" presName="txSpace" presStyleCnt="0"/>
      <dgm:spPr/>
    </dgm:pt>
    <dgm:pt modelId="{C169C63C-06C9-42E2-AA93-8DB60F831AA8}" type="pres">
      <dgm:prSet presAssocID="{385D90D7-26B1-463C-82E4-D7499A24BCB4}" presName="desTx" presStyleLbl="revTx" presStyleIdx="3" presStyleCnt="6">
        <dgm:presLayoutVars/>
      </dgm:prSet>
      <dgm:spPr/>
    </dgm:pt>
    <dgm:pt modelId="{A040CDB6-63B8-4630-BD77-2806AB7C8C24}" type="pres">
      <dgm:prSet presAssocID="{0BBE3382-4B4F-42D7-A58F-B02907B471EB}" presName="sibTrans" presStyleCnt="0"/>
      <dgm:spPr/>
    </dgm:pt>
    <dgm:pt modelId="{00A69ADC-4F95-48C5-B7C6-E0FDC9DF394D}" type="pres">
      <dgm:prSet presAssocID="{87F9F771-DF5C-4864-A78A-547040AD2950}" presName="compNode" presStyleCnt="0"/>
      <dgm:spPr/>
    </dgm:pt>
    <dgm:pt modelId="{159233C3-FDFB-47CC-8EB1-2282297D4581}" type="pres">
      <dgm:prSet presAssocID="{87F9F771-DF5C-4864-A78A-547040AD2950}" presName="iconRect" presStyleLbl="node1" presStyleIdx="2" presStyleCnt="3"/>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Marca de verificación"/>
        </a:ext>
      </dgm:extLst>
    </dgm:pt>
    <dgm:pt modelId="{9F6B2CED-DDD2-45DB-ACFE-5F0B1275D1B4}" type="pres">
      <dgm:prSet presAssocID="{87F9F771-DF5C-4864-A78A-547040AD2950}" presName="iconSpace" presStyleCnt="0"/>
      <dgm:spPr/>
    </dgm:pt>
    <dgm:pt modelId="{AB9AEC46-EDA7-4414-B509-94080EB1DFEE}" type="pres">
      <dgm:prSet presAssocID="{87F9F771-DF5C-4864-A78A-547040AD2950}" presName="parTx" presStyleLbl="revTx" presStyleIdx="4" presStyleCnt="6">
        <dgm:presLayoutVars>
          <dgm:chMax val="0"/>
          <dgm:chPref val="0"/>
        </dgm:presLayoutVars>
      </dgm:prSet>
      <dgm:spPr/>
    </dgm:pt>
    <dgm:pt modelId="{D428C32C-D934-4424-9A5C-2F1E39063B7A}" type="pres">
      <dgm:prSet presAssocID="{87F9F771-DF5C-4864-A78A-547040AD2950}" presName="txSpace" presStyleCnt="0"/>
      <dgm:spPr/>
    </dgm:pt>
    <dgm:pt modelId="{DB4E6D7B-B638-43F8-92C3-FF22266E2456}" type="pres">
      <dgm:prSet presAssocID="{87F9F771-DF5C-4864-A78A-547040AD2950}" presName="desTx" presStyleLbl="revTx" presStyleIdx="5" presStyleCnt="6">
        <dgm:presLayoutVars/>
      </dgm:prSet>
      <dgm:spPr/>
    </dgm:pt>
  </dgm:ptLst>
  <dgm:cxnLst>
    <dgm:cxn modelId="{05E5C319-EE35-42D9-BD81-806A5A42FE2D}" type="presOf" srcId="{79FEB4CA-86A2-47C2-93D4-013C68600305}" destId="{DB4E6D7B-B638-43F8-92C3-FF22266E2456}" srcOrd="0" destOrd="0" presId="urn:microsoft.com/office/officeart/2018/2/layout/IconLabelDescriptionList"/>
    <dgm:cxn modelId="{3D8B7D1E-08F1-428E-8F06-CAFBC3E46ECC}" type="presOf" srcId="{5197B72F-18C6-4AB8-AF60-BE5F34EE3166}" destId="{C169C63C-06C9-42E2-AA93-8DB60F831AA8}" srcOrd="0" destOrd="0" presId="urn:microsoft.com/office/officeart/2018/2/layout/IconLabelDescriptionList"/>
    <dgm:cxn modelId="{252EA624-3131-486C-8D03-6199CE54A7F2}" type="presOf" srcId="{87F9F771-DF5C-4864-A78A-547040AD2950}" destId="{AB9AEC46-EDA7-4414-B509-94080EB1DFEE}" srcOrd="0" destOrd="0" presId="urn:microsoft.com/office/officeart/2018/2/layout/IconLabelDescriptionList"/>
    <dgm:cxn modelId="{85ED763E-AC73-4C32-A538-2E5419940687}" type="presOf" srcId="{48E04F43-7B6C-43F1-B480-059D7A9DA3E2}" destId="{74B879E8-BD4B-4329-8CFB-E978025BE26E}" srcOrd="0" destOrd="0" presId="urn:microsoft.com/office/officeart/2018/2/layout/IconLabelDescriptionList"/>
    <dgm:cxn modelId="{0F47736D-975E-4F23-B6A7-0E124335D656}" type="presOf" srcId="{3218A9C4-D499-4F7A-9577-C846ABC16DA1}" destId="{34797998-D1CB-4BCD-A490-EF8F474DA032}" srcOrd="0" destOrd="0" presId="urn:microsoft.com/office/officeart/2018/2/layout/IconLabelDescriptionList"/>
    <dgm:cxn modelId="{D37E276E-89C9-4F8E-8E9E-861A6E504144}" srcId="{3218A9C4-D499-4F7A-9577-C846ABC16DA1}" destId="{78188BFE-0ED0-46D5-ACAE-6406C007D7AF}" srcOrd="0" destOrd="0" parTransId="{8AFF0640-55C9-42DA-8A1D-7DD9F45691B4}" sibTransId="{0C7CB506-2099-47C9-9AF9-7E3B82E0AEEA}"/>
    <dgm:cxn modelId="{1C79DB83-FB31-4509-8DE1-0D3F691E5AA3}" srcId="{48E04F43-7B6C-43F1-B480-059D7A9DA3E2}" destId="{87F9F771-DF5C-4864-A78A-547040AD2950}" srcOrd="2" destOrd="0" parTransId="{51EEE442-08B5-4C6F-AEF5-B2A85F77D4F3}" sibTransId="{EC3D9AB6-1A9D-44D8-A5AD-705180047DEE}"/>
    <dgm:cxn modelId="{C3245486-6850-4089-81AD-396138BC638D}" srcId="{48E04F43-7B6C-43F1-B480-059D7A9DA3E2}" destId="{3218A9C4-D499-4F7A-9577-C846ABC16DA1}" srcOrd="0" destOrd="0" parTransId="{89082E19-A30C-4FDB-B71C-C64CE40B1216}" sibTransId="{28F9BE0C-B618-4439-9DA9-FA1BA820C12A}"/>
    <dgm:cxn modelId="{9C764B9A-44B1-4863-A849-86BD5CEB9AE1}" srcId="{385D90D7-26B1-463C-82E4-D7499A24BCB4}" destId="{5197B72F-18C6-4AB8-AF60-BE5F34EE3166}" srcOrd="0" destOrd="0" parTransId="{4EA09B52-9DFE-4549-A8AE-9E61FAF848E1}" sibTransId="{17AC0F4D-5CFA-4590-9B19-DC0907F1B1EC}"/>
    <dgm:cxn modelId="{254A7FBB-9B7E-4553-804E-92F610B95D85}" srcId="{48E04F43-7B6C-43F1-B480-059D7A9DA3E2}" destId="{385D90D7-26B1-463C-82E4-D7499A24BCB4}" srcOrd="1" destOrd="0" parTransId="{339D093B-6B17-41EC-B435-4C1723AD713E}" sibTransId="{0BBE3382-4B4F-42D7-A58F-B02907B471EB}"/>
    <dgm:cxn modelId="{DCE7CEE8-97FF-4E4A-9378-F4958A42E124}" srcId="{87F9F771-DF5C-4864-A78A-547040AD2950}" destId="{79FEB4CA-86A2-47C2-93D4-013C68600305}" srcOrd="0" destOrd="0" parTransId="{01AF47DF-DB35-4ED0-9C36-16AD65544003}" sibTransId="{F01BA186-65E9-421F-AD0D-19ED9B3402BE}"/>
    <dgm:cxn modelId="{6B61EAE9-0D38-420B-AB88-9BC71281AC9F}" type="presOf" srcId="{78188BFE-0ED0-46D5-ACAE-6406C007D7AF}" destId="{99BBF9E4-2C6E-4035-B5F6-9722B724ECB1}" srcOrd="0" destOrd="0" presId="urn:microsoft.com/office/officeart/2018/2/layout/IconLabelDescriptionList"/>
    <dgm:cxn modelId="{3B9F7EEB-E05C-40CB-A404-C483F73D7F47}" type="presOf" srcId="{385D90D7-26B1-463C-82E4-D7499A24BCB4}" destId="{7EECE89E-2E66-4B42-A1FC-11A9D06BAA6B}" srcOrd="0" destOrd="0" presId="urn:microsoft.com/office/officeart/2018/2/layout/IconLabelDescriptionList"/>
    <dgm:cxn modelId="{77D574C7-8FCD-4FF1-B868-F79276066434}" type="presParOf" srcId="{74B879E8-BD4B-4329-8CFB-E978025BE26E}" destId="{616437EF-1DE2-4244-800E-FD4324A4EB77}" srcOrd="0" destOrd="0" presId="urn:microsoft.com/office/officeart/2018/2/layout/IconLabelDescriptionList"/>
    <dgm:cxn modelId="{87F80634-EA8D-422E-A1C7-0C364B68A66B}" type="presParOf" srcId="{616437EF-1DE2-4244-800E-FD4324A4EB77}" destId="{1E54CFB6-7455-4758-93DA-DFFF9E49A01B}" srcOrd="0" destOrd="0" presId="urn:microsoft.com/office/officeart/2018/2/layout/IconLabelDescriptionList"/>
    <dgm:cxn modelId="{A57CC43B-61B7-4492-A37A-D3F00E574870}" type="presParOf" srcId="{616437EF-1DE2-4244-800E-FD4324A4EB77}" destId="{2183AAB3-4F45-48AD-BC0E-25392F05AD3F}" srcOrd="1" destOrd="0" presId="urn:microsoft.com/office/officeart/2018/2/layout/IconLabelDescriptionList"/>
    <dgm:cxn modelId="{28356D9A-2046-4736-945B-0FB95F60CC75}" type="presParOf" srcId="{616437EF-1DE2-4244-800E-FD4324A4EB77}" destId="{34797998-D1CB-4BCD-A490-EF8F474DA032}" srcOrd="2" destOrd="0" presId="urn:microsoft.com/office/officeart/2018/2/layout/IconLabelDescriptionList"/>
    <dgm:cxn modelId="{F0591083-D521-432B-9BC9-03CA4748E995}" type="presParOf" srcId="{616437EF-1DE2-4244-800E-FD4324A4EB77}" destId="{7704779D-6614-4ABC-8BB1-CDDA51225121}" srcOrd="3" destOrd="0" presId="urn:microsoft.com/office/officeart/2018/2/layout/IconLabelDescriptionList"/>
    <dgm:cxn modelId="{311ED03D-C16C-41E1-984C-25CD1887F25B}" type="presParOf" srcId="{616437EF-1DE2-4244-800E-FD4324A4EB77}" destId="{99BBF9E4-2C6E-4035-B5F6-9722B724ECB1}" srcOrd="4" destOrd="0" presId="urn:microsoft.com/office/officeart/2018/2/layout/IconLabelDescriptionList"/>
    <dgm:cxn modelId="{FB828846-4E96-4CF4-9FDA-8DFD3084D33A}" type="presParOf" srcId="{74B879E8-BD4B-4329-8CFB-E978025BE26E}" destId="{63CDA801-6C3D-4786-B783-EA24228C58B8}" srcOrd="1" destOrd="0" presId="urn:microsoft.com/office/officeart/2018/2/layout/IconLabelDescriptionList"/>
    <dgm:cxn modelId="{BD4866A6-F061-4AF7-B830-2986AA6168FE}" type="presParOf" srcId="{74B879E8-BD4B-4329-8CFB-E978025BE26E}" destId="{DB4FF522-B5BA-4409-A224-8E2E738A5151}" srcOrd="2" destOrd="0" presId="urn:microsoft.com/office/officeart/2018/2/layout/IconLabelDescriptionList"/>
    <dgm:cxn modelId="{50C7724A-3A31-45A2-B6EC-28248BD31DDD}" type="presParOf" srcId="{DB4FF522-B5BA-4409-A224-8E2E738A5151}" destId="{FE877F7F-0DEA-4814-9EF7-8398DC1731BA}" srcOrd="0" destOrd="0" presId="urn:microsoft.com/office/officeart/2018/2/layout/IconLabelDescriptionList"/>
    <dgm:cxn modelId="{0AF774F9-B15E-49B3-9AD2-69739BB7001E}" type="presParOf" srcId="{DB4FF522-B5BA-4409-A224-8E2E738A5151}" destId="{211BE6B5-3DB4-439F-A30C-D252729323E3}" srcOrd="1" destOrd="0" presId="urn:microsoft.com/office/officeart/2018/2/layout/IconLabelDescriptionList"/>
    <dgm:cxn modelId="{2DF00E20-01BF-4144-96C8-87B9DF8624D8}" type="presParOf" srcId="{DB4FF522-B5BA-4409-A224-8E2E738A5151}" destId="{7EECE89E-2E66-4B42-A1FC-11A9D06BAA6B}" srcOrd="2" destOrd="0" presId="urn:microsoft.com/office/officeart/2018/2/layout/IconLabelDescriptionList"/>
    <dgm:cxn modelId="{7CF01727-4361-45AF-87DA-84FC4BA7B8A3}" type="presParOf" srcId="{DB4FF522-B5BA-4409-A224-8E2E738A5151}" destId="{D86EFE5F-428C-4ABD-8D21-2FA1B666EBC9}" srcOrd="3" destOrd="0" presId="urn:microsoft.com/office/officeart/2018/2/layout/IconLabelDescriptionList"/>
    <dgm:cxn modelId="{2E9086AE-3022-4B46-8D77-C56A55FC2EDB}" type="presParOf" srcId="{DB4FF522-B5BA-4409-A224-8E2E738A5151}" destId="{C169C63C-06C9-42E2-AA93-8DB60F831AA8}" srcOrd="4" destOrd="0" presId="urn:microsoft.com/office/officeart/2018/2/layout/IconLabelDescriptionList"/>
    <dgm:cxn modelId="{C10052C6-B58E-409D-899B-025857A7C670}" type="presParOf" srcId="{74B879E8-BD4B-4329-8CFB-E978025BE26E}" destId="{A040CDB6-63B8-4630-BD77-2806AB7C8C24}" srcOrd="3" destOrd="0" presId="urn:microsoft.com/office/officeart/2018/2/layout/IconLabelDescriptionList"/>
    <dgm:cxn modelId="{7A2D4C93-D668-4CAE-8EE9-5C8C6E218FF3}" type="presParOf" srcId="{74B879E8-BD4B-4329-8CFB-E978025BE26E}" destId="{00A69ADC-4F95-48C5-B7C6-E0FDC9DF394D}" srcOrd="4" destOrd="0" presId="urn:microsoft.com/office/officeart/2018/2/layout/IconLabelDescriptionList"/>
    <dgm:cxn modelId="{B321BA0B-8283-482C-8648-5B0009040141}" type="presParOf" srcId="{00A69ADC-4F95-48C5-B7C6-E0FDC9DF394D}" destId="{159233C3-FDFB-47CC-8EB1-2282297D4581}" srcOrd="0" destOrd="0" presId="urn:microsoft.com/office/officeart/2018/2/layout/IconLabelDescriptionList"/>
    <dgm:cxn modelId="{11CAA5EA-ED6E-469C-BF3D-7ECFA0E0FD2F}" type="presParOf" srcId="{00A69ADC-4F95-48C5-B7C6-E0FDC9DF394D}" destId="{9F6B2CED-DDD2-45DB-ACFE-5F0B1275D1B4}" srcOrd="1" destOrd="0" presId="urn:microsoft.com/office/officeart/2018/2/layout/IconLabelDescriptionList"/>
    <dgm:cxn modelId="{B5AB79B4-47B8-4316-8BFD-96FA94C12161}" type="presParOf" srcId="{00A69ADC-4F95-48C5-B7C6-E0FDC9DF394D}" destId="{AB9AEC46-EDA7-4414-B509-94080EB1DFEE}" srcOrd="2" destOrd="0" presId="urn:microsoft.com/office/officeart/2018/2/layout/IconLabelDescriptionList"/>
    <dgm:cxn modelId="{06B472AF-09AC-45CC-BC38-6B599B4451B5}" type="presParOf" srcId="{00A69ADC-4F95-48C5-B7C6-E0FDC9DF394D}" destId="{D428C32C-D934-4424-9A5C-2F1E39063B7A}" srcOrd="3" destOrd="0" presId="urn:microsoft.com/office/officeart/2018/2/layout/IconLabelDescriptionList"/>
    <dgm:cxn modelId="{E14ABFE6-347A-40E1-B2AA-E54F9EBEA982}" type="presParOf" srcId="{00A69ADC-4F95-48C5-B7C6-E0FDC9DF394D}" destId="{DB4E6D7B-B638-43F8-92C3-FF22266E2456}"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54CFB6-7455-4758-93DA-DFFF9E49A01B}">
      <dsp:nvSpPr>
        <dsp:cNvPr id="0" name=""/>
        <dsp:cNvSpPr/>
      </dsp:nvSpPr>
      <dsp:spPr>
        <a:xfrm>
          <a:off x="12245" y="970738"/>
          <a:ext cx="1139154" cy="11391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797998-D1CB-4BCD-A490-EF8F474DA032}">
      <dsp:nvSpPr>
        <dsp:cNvPr id="0" name=""/>
        <dsp:cNvSpPr/>
      </dsp:nvSpPr>
      <dsp:spPr>
        <a:xfrm>
          <a:off x="12245" y="2206700"/>
          <a:ext cx="3254727" cy="4882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90000"/>
            </a:lnSpc>
            <a:spcBef>
              <a:spcPct val="0"/>
            </a:spcBef>
            <a:spcAft>
              <a:spcPct val="35000"/>
            </a:spcAft>
            <a:buNone/>
            <a:defRPr b="1"/>
          </a:pPr>
          <a:r>
            <a:rPr lang="en-US" sz="2600" kern="1200"/>
            <a:t>Official documentation</a:t>
          </a:r>
        </a:p>
      </dsp:txBody>
      <dsp:txXfrm>
        <a:off x="12245" y="2206700"/>
        <a:ext cx="3254727" cy="488209"/>
      </dsp:txXfrm>
    </dsp:sp>
    <dsp:sp modelId="{99BBF9E4-2C6E-4035-B5F6-9722B724ECB1}">
      <dsp:nvSpPr>
        <dsp:cNvPr id="0" name=""/>
        <dsp:cNvSpPr/>
      </dsp:nvSpPr>
      <dsp:spPr>
        <a:xfrm>
          <a:off x="12245" y="2739936"/>
          <a:ext cx="3254727" cy="482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hlinkClick xmlns:r="http://schemas.openxmlformats.org/officeDocument/2006/relationships" r:id="rId3"/>
            </a:rPr>
            <a:t>http://docs.scipy.org/doc/</a:t>
          </a:r>
          <a:endParaRPr lang="en-US" sz="1700" kern="1200"/>
        </a:p>
      </dsp:txBody>
      <dsp:txXfrm>
        <a:off x="12245" y="2739936"/>
        <a:ext cx="3254727" cy="482129"/>
      </dsp:txXfrm>
    </dsp:sp>
    <dsp:sp modelId="{FE877F7F-0DEA-4814-9EF7-8398DC1731BA}">
      <dsp:nvSpPr>
        <dsp:cNvPr id="0" name=""/>
        <dsp:cNvSpPr/>
      </dsp:nvSpPr>
      <dsp:spPr>
        <a:xfrm>
          <a:off x="3836550" y="970738"/>
          <a:ext cx="1139154" cy="1139154"/>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ECE89E-2E66-4B42-A1FC-11A9D06BAA6B}">
      <dsp:nvSpPr>
        <dsp:cNvPr id="0" name=""/>
        <dsp:cNvSpPr/>
      </dsp:nvSpPr>
      <dsp:spPr>
        <a:xfrm>
          <a:off x="3836550" y="2206700"/>
          <a:ext cx="3254727" cy="4882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90000"/>
            </a:lnSpc>
            <a:spcBef>
              <a:spcPct val="0"/>
            </a:spcBef>
            <a:spcAft>
              <a:spcPct val="35000"/>
            </a:spcAft>
            <a:buNone/>
            <a:defRPr b="1"/>
          </a:pPr>
          <a:r>
            <a:rPr lang="en-US" sz="2600" kern="1200"/>
            <a:t>The NumPy book</a:t>
          </a:r>
        </a:p>
      </dsp:txBody>
      <dsp:txXfrm>
        <a:off x="3836550" y="2206700"/>
        <a:ext cx="3254727" cy="488209"/>
      </dsp:txXfrm>
    </dsp:sp>
    <dsp:sp modelId="{C169C63C-06C9-42E2-AA93-8DB60F831AA8}">
      <dsp:nvSpPr>
        <dsp:cNvPr id="0" name=""/>
        <dsp:cNvSpPr/>
      </dsp:nvSpPr>
      <dsp:spPr>
        <a:xfrm>
          <a:off x="3836550" y="2739936"/>
          <a:ext cx="3254727" cy="482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hlinkClick xmlns:r="http://schemas.openxmlformats.org/officeDocument/2006/relationships" r:id="rId6"/>
            </a:rPr>
            <a:t>http://www.tramy.us/numpybook.pdf</a:t>
          </a:r>
          <a:endParaRPr lang="en-US" sz="1700" kern="1200"/>
        </a:p>
      </dsp:txBody>
      <dsp:txXfrm>
        <a:off x="3836550" y="2739936"/>
        <a:ext cx="3254727" cy="482129"/>
      </dsp:txXfrm>
    </dsp:sp>
    <dsp:sp modelId="{159233C3-FDFB-47CC-8EB1-2282297D4581}">
      <dsp:nvSpPr>
        <dsp:cNvPr id="0" name=""/>
        <dsp:cNvSpPr/>
      </dsp:nvSpPr>
      <dsp:spPr>
        <a:xfrm>
          <a:off x="7660855" y="970738"/>
          <a:ext cx="1139154" cy="113915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9AEC46-EDA7-4414-B509-94080EB1DFEE}">
      <dsp:nvSpPr>
        <dsp:cNvPr id="0" name=""/>
        <dsp:cNvSpPr/>
      </dsp:nvSpPr>
      <dsp:spPr>
        <a:xfrm>
          <a:off x="7660855" y="2206700"/>
          <a:ext cx="3254727" cy="4882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55700">
            <a:lnSpc>
              <a:spcPct val="90000"/>
            </a:lnSpc>
            <a:spcBef>
              <a:spcPct val="0"/>
            </a:spcBef>
            <a:spcAft>
              <a:spcPct val="35000"/>
            </a:spcAft>
            <a:buNone/>
            <a:defRPr b="1"/>
          </a:pPr>
          <a:r>
            <a:rPr lang="en-US" sz="2600" kern="1200"/>
            <a:t>Example list</a:t>
          </a:r>
        </a:p>
      </dsp:txBody>
      <dsp:txXfrm>
        <a:off x="7660855" y="2206700"/>
        <a:ext cx="3254727" cy="488209"/>
      </dsp:txXfrm>
    </dsp:sp>
    <dsp:sp modelId="{DB4E6D7B-B638-43F8-92C3-FF22266E2456}">
      <dsp:nvSpPr>
        <dsp:cNvPr id="0" name=""/>
        <dsp:cNvSpPr/>
      </dsp:nvSpPr>
      <dsp:spPr>
        <a:xfrm>
          <a:off x="7660855" y="2739936"/>
          <a:ext cx="3254727" cy="482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hlinkClick xmlns:r="http://schemas.openxmlformats.org/officeDocument/2006/relationships" r:id="rId9"/>
            </a:rPr>
            <a:t>http://www.scipy.org/Numpy_Example_List_With_Doc</a:t>
          </a:r>
          <a:endParaRPr lang="en-US" sz="1700" kern="1200"/>
        </a:p>
      </dsp:txBody>
      <dsp:txXfrm>
        <a:off x="7660855" y="2739936"/>
        <a:ext cx="3254727" cy="482129"/>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28D56B-04CC-4B33-B5B7-6DE8E2C98F43}" type="datetimeFigureOut">
              <a:rPr lang="es-MX" smtClean="0"/>
              <a:t>24/06/2024</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11D00C-D243-4B8B-ACD7-39AEF693CB5A}" type="slidenum">
              <a:rPr lang="es-MX" smtClean="0"/>
              <a:t>‹Nº›</a:t>
            </a:fld>
            <a:endParaRPr lang="es-MX"/>
          </a:p>
        </p:txBody>
      </p:sp>
    </p:spTree>
    <p:extLst>
      <p:ext uri="{BB962C8B-B14F-4D97-AF65-F5344CB8AC3E}">
        <p14:creationId xmlns:p14="http://schemas.microsoft.com/office/powerpoint/2010/main" val="2459961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Usar como ejemplos la presentación numpy_scipy.ppt</a:t>
            </a:r>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8E82C6-6CC2-4726-9589-2D10BF8397B4}"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0292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9B2C0C-A841-4D78-B056-5A2F30EF285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D3420777-BB70-4C4A-9470-C58657A922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F8D3702-4B18-402A-8D71-881E1795837D}"/>
              </a:ext>
            </a:extLst>
          </p:cNvPr>
          <p:cNvSpPr>
            <a:spLocks noGrp="1"/>
          </p:cNvSpPr>
          <p:nvPr>
            <p:ph type="dt" sz="half" idx="10"/>
          </p:nvPr>
        </p:nvSpPr>
        <p:spPr/>
        <p:txBody>
          <a:bodyPr/>
          <a:lstStyle/>
          <a:p>
            <a:fld id="{E8A27E8A-9789-4115-A2F8-189B807C755B}" type="datetimeFigureOut">
              <a:rPr lang="es-MX" smtClean="0"/>
              <a:t>24/06/2024</a:t>
            </a:fld>
            <a:endParaRPr lang="es-MX"/>
          </a:p>
        </p:txBody>
      </p:sp>
      <p:sp>
        <p:nvSpPr>
          <p:cNvPr id="5" name="Marcador de pie de página 4">
            <a:extLst>
              <a:ext uri="{FF2B5EF4-FFF2-40B4-BE49-F238E27FC236}">
                <a16:creationId xmlns:a16="http://schemas.microsoft.com/office/drawing/2014/main" id="{22159E02-CE71-40E1-92BC-B3083B7E279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2B73D0C-28D2-4463-AA5D-B4625AE49F38}"/>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1594556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CEF907-E4BD-4722-A0B3-78B9872A829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D4F5398-2071-46D2-BAEF-1A27D758072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2A69319-371F-4A66-AEA4-8419CA096434}"/>
              </a:ext>
            </a:extLst>
          </p:cNvPr>
          <p:cNvSpPr>
            <a:spLocks noGrp="1"/>
          </p:cNvSpPr>
          <p:nvPr>
            <p:ph type="dt" sz="half" idx="10"/>
          </p:nvPr>
        </p:nvSpPr>
        <p:spPr/>
        <p:txBody>
          <a:bodyPr/>
          <a:lstStyle/>
          <a:p>
            <a:fld id="{E8A27E8A-9789-4115-A2F8-189B807C755B}" type="datetimeFigureOut">
              <a:rPr lang="es-MX" smtClean="0"/>
              <a:t>24/06/2024</a:t>
            </a:fld>
            <a:endParaRPr lang="es-MX"/>
          </a:p>
        </p:txBody>
      </p:sp>
      <p:sp>
        <p:nvSpPr>
          <p:cNvPr id="5" name="Marcador de pie de página 4">
            <a:extLst>
              <a:ext uri="{FF2B5EF4-FFF2-40B4-BE49-F238E27FC236}">
                <a16:creationId xmlns:a16="http://schemas.microsoft.com/office/drawing/2014/main" id="{020C9928-488E-4538-ABF8-C5D90B871B2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FE8C1BC-4335-43F8-AF49-F17834388E2E}"/>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628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5CF761-BD18-4C12-8802-1E5C34F18DB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03B9748-C1CC-412D-92A5-1C8CE8D262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93E1D3-AB14-46FA-9BEB-406EB6F695F4}"/>
              </a:ext>
            </a:extLst>
          </p:cNvPr>
          <p:cNvSpPr>
            <a:spLocks noGrp="1"/>
          </p:cNvSpPr>
          <p:nvPr>
            <p:ph type="dt" sz="half" idx="10"/>
          </p:nvPr>
        </p:nvSpPr>
        <p:spPr/>
        <p:txBody>
          <a:bodyPr/>
          <a:lstStyle/>
          <a:p>
            <a:fld id="{E8A27E8A-9789-4115-A2F8-189B807C755B}" type="datetimeFigureOut">
              <a:rPr lang="es-MX" smtClean="0"/>
              <a:t>24/06/2024</a:t>
            </a:fld>
            <a:endParaRPr lang="es-MX"/>
          </a:p>
        </p:txBody>
      </p:sp>
      <p:sp>
        <p:nvSpPr>
          <p:cNvPr id="5" name="Marcador de pie de página 4">
            <a:extLst>
              <a:ext uri="{FF2B5EF4-FFF2-40B4-BE49-F238E27FC236}">
                <a16:creationId xmlns:a16="http://schemas.microsoft.com/office/drawing/2014/main" id="{63F4FC20-7D72-4665-8A06-62FE398587A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73FF866-F448-412F-B8E4-C445D1D3F01F}"/>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3003379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12D38D-32F2-4582-AD12-06594C55CF6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C894E6A-354B-4C9D-A24E-836ED931A11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77496334-47C3-4795-9174-024256528CC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65C65039-BBF0-4211-BEC6-8672C47FF8B0}"/>
              </a:ext>
            </a:extLst>
          </p:cNvPr>
          <p:cNvSpPr>
            <a:spLocks noGrp="1"/>
          </p:cNvSpPr>
          <p:nvPr>
            <p:ph type="dt" sz="half" idx="10"/>
          </p:nvPr>
        </p:nvSpPr>
        <p:spPr/>
        <p:txBody>
          <a:bodyPr/>
          <a:lstStyle/>
          <a:p>
            <a:fld id="{E8A27E8A-9789-4115-A2F8-189B807C755B}" type="datetimeFigureOut">
              <a:rPr lang="es-MX" smtClean="0"/>
              <a:t>24/06/2024</a:t>
            </a:fld>
            <a:endParaRPr lang="es-MX"/>
          </a:p>
        </p:txBody>
      </p:sp>
      <p:sp>
        <p:nvSpPr>
          <p:cNvPr id="6" name="Marcador de pie de página 5">
            <a:extLst>
              <a:ext uri="{FF2B5EF4-FFF2-40B4-BE49-F238E27FC236}">
                <a16:creationId xmlns:a16="http://schemas.microsoft.com/office/drawing/2014/main" id="{2BAA74B2-346F-4718-9877-EA1AD622A18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21E778C-56D3-40D0-8D09-073C1884EDB7}"/>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366930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1811D6-B804-4573-A3D6-69BF53C7791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BDCCB58-C38A-4B68-941C-F2871F3E6A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51444EC-3346-4787-95E6-4E10287690C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1C9BB503-F457-42CE-BAAD-2C2CFD1BD8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82CE05C-78D3-4140-87CB-38086769EC3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18DF3415-0E4E-4049-9516-E76B7A984092}"/>
              </a:ext>
            </a:extLst>
          </p:cNvPr>
          <p:cNvSpPr>
            <a:spLocks noGrp="1"/>
          </p:cNvSpPr>
          <p:nvPr>
            <p:ph type="dt" sz="half" idx="10"/>
          </p:nvPr>
        </p:nvSpPr>
        <p:spPr/>
        <p:txBody>
          <a:bodyPr/>
          <a:lstStyle/>
          <a:p>
            <a:fld id="{E8A27E8A-9789-4115-A2F8-189B807C755B}" type="datetimeFigureOut">
              <a:rPr lang="es-MX" smtClean="0"/>
              <a:t>24/06/2024</a:t>
            </a:fld>
            <a:endParaRPr lang="es-MX"/>
          </a:p>
        </p:txBody>
      </p:sp>
      <p:sp>
        <p:nvSpPr>
          <p:cNvPr id="8" name="Marcador de pie de página 7">
            <a:extLst>
              <a:ext uri="{FF2B5EF4-FFF2-40B4-BE49-F238E27FC236}">
                <a16:creationId xmlns:a16="http://schemas.microsoft.com/office/drawing/2014/main" id="{3139A7A1-28E3-417E-A35A-E179B206510A}"/>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F4778850-71CB-4D9C-9E23-71509EF3F7B2}"/>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3346540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0E2FEC-EAE3-43E2-B15B-FD8DB1277BB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E75FB088-13BE-4F96-94E8-C6F9D45972C1}"/>
              </a:ext>
            </a:extLst>
          </p:cNvPr>
          <p:cNvSpPr>
            <a:spLocks noGrp="1"/>
          </p:cNvSpPr>
          <p:nvPr>
            <p:ph type="dt" sz="half" idx="10"/>
          </p:nvPr>
        </p:nvSpPr>
        <p:spPr/>
        <p:txBody>
          <a:bodyPr/>
          <a:lstStyle/>
          <a:p>
            <a:fld id="{E8A27E8A-9789-4115-A2F8-189B807C755B}" type="datetimeFigureOut">
              <a:rPr lang="es-MX" smtClean="0"/>
              <a:t>24/06/2024</a:t>
            </a:fld>
            <a:endParaRPr lang="es-MX"/>
          </a:p>
        </p:txBody>
      </p:sp>
      <p:sp>
        <p:nvSpPr>
          <p:cNvPr id="4" name="Marcador de pie de página 3">
            <a:extLst>
              <a:ext uri="{FF2B5EF4-FFF2-40B4-BE49-F238E27FC236}">
                <a16:creationId xmlns:a16="http://schemas.microsoft.com/office/drawing/2014/main" id="{7669C9E2-43DB-4600-BFE7-C235A0437E7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AD926734-12B5-4942-A50F-3034F7C152E7}"/>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3535079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D087E52-BB9D-4ED3-9F25-52DF7D2A2217}"/>
              </a:ext>
            </a:extLst>
          </p:cNvPr>
          <p:cNvSpPr>
            <a:spLocks noGrp="1"/>
          </p:cNvSpPr>
          <p:nvPr>
            <p:ph type="dt" sz="half" idx="10"/>
          </p:nvPr>
        </p:nvSpPr>
        <p:spPr/>
        <p:txBody>
          <a:bodyPr/>
          <a:lstStyle/>
          <a:p>
            <a:fld id="{E8A27E8A-9789-4115-A2F8-189B807C755B}" type="datetimeFigureOut">
              <a:rPr lang="es-MX" smtClean="0"/>
              <a:t>24/06/2024</a:t>
            </a:fld>
            <a:endParaRPr lang="es-MX"/>
          </a:p>
        </p:txBody>
      </p:sp>
      <p:sp>
        <p:nvSpPr>
          <p:cNvPr id="3" name="Marcador de pie de página 2">
            <a:extLst>
              <a:ext uri="{FF2B5EF4-FFF2-40B4-BE49-F238E27FC236}">
                <a16:creationId xmlns:a16="http://schemas.microsoft.com/office/drawing/2014/main" id="{A0FC8CD8-2611-4431-AC8A-A69DA31042BD}"/>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AFB59B25-7CEE-4CBD-9850-1E41729B1A89}"/>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3744360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CC7A2C-4D36-42B6-B62D-2A4D832642C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58023D6-A689-44A1-B55D-BEE849A965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5BBF7EC-E6DC-4BC0-A5E6-A3950459A5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B7201AA-45F0-4733-95D5-D4A602E25032}"/>
              </a:ext>
            </a:extLst>
          </p:cNvPr>
          <p:cNvSpPr>
            <a:spLocks noGrp="1"/>
          </p:cNvSpPr>
          <p:nvPr>
            <p:ph type="dt" sz="half" idx="10"/>
          </p:nvPr>
        </p:nvSpPr>
        <p:spPr/>
        <p:txBody>
          <a:bodyPr/>
          <a:lstStyle/>
          <a:p>
            <a:fld id="{E8A27E8A-9789-4115-A2F8-189B807C755B}" type="datetimeFigureOut">
              <a:rPr lang="es-MX" smtClean="0"/>
              <a:t>24/06/2024</a:t>
            </a:fld>
            <a:endParaRPr lang="es-MX"/>
          </a:p>
        </p:txBody>
      </p:sp>
      <p:sp>
        <p:nvSpPr>
          <p:cNvPr id="6" name="Marcador de pie de página 5">
            <a:extLst>
              <a:ext uri="{FF2B5EF4-FFF2-40B4-BE49-F238E27FC236}">
                <a16:creationId xmlns:a16="http://schemas.microsoft.com/office/drawing/2014/main" id="{0503CE23-3BC9-4DF1-BA1F-8D1870FB631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CF34033-04EB-4655-9854-7015C64EE793}"/>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2391290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1AA962-300B-467B-B65A-67FB4B5C666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C6D2D06C-33E3-4BB3-8F44-CE050962CA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210BAE67-6A36-4ACD-8417-A4940A384D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2E6D74B-8A86-4284-AC81-A529B693E71F}"/>
              </a:ext>
            </a:extLst>
          </p:cNvPr>
          <p:cNvSpPr>
            <a:spLocks noGrp="1"/>
          </p:cNvSpPr>
          <p:nvPr>
            <p:ph type="dt" sz="half" idx="10"/>
          </p:nvPr>
        </p:nvSpPr>
        <p:spPr/>
        <p:txBody>
          <a:bodyPr/>
          <a:lstStyle/>
          <a:p>
            <a:fld id="{E8A27E8A-9789-4115-A2F8-189B807C755B}" type="datetimeFigureOut">
              <a:rPr lang="es-MX" smtClean="0"/>
              <a:t>24/06/2024</a:t>
            </a:fld>
            <a:endParaRPr lang="es-MX"/>
          </a:p>
        </p:txBody>
      </p:sp>
      <p:sp>
        <p:nvSpPr>
          <p:cNvPr id="6" name="Marcador de pie de página 5">
            <a:extLst>
              <a:ext uri="{FF2B5EF4-FFF2-40B4-BE49-F238E27FC236}">
                <a16:creationId xmlns:a16="http://schemas.microsoft.com/office/drawing/2014/main" id="{2C53EAEB-1FD7-457E-A478-8578F3E9118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882E328-6574-4777-819F-D9E1E6FCBC63}"/>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3391017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E9AC35-0605-4014-8B80-B0B7B583B11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56B00AE-74CE-4709-85EE-DE7B29AC60C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5203AF7-9BB2-45CA-8439-64C5988F0C2D}"/>
              </a:ext>
            </a:extLst>
          </p:cNvPr>
          <p:cNvSpPr>
            <a:spLocks noGrp="1"/>
          </p:cNvSpPr>
          <p:nvPr>
            <p:ph type="dt" sz="half" idx="10"/>
          </p:nvPr>
        </p:nvSpPr>
        <p:spPr/>
        <p:txBody>
          <a:bodyPr/>
          <a:lstStyle/>
          <a:p>
            <a:fld id="{E8A27E8A-9789-4115-A2F8-189B807C755B}" type="datetimeFigureOut">
              <a:rPr lang="es-MX" smtClean="0"/>
              <a:t>24/06/2024</a:t>
            </a:fld>
            <a:endParaRPr lang="es-MX"/>
          </a:p>
        </p:txBody>
      </p:sp>
      <p:sp>
        <p:nvSpPr>
          <p:cNvPr id="5" name="Marcador de pie de página 4">
            <a:extLst>
              <a:ext uri="{FF2B5EF4-FFF2-40B4-BE49-F238E27FC236}">
                <a16:creationId xmlns:a16="http://schemas.microsoft.com/office/drawing/2014/main" id="{8236CF23-6BD4-4778-BF2B-F2C24170ACB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FAB7870-220F-4C59-90A8-CDADBEAD0C56}"/>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3007212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8AA6878-DF5F-4EA0-A8BF-6C3EA737545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24D21B5-6BD1-40C3-87A0-158C5CAFDC4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ED89217-C9E7-4D87-A402-880AED7F99F3}"/>
              </a:ext>
            </a:extLst>
          </p:cNvPr>
          <p:cNvSpPr>
            <a:spLocks noGrp="1"/>
          </p:cNvSpPr>
          <p:nvPr>
            <p:ph type="dt" sz="half" idx="10"/>
          </p:nvPr>
        </p:nvSpPr>
        <p:spPr/>
        <p:txBody>
          <a:bodyPr/>
          <a:lstStyle/>
          <a:p>
            <a:fld id="{E8A27E8A-9789-4115-A2F8-189B807C755B}" type="datetimeFigureOut">
              <a:rPr lang="es-MX" smtClean="0"/>
              <a:t>24/06/2024</a:t>
            </a:fld>
            <a:endParaRPr lang="es-MX"/>
          </a:p>
        </p:txBody>
      </p:sp>
      <p:sp>
        <p:nvSpPr>
          <p:cNvPr id="5" name="Marcador de pie de página 4">
            <a:extLst>
              <a:ext uri="{FF2B5EF4-FFF2-40B4-BE49-F238E27FC236}">
                <a16:creationId xmlns:a16="http://schemas.microsoft.com/office/drawing/2014/main" id="{1570ED53-4F79-44C4-839A-29BCDBD46B7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3D397B9-F45E-4B02-953D-90549E501D96}"/>
              </a:ext>
            </a:extLst>
          </p:cNvPr>
          <p:cNvSpPr>
            <a:spLocks noGrp="1"/>
          </p:cNvSpPr>
          <p:nvPr>
            <p:ph type="sldNum" sz="quarter" idx="12"/>
          </p:nvPr>
        </p:nvSpPr>
        <p:spPr/>
        <p:txBody>
          <a:bodyPr/>
          <a:lstStyle/>
          <a:p>
            <a:fld id="{2FA25912-7962-472B-A239-213B6C2C3A2F}" type="slidenum">
              <a:rPr lang="es-MX" smtClean="0"/>
              <a:t>‹Nº›</a:t>
            </a:fld>
            <a:endParaRPr lang="es-MX"/>
          </a:p>
        </p:txBody>
      </p:sp>
    </p:spTree>
    <p:extLst>
      <p:ext uri="{BB962C8B-B14F-4D97-AF65-F5344CB8AC3E}">
        <p14:creationId xmlns:p14="http://schemas.microsoft.com/office/powerpoint/2010/main" val="1068568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C26C66E-4B02-4BED-9518-A0E3A04C6F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6C7EA97-4683-4995-9852-5FE0C66904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FB1F76E-849A-4CA1-BD80-CF4D914254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A27E8A-9789-4115-A2F8-189B807C755B}" type="datetimeFigureOut">
              <a:rPr lang="es-MX" smtClean="0"/>
              <a:t>24/06/2024</a:t>
            </a:fld>
            <a:endParaRPr lang="es-MX"/>
          </a:p>
        </p:txBody>
      </p:sp>
      <p:sp>
        <p:nvSpPr>
          <p:cNvPr id="5" name="Marcador de pie de página 4">
            <a:extLst>
              <a:ext uri="{FF2B5EF4-FFF2-40B4-BE49-F238E27FC236}">
                <a16:creationId xmlns:a16="http://schemas.microsoft.com/office/drawing/2014/main" id="{EC444EE9-E6E0-4844-8629-54A9EDDE3A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23762025-CB1B-46E4-80EE-63B743267E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A25912-7962-472B-A239-213B6C2C3A2F}" type="slidenum">
              <a:rPr lang="es-MX" smtClean="0"/>
              <a:t>‹Nº›</a:t>
            </a:fld>
            <a:endParaRPr lang="es-MX"/>
          </a:p>
        </p:txBody>
      </p:sp>
    </p:spTree>
    <p:extLst>
      <p:ext uri="{BB962C8B-B14F-4D97-AF65-F5344CB8AC3E}">
        <p14:creationId xmlns:p14="http://schemas.microsoft.com/office/powerpoint/2010/main" val="810263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azaro.bustio@ibero.mx"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towardsdatascience.com/a-quick-introduction-to-the-numpy-library-6f61b7dee4db"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pandas.pydata.org/" TargetMode="External"/><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Qué es Data Science? ¿Qué es un Data Scientists? - DiplomadosOnline.com">
            <a:extLst>
              <a:ext uri="{FF2B5EF4-FFF2-40B4-BE49-F238E27FC236}">
                <a16:creationId xmlns:a16="http://schemas.microsoft.com/office/drawing/2014/main" id="{5E49D7E4-E94E-4016-B4BF-F69BF6B1AA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223" r="-1" b="17955"/>
          <a:stretch/>
        </p:blipFill>
        <p:spPr bwMode="auto">
          <a:xfrm>
            <a:off x="320040" y="320040"/>
            <a:ext cx="11548872" cy="4462272"/>
          </a:xfrm>
          <a:prstGeom prst="rect">
            <a:avLst/>
          </a:prstGeom>
          <a:noFill/>
          <a:extLst>
            <a:ext uri="{909E8E84-426E-40DD-AFC4-6F175D3DCCD1}">
              <a14:hiddenFill xmlns:a14="http://schemas.microsoft.com/office/drawing/2010/main">
                <a:solidFill>
                  <a:srgbClr val="FFFFFF"/>
                </a:solidFill>
              </a14:hiddenFill>
            </a:ext>
          </a:extLst>
        </p:spPr>
      </p:pic>
      <p:sp>
        <p:nvSpPr>
          <p:cNvPr id="71" name="Rectangle 70">
            <a:extLst>
              <a:ext uri="{FF2B5EF4-FFF2-40B4-BE49-F238E27FC236}">
                <a16:creationId xmlns:a16="http://schemas.microsoft.com/office/drawing/2014/main" id="{D38A241E-0395-41E5-8607-BAA2799A43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4892040"/>
            <a:ext cx="11548872" cy="1645920"/>
          </a:xfrm>
          <a:prstGeom prst="rect">
            <a:avLst/>
          </a:prstGeom>
          <a:solidFill>
            <a:schemeClr val="tx1">
              <a:lumMod val="75000"/>
              <a:lumOff val="25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901583F8-6ECA-4668-9066-A05296A2BF28}"/>
              </a:ext>
            </a:extLst>
          </p:cNvPr>
          <p:cNvSpPr>
            <a:spLocks noGrp="1"/>
          </p:cNvSpPr>
          <p:nvPr>
            <p:ph type="ctrTitle"/>
          </p:nvPr>
        </p:nvSpPr>
        <p:spPr>
          <a:xfrm>
            <a:off x="4380588" y="5093208"/>
            <a:ext cx="6973204" cy="1261872"/>
          </a:xfrm>
        </p:spPr>
        <p:txBody>
          <a:bodyPr anchor="ctr">
            <a:normAutofit/>
          </a:bodyPr>
          <a:lstStyle/>
          <a:p>
            <a:pPr algn="l"/>
            <a:r>
              <a:rPr lang="es-MX" sz="4100" dirty="0">
                <a:solidFill>
                  <a:schemeClr val="bg1"/>
                </a:solidFill>
              </a:rPr>
              <a:t>Manejo de tablas en Python</a:t>
            </a:r>
          </a:p>
        </p:txBody>
      </p:sp>
      <p:sp>
        <p:nvSpPr>
          <p:cNvPr id="3" name="Subtítulo 2">
            <a:extLst>
              <a:ext uri="{FF2B5EF4-FFF2-40B4-BE49-F238E27FC236}">
                <a16:creationId xmlns:a16="http://schemas.microsoft.com/office/drawing/2014/main" id="{820B793A-1747-4C81-8BDF-46E962EF8444}"/>
              </a:ext>
            </a:extLst>
          </p:cNvPr>
          <p:cNvSpPr>
            <a:spLocks noGrp="1"/>
          </p:cNvSpPr>
          <p:nvPr>
            <p:ph type="subTitle" idx="1"/>
          </p:nvPr>
        </p:nvSpPr>
        <p:spPr>
          <a:xfrm>
            <a:off x="838209" y="5093208"/>
            <a:ext cx="2892986" cy="1261872"/>
          </a:xfrm>
        </p:spPr>
        <p:txBody>
          <a:bodyPr anchor="ctr">
            <a:normAutofit/>
          </a:bodyPr>
          <a:lstStyle/>
          <a:p>
            <a:pPr algn="r"/>
            <a:r>
              <a:rPr lang="es-MX" sz="2000" dirty="0">
                <a:solidFill>
                  <a:schemeClr val="bg2"/>
                </a:solidFill>
              </a:rPr>
              <a:t>Dr. Lázaro Bustio Martínez</a:t>
            </a:r>
          </a:p>
          <a:p>
            <a:pPr algn="r"/>
            <a:r>
              <a:rPr lang="es-MX" sz="2000" dirty="0">
                <a:solidFill>
                  <a:schemeClr val="bg2"/>
                </a:solidFill>
                <a:hlinkClick r:id="rId3"/>
              </a:rPr>
              <a:t>lazaro.bustio@ibero</a:t>
            </a:r>
            <a:r>
              <a:rPr lang="es-MX" sz="2000">
                <a:solidFill>
                  <a:schemeClr val="bg2"/>
                </a:solidFill>
                <a:hlinkClick r:id="rId3"/>
              </a:rPr>
              <a:t>.mx</a:t>
            </a:r>
            <a:endParaRPr lang="es-MX" sz="2000" dirty="0">
              <a:solidFill>
                <a:schemeClr val="bg2"/>
              </a:solidFill>
            </a:endParaRPr>
          </a:p>
        </p:txBody>
      </p:sp>
      <p:cxnSp>
        <p:nvCxnSpPr>
          <p:cNvPr id="73" name="Straight Connector 72">
            <a:extLst>
              <a:ext uri="{FF2B5EF4-FFF2-40B4-BE49-F238E27FC236}">
                <a16:creationId xmlns:a16="http://schemas.microsoft.com/office/drawing/2014/main" id="{CE352288-84AD-4CA8-BCD5-76C29D34E1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059936" y="5264106"/>
            <a:ext cx="0" cy="914400"/>
          </a:xfrm>
          <a:prstGeom prst="line">
            <a:avLst/>
          </a:prstGeom>
          <a:ln w="19050">
            <a:solidFill>
              <a:schemeClr val="bg1">
                <a:alpha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1950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105292C-5FF5-4A7C-A82A-38271A60F58E}"/>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Agenda</a:t>
            </a:r>
          </a:p>
        </p:txBody>
      </p:sp>
      <p:sp>
        <p:nvSpPr>
          <p:cNvPr id="17" name="Marcador de contenido 2">
            <a:extLst>
              <a:ext uri="{FF2B5EF4-FFF2-40B4-BE49-F238E27FC236}">
                <a16:creationId xmlns:a16="http://schemas.microsoft.com/office/drawing/2014/main" id="{943E7F20-F31E-4565-B6F6-F1926B997558}"/>
              </a:ext>
            </a:extLst>
          </p:cNvPr>
          <p:cNvSpPr>
            <a:spLocks noGrp="1"/>
          </p:cNvSpPr>
          <p:nvPr>
            <p:ph idx="1"/>
          </p:nvPr>
        </p:nvSpPr>
        <p:spPr>
          <a:xfrm>
            <a:off x="1371599" y="2318197"/>
            <a:ext cx="9724031" cy="3683358"/>
          </a:xfrm>
        </p:spPr>
        <p:txBody>
          <a:bodyPr anchor="ctr">
            <a:normAutofit/>
          </a:bodyPr>
          <a:lstStyle/>
          <a:p>
            <a:r>
              <a:rPr lang="es-MX" sz="2000" dirty="0"/>
              <a:t>Aspectos esenciales de Python </a:t>
            </a:r>
          </a:p>
          <a:p>
            <a:r>
              <a:rPr lang="es-MX" sz="2000" dirty="0" err="1"/>
              <a:t>Jupyter</a:t>
            </a:r>
            <a:r>
              <a:rPr lang="es-MX" sz="2000" dirty="0"/>
              <a:t> </a:t>
            </a:r>
            <a:r>
              <a:rPr lang="es-MX" sz="2000" dirty="0" err="1"/>
              <a:t>Lab</a:t>
            </a:r>
            <a:r>
              <a:rPr lang="es-MX" sz="2000" dirty="0"/>
              <a:t> como ambiente de trabajo integrado</a:t>
            </a:r>
          </a:p>
          <a:p>
            <a:r>
              <a:rPr lang="es-MX" sz="2000" dirty="0"/>
              <a:t>Tipos de datos y operadores básicos en Python</a:t>
            </a:r>
          </a:p>
          <a:p>
            <a:r>
              <a:rPr lang="es-MX" sz="2000" dirty="0"/>
              <a:t>Importación de archivos planos (.</a:t>
            </a:r>
            <a:r>
              <a:rPr lang="es-MX" sz="2000" dirty="0" err="1"/>
              <a:t>txt</a:t>
            </a:r>
            <a:r>
              <a:rPr lang="es-MX" sz="2000" dirty="0"/>
              <a:t>, .</a:t>
            </a:r>
            <a:r>
              <a:rPr lang="es-MX" sz="2000" dirty="0" err="1"/>
              <a:t>csv</a:t>
            </a:r>
            <a:r>
              <a:rPr lang="es-MX" sz="2000" dirty="0"/>
              <a:t>, </a:t>
            </a:r>
            <a:r>
              <a:rPr lang="es-MX" sz="2000" dirty="0" err="1"/>
              <a:t>etc</a:t>
            </a:r>
            <a:r>
              <a:rPr lang="es-MX" sz="2000" dirty="0"/>
              <a:t>)</a:t>
            </a:r>
          </a:p>
          <a:p>
            <a:r>
              <a:rPr lang="es-MX" sz="2000" dirty="0"/>
              <a:t>La base de datos como estructura básica en el manejo de datos</a:t>
            </a:r>
          </a:p>
          <a:p>
            <a:r>
              <a:rPr lang="es-MX" sz="2000" dirty="0"/>
              <a:t>Problemas comunes en la importación de archivos planos</a:t>
            </a:r>
          </a:p>
          <a:p>
            <a:r>
              <a:rPr lang="es-MX" sz="2000" dirty="0"/>
              <a:t>Automatización de importaciones complejas</a:t>
            </a:r>
          </a:p>
          <a:p>
            <a:endParaRPr lang="es-MX" sz="2000" dirty="0"/>
          </a:p>
        </p:txBody>
      </p:sp>
    </p:spTree>
    <p:extLst>
      <p:ext uri="{BB962C8B-B14F-4D97-AF65-F5344CB8AC3E}">
        <p14:creationId xmlns:p14="http://schemas.microsoft.com/office/powerpoint/2010/main" val="601889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CB19400-3AF6-4D0E-B504-C641108500C8}"/>
              </a:ext>
            </a:extLst>
          </p:cNvPr>
          <p:cNvSpPr>
            <a:spLocks noGrp="1"/>
          </p:cNvSpPr>
          <p:nvPr>
            <p:ph type="title"/>
          </p:nvPr>
        </p:nvSpPr>
        <p:spPr>
          <a:xfrm>
            <a:off x="1136397" y="502020"/>
            <a:ext cx="5323715" cy="1642970"/>
          </a:xfrm>
        </p:spPr>
        <p:txBody>
          <a:bodyPr anchor="b">
            <a:normAutofit/>
          </a:bodyPr>
          <a:lstStyle/>
          <a:p>
            <a:r>
              <a:rPr lang="es-MX" sz="4000" dirty="0"/>
              <a:t>Lectura de clase</a:t>
            </a:r>
          </a:p>
        </p:txBody>
      </p:sp>
      <p:sp>
        <p:nvSpPr>
          <p:cNvPr id="3" name="Marcador de contenido 2">
            <a:extLst>
              <a:ext uri="{FF2B5EF4-FFF2-40B4-BE49-F238E27FC236}">
                <a16:creationId xmlns:a16="http://schemas.microsoft.com/office/drawing/2014/main" id="{CF575315-4572-4A78-B3F5-773422702F91}"/>
              </a:ext>
            </a:extLst>
          </p:cNvPr>
          <p:cNvSpPr>
            <a:spLocks noGrp="1"/>
          </p:cNvSpPr>
          <p:nvPr>
            <p:ph idx="1"/>
          </p:nvPr>
        </p:nvSpPr>
        <p:spPr>
          <a:xfrm>
            <a:off x="1144923" y="2405894"/>
            <a:ext cx="5315189" cy="3535083"/>
          </a:xfrm>
        </p:spPr>
        <p:txBody>
          <a:bodyPr anchor="t">
            <a:normAutofit/>
          </a:bodyPr>
          <a:lstStyle/>
          <a:p>
            <a:r>
              <a:rPr lang="es-MX" sz="2000" dirty="0"/>
              <a:t>Lectura de clase: “</a:t>
            </a:r>
            <a:r>
              <a:rPr lang="es-MX" sz="2000" i="1" dirty="0"/>
              <a:t>A </a:t>
            </a:r>
            <a:r>
              <a:rPr lang="es-MX" sz="2000" i="1" dirty="0" err="1"/>
              <a:t>quick</a:t>
            </a:r>
            <a:r>
              <a:rPr lang="es-MX" sz="2000" i="1" dirty="0"/>
              <a:t> </a:t>
            </a:r>
            <a:r>
              <a:rPr lang="es-MX" sz="2000" i="1" dirty="0" err="1"/>
              <a:t>introduction</a:t>
            </a:r>
            <a:r>
              <a:rPr lang="es-MX" sz="2000" i="1" dirty="0"/>
              <a:t> </a:t>
            </a:r>
            <a:r>
              <a:rPr lang="es-MX" sz="2000" i="1" dirty="0" err="1"/>
              <a:t>to</a:t>
            </a:r>
            <a:r>
              <a:rPr lang="es-MX" sz="2000" i="1" dirty="0"/>
              <a:t> </a:t>
            </a:r>
            <a:r>
              <a:rPr lang="es-MX" sz="2000" i="1" dirty="0" err="1"/>
              <a:t>the</a:t>
            </a:r>
            <a:r>
              <a:rPr lang="es-MX" sz="2000" i="1" dirty="0"/>
              <a:t> </a:t>
            </a:r>
            <a:r>
              <a:rPr lang="es-MX" sz="2000" i="1" dirty="0" err="1"/>
              <a:t>NumPy</a:t>
            </a:r>
            <a:r>
              <a:rPr lang="es-MX" sz="2000" i="1" dirty="0"/>
              <a:t> </a:t>
            </a:r>
            <a:r>
              <a:rPr lang="es-MX" sz="2000" i="1" dirty="0" err="1"/>
              <a:t>library</a:t>
            </a:r>
            <a:r>
              <a:rPr lang="es-MX" sz="2000" dirty="0"/>
              <a:t>”, de </a:t>
            </a:r>
            <a:r>
              <a:rPr lang="es-MX" sz="2000" dirty="0" err="1"/>
              <a:t>Adi</a:t>
            </a:r>
            <a:r>
              <a:rPr lang="es-MX" sz="2000" dirty="0"/>
              <a:t> </a:t>
            </a:r>
            <a:r>
              <a:rPr lang="es-MX" sz="2000" dirty="0" err="1"/>
              <a:t>Bronshtein</a:t>
            </a:r>
            <a:r>
              <a:rPr lang="es-MX" sz="2000" dirty="0"/>
              <a:t>.</a:t>
            </a:r>
          </a:p>
          <a:p>
            <a:pPr lvl="1"/>
            <a:r>
              <a:rPr lang="es-MX" sz="2000" dirty="0">
                <a:hlinkClick r:id="rId2"/>
              </a:rPr>
              <a:t>https://towardsdatascience.com/a-quick-introduction-to-the-numpy-library-6f61b7dee4db</a:t>
            </a:r>
            <a:endParaRPr lang="es-MX" sz="2000" dirty="0"/>
          </a:p>
        </p:txBody>
      </p:sp>
      <p:sp>
        <p:nvSpPr>
          <p:cNvPr id="12" name="Rectangle 1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Imagen 4">
            <a:extLst>
              <a:ext uri="{FF2B5EF4-FFF2-40B4-BE49-F238E27FC236}">
                <a16:creationId xmlns:a16="http://schemas.microsoft.com/office/drawing/2014/main" id="{121A929D-A4B7-48C1-9611-4330A724510C}"/>
              </a:ext>
            </a:extLst>
          </p:cNvPr>
          <p:cNvPicPr>
            <a:picLocks noChangeAspect="1"/>
          </p:cNvPicPr>
          <p:nvPr/>
        </p:nvPicPr>
        <p:blipFill>
          <a:blip r:embed="rId3"/>
          <a:stretch>
            <a:fillRect/>
          </a:stretch>
        </p:blipFill>
        <p:spPr>
          <a:xfrm>
            <a:off x="7075967" y="2271985"/>
            <a:ext cx="4170530" cy="2345922"/>
          </a:xfrm>
          <a:prstGeom prst="rect">
            <a:avLst/>
          </a:prstGeom>
        </p:spPr>
      </p:pic>
    </p:spTree>
    <p:extLst>
      <p:ext uri="{BB962C8B-B14F-4D97-AF65-F5344CB8AC3E}">
        <p14:creationId xmlns:p14="http://schemas.microsoft.com/office/powerpoint/2010/main" val="4202380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 name="Rectangle 78">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94" name="Title 1">
            <a:extLst>
              <a:ext uri="{FF2B5EF4-FFF2-40B4-BE49-F238E27FC236}">
                <a16:creationId xmlns:a16="http://schemas.microsoft.com/office/drawing/2014/main" id="{EDDCBB3A-C167-4755-B55C-A525DFB3E452}"/>
              </a:ext>
            </a:extLst>
          </p:cNvPr>
          <p:cNvSpPr>
            <a:spLocks noGrp="1"/>
          </p:cNvSpPr>
          <p:nvPr>
            <p:ph type="title"/>
          </p:nvPr>
        </p:nvSpPr>
        <p:spPr>
          <a:xfrm>
            <a:off x="914402" y="489508"/>
            <a:ext cx="5181597" cy="1655482"/>
          </a:xfrm>
        </p:spPr>
        <p:txBody>
          <a:bodyPr anchor="b">
            <a:normAutofit/>
          </a:bodyPr>
          <a:lstStyle/>
          <a:p>
            <a:pPr algn="r"/>
            <a:r>
              <a:rPr lang="en-US" altLang="es-MX" sz="4000"/>
              <a:t>What is NumPy?</a:t>
            </a:r>
          </a:p>
        </p:txBody>
      </p:sp>
      <p:sp>
        <p:nvSpPr>
          <p:cNvPr id="8195" name="Content Placeholder 2">
            <a:extLst>
              <a:ext uri="{FF2B5EF4-FFF2-40B4-BE49-F238E27FC236}">
                <a16:creationId xmlns:a16="http://schemas.microsoft.com/office/drawing/2014/main" id="{0D5717EB-9F1F-47B1-9E5C-D50025CDF26D}"/>
              </a:ext>
            </a:extLst>
          </p:cNvPr>
          <p:cNvSpPr>
            <a:spLocks noGrp="1"/>
          </p:cNvSpPr>
          <p:nvPr>
            <p:ph idx="1"/>
          </p:nvPr>
        </p:nvSpPr>
        <p:spPr>
          <a:xfrm>
            <a:off x="914402" y="2418408"/>
            <a:ext cx="5181598" cy="3409898"/>
          </a:xfrm>
        </p:spPr>
        <p:txBody>
          <a:bodyPr anchor="t">
            <a:normAutofit/>
          </a:bodyPr>
          <a:lstStyle/>
          <a:p>
            <a:pPr algn="r"/>
            <a:r>
              <a:rPr lang="en-US" altLang="es-MX" sz="2000"/>
              <a:t>NumPy is the fundamental package needed for scientific computing with Python. It contains:</a:t>
            </a:r>
          </a:p>
          <a:p>
            <a:pPr algn="r"/>
            <a:r>
              <a:rPr lang="en-US" altLang="es-MX" sz="2000"/>
              <a:t>a powerful N-dimensional array object </a:t>
            </a:r>
          </a:p>
          <a:p>
            <a:pPr algn="r"/>
            <a:r>
              <a:rPr lang="en-US" altLang="es-MX" sz="2000"/>
              <a:t>basic linear algebra functions </a:t>
            </a:r>
          </a:p>
          <a:p>
            <a:pPr algn="r"/>
            <a:r>
              <a:rPr lang="en-US" altLang="es-MX" sz="2000"/>
              <a:t>basic Fourier transforms </a:t>
            </a:r>
          </a:p>
          <a:p>
            <a:pPr algn="r"/>
            <a:r>
              <a:rPr lang="en-US" altLang="es-MX" sz="2000"/>
              <a:t>sophisticated random number capabilities </a:t>
            </a:r>
          </a:p>
          <a:p>
            <a:pPr algn="r"/>
            <a:r>
              <a:rPr lang="en-US" altLang="es-MX" sz="2000"/>
              <a:t>tools for integrating Fortran code</a:t>
            </a:r>
          </a:p>
          <a:p>
            <a:pPr algn="r"/>
            <a:r>
              <a:rPr lang="en-US" altLang="es-MX" sz="2000"/>
              <a:t>tools for integrating C/C++ code</a:t>
            </a:r>
          </a:p>
        </p:txBody>
      </p:sp>
      <p:pic>
        <p:nvPicPr>
          <p:cNvPr id="14338" name="Picture 2" descr="Python NumPy Tutorial for Data Science - TechVidvan">
            <a:extLst>
              <a:ext uri="{FF2B5EF4-FFF2-40B4-BE49-F238E27FC236}">
                <a16:creationId xmlns:a16="http://schemas.microsoft.com/office/drawing/2014/main" id="{78FDCC68-9F23-4005-81DF-8D597BFF226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675120" y="1488614"/>
            <a:ext cx="4957638" cy="3495134"/>
          </a:xfrm>
          <a:prstGeom prst="rect">
            <a:avLst/>
          </a:prstGeom>
          <a:noFill/>
          <a:extLst>
            <a:ext uri="{909E8E84-426E-40DD-AFC4-6F175D3DCCD1}">
              <a14:hiddenFill xmlns:a14="http://schemas.microsoft.com/office/drawing/2010/main">
                <a:solidFill>
                  <a:srgbClr val="FFFFFF"/>
                </a:solidFill>
              </a14:hiddenFill>
            </a:ext>
          </a:extLst>
        </p:spPr>
      </p:pic>
      <p:sp>
        <p:nvSpPr>
          <p:cNvPr id="81" name="Rectangle 80">
            <a:extLst>
              <a:ext uri="{FF2B5EF4-FFF2-40B4-BE49-F238E27FC236}">
                <a16:creationId xmlns:a16="http://schemas.microsoft.com/office/drawing/2014/main" id="{A344AAA5-41F4-4862-97EF-688D31DC7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85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69E1A62C-2AAF-4B3E-8CDB-65E237080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26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218" name="Title 1">
            <a:extLst>
              <a:ext uri="{FF2B5EF4-FFF2-40B4-BE49-F238E27FC236}">
                <a16:creationId xmlns:a16="http://schemas.microsoft.com/office/drawing/2014/main" id="{131F7FB9-133A-4CD9-BC9A-DEC4387DA87E}"/>
              </a:ext>
            </a:extLst>
          </p:cNvPr>
          <p:cNvSpPr>
            <a:spLocks noGrp="1"/>
          </p:cNvSpPr>
          <p:nvPr>
            <p:ph type="title"/>
          </p:nvPr>
        </p:nvSpPr>
        <p:spPr>
          <a:xfrm>
            <a:off x="1371597" y="348865"/>
            <a:ext cx="10044023" cy="877729"/>
          </a:xfrm>
        </p:spPr>
        <p:txBody>
          <a:bodyPr anchor="ctr">
            <a:normAutofit/>
          </a:bodyPr>
          <a:lstStyle/>
          <a:p>
            <a:r>
              <a:rPr lang="en-US" altLang="es-MX" sz="4000">
                <a:solidFill>
                  <a:srgbClr val="FFFFFF"/>
                </a:solidFill>
              </a:rPr>
              <a:t>NumPy documentation</a:t>
            </a:r>
          </a:p>
        </p:txBody>
      </p:sp>
      <p:graphicFrame>
        <p:nvGraphicFramePr>
          <p:cNvPr id="9221" name="Content Placeholder 2">
            <a:extLst>
              <a:ext uri="{FF2B5EF4-FFF2-40B4-BE49-F238E27FC236}">
                <a16:creationId xmlns:a16="http://schemas.microsoft.com/office/drawing/2014/main" id="{A0D99AE1-5A66-4E19-AF7F-862F28D61571}"/>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66" name="Title 1">
            <a:extLst>
              <a:ext uri="{FF2B5EF4-FFF2-40B4-BE49-F238E27FC236}">
                <a16:creationId xmlns:a16="http://schemas.microsoft.com/office/drawing/2014/main" id="{D331B9AA-8A40-48BC-895D-5F81EE1B4D23}"/>
              </a:ext>
            </a:extLst>
          </p:cNvPr>
          <p:cNvSpPr>
            <a:spLocks noGrp="1"/>
          </p:cNvSpPr>
          <p:nvPr>
            <p:ph type="title"/>
          </p:nvPr>
        </p:nvSpPr>
        <p:spPr>
          <a:xfrm>
            <a:off x="1136397" y="502021"/>
            <a:ext cx="4959603" cy="1642969"/>
          </a:xfrm>
        </p:spPr>
        <p:txBody>
          <a:bodyPr anchor="b">
            <a:normAutofit/>
          </a:bodyPr>
          <a:lstStyle/>
          <a:p>
            <a:r>
              <a:rPr lang="en-US" altLang="es-MX" sz="4000"/>
              <a:t>Array shape</a:t>
            </a:r>
          </a:p>
        </p:txBody>
      </p:sp>
      <p:sp>
        <p:nvSpPr>
          <p:cNvPr id="11267" name="Content Placeholder 2">
            <a:extLst>
              <a:ext uri="{FF2B5EF4-FFF2-40B4-BE49-F238E27FC236}">
                <a16:creationId xmlns:a16="http://schemas.microsoft.com/office/drawing/2014/main" id="{F057C9EE-8367-4122-BEFA-51D761C194E1}"/>
              </a:ext>
            </a:extLst>
          </p:cNvPr>
          <p:cNvSpPr>
            <a:spLocks noGrp="1"/>
          </p:cNvSpPr>
          <p:nvPr>
            <p:ph idx="1"/>
          </p:nvPr>
        </p:nvSpPr>
        <p:spPr>
          <a:xfrm>
            <a:off x="1136397" y="2418408"/>
            <a:ext cx="4959603" cy="3522569"/>
          </a:xfrm>
        </p:spPr>
        <p:txBody>
          <a:bodyPr anchor="t">
            <a:normAutofit/>
          </a:bodyPr>
          <a:lstStyle/>
          <a:p>
            <a:r>
              <a:rPr lang="en-US" altLang="es-MX" sz="2000"/>
              <a:t>ndarrays are rectangular</a:t>
            </a:r>
          </a:p>
          <a:p>
            <a:r>
              <a:rPr lang="en-US" altLang="es-MX" sz="2000"/>
              <a:t>The shape of the array is a tuple of N integers (one for each dimension)</a:t>
            </a:r>
          </a:p>
        </p:txBody>
      </p:sp>
      <p:pic>
        <p:nvPicPr>
          <p:cNvPr id="7" name="Picture 2" descr="La librería Numpy | Aprende con Alf">
            <a:extLst>
              <a:ext uri="{FF2B5EF4-FFF2-40B4-BE49-F238E27FC236}">
                <a16:creationId xmlns:a16="http://schemas.microsoft.com/office/drawing/2014/main" id="{31F3E0E6-1410-4D39-9E1E-7580DAD6425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12442" y="1772337"/>
            <a:ext cx="5201023" cy="2899569"/>
          </a:xfrm>
          <a:prstGeom prst="rect">
            <a:avLst/>
          </a:prstGeom>
          <a:noFill/>
          <a:extLst>
            <a:ext uri="{909E8E84-426E-40DD-AFC4-6F175D3DCCD1}">
              <a14:hiddenFill xmlns:a14="http://schemas.microsoft.com/office/drawing/2010/main">
                <a:solidFill>
                  <a:srgbClr val="FFFFFF"/>
                </a:solidFill>
              </a14:hiddenFill>
            </a:ext>
          </a:extLst>
        </p:spPr>
      </p:pic>
      <p:sp>
        <p:nvSpPr>
          <p:cNvPr id="74" name="Rectangle 7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90" name="Title 1">
            <a:extLst>
              <a:ext uri="{FF2B5EF4-FFF2-40B4-BE49-F238E27FC236}">
                <a16:creationId xmlns:a16="http://schemas.microsoft.com/office/drawing/2014/main" id="{5128C90E-FA29-4F4F-978A-04C850375501}"/>
              </a:ext>
            </a:extLst>
          </p:cNvPr>
          <p:cNvSpPr>
            <a:spLocks noGrp="1"/>
          </p:cNvSpPr>
          <p:nvPr>
            <p:ph type="title"/>
          </p:nvPr>
        </p:nvSpPr>
        <p:spPr>
          <a:xfrm>
            <a:off x="1136397" y="502021"/>
            <a:ext cx="4959603" cy="1642969"/>
          </a:xfrm>
        </p:spPr>
        <p:txBody>
          <a:bodyPr anchor="b">
            <a:normAutofit/>
          </a:bodyPr>
          <a:lstStyle/>
          <a:p>
            <a:r>
              <a:rPr lang="en-US" altLang="es-MX" sz="4000"/>
              <a:t>Array item types</a:t>
            </a:r>
          </a:p>
        </p:txBody>
      </p:sp>
      <p:sp>
        <p:nvSpPr>
          <p:cNvPr id="12291" name="Content Placeholder 2">
            <a:extLst>
              <a:ext uri="{FF2B5EF4-FFF2-40B4-BE49-F238E27FC236}">
                <a16:creationId xmlns:a16="http://schemas.microsoft.com/office/drawing/2014/main" id="{69A143C5-55DF-4DFD-98BD-775A021719C3}"/>
              </a:ext>
            </a:extLst>
          </p:cNvPr>
          <p:cNvSpPr>
            <a:spLocks noGrp="1"/>
          </p:cNvSpPr>
          <p:nvPr>
            <p:ph idx="1"/>
          </p:nvPr>
        </p:nvSpPr>
        <p:spPr>
          <a:xfrm>
            <a:off x="1136397" y="2418408"/>
            <a:ext cx="4959603" cy="3522569"/>
          </a:xfrm>
        </p:spPr>
        <p:txBody>
          <a:bodyPr anchor="t">
            <a:normAutofit/>
          </a:bodyPr>
          <a:lstStyle/>
          <a:p>
            <a:r>
              <a:rPr lang="en-US" altLang="es-MX" sz="2000"/>
              <a:t>Every ndarray is a homogeneous collection of exactly the same data-type</a:t>
            </a:r>
          </a:p>
          <a:p>
            <a:pPr lvl="1"/>
            <a:r>
              <a:rPr lang="en-US" altLang="es-MX" sz="2000"/>
              <a:t>every item takes up the same size block of memory</a:t>
            </a:r>
          </a:p>
          <a:p>
            <a:pPr lvl="1"/>
            <a:r>
              <a:rPr lang="en-US" altLang="es-MX" sz="2000"/>
              <a:t>each block of memory in the array is interpreted in exactly the same way</a:t>
            </a:r>
          </a:p>
          <a:p>
            <a:endParaRPr lang="en-US" altLang="es-MX" sz="2000"/>
          </a:p>
        </p:txBody>
      </p:sp>
      <p:pic>
        <p:nvPicPr>
          <p:cNvPr id="10242" name="Picture 2" descr="1.4.1. The NumPy array object — Scipy lecture notes">
            <a:extLst>
              <a:ext uri="{FF2B5EF4-FFF2-40B4-BE49-F238E27FC236}">
                <a16:creationId xmlns:a16="http://schemas.microsoft.com/office/drawing/2014/main" id="{7A98ADFD-08E0-48EA-841A-9339B29DB8A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12442" y="2266433"/>
            <a:ext cx="5201023" cy="1911376"/>
          </a:xfrm>
          <a:prstGeom prst="rect">
            <a:avLst/>
          </a:prstGeom>
          <a:noFill/>
          <a:extLst>
            <a:ext uri="{909E8E84-426E-40DD-AFC4-6F175D3DCCD1}">
              <a14:hiddenFill xmlns:a14="http://schemas.microsoft.com/office/drawing/2010/main">
                <a:solidFill>
                  <a:srgbClr val="FFFFFF"/>
                </a:solidFill>
              </a14:hiddenFill>
            </a:ext>
          </a:extLst>
        </p:spPr>
      </p:pic>
      <p:sp>
        <p:nvSpPr>
          <p:cNvPr id="75" name="Rectangle 74">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605494DE-B078-4D87-BB01-C8432061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9A0576B0-CD8C-4661-95C8-A9F2CE7CD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4724288" cy="6861324"/>
          </a:xfrm>
          <a:prstGeom prst="rect">
            <a:avLst/>
          </a:prstGeom>
          <a:solidFill>
            <a:srgbClr val="000000">
              <a:alpha val="8039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3FF60E2B-3919-423C-B1FF-56CDE6681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19042"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rgbClr val="000000">
              <a:alpha val="3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4">
            <a:extLst>
              <a:ext uri="{FF2B5EF4-FFF2-40B4-BE49-F238E27FC236}">
                <a16:creationId xmlns:a16="http://schemas.microsoft.com/office/drawing/2014/main" id="{95453BF3-5FB4-4465-BB5D-EF6227ED07E6}"/>
              </a:ext>
            </a:extLst>
          </p:cNvPr>
          <p:cNvSpPr>
            <a:spLocks noGrp="1"/>
          </p:cNvSpPr>
          <p:nvPr>
            <p:ph type="title"/>
          </p:nvPr>
        </p:nvSpPr>
        <p:spPr>
          <a:xfrm>
            <a:off x="804672" y="1122363"/>
            <a:ext cx="3308130" cy="2387600"/>
          </a:xfrm>
        </p:spPr>
        <p:txBody>
          <a:bodyPr vert="horz" lIns="91440" tIns="45720" rIns="91440" bIns="45720" rtlCol="0" anchor="b">
            <a:normAutofit/>
          </a:bodyPr>
          <a:lstStyle/>
          <a:p>
            <a:r>
              <a:rPr lang="en-US" sz="5400" kern="1200">
                <a:solidFill>
                  <a:srgbClr val="FFFFFF"/>
                </a:solidFill>
                <a:latin typeface="+mj-lt"/>
                <a:ea typeface="+mj-ea"/>
                <a:cs typeface="+mj-cs"/>
              </a:rPr>
              <a:t>Data types for ndArray</a:t>
            </a:r>
          </a:p>
        </p:txBody>
      </p:sp>
      <p:pic>
        <p:nvPicPr>
          <p:cNvPr id="13317" name="Picture 2">
            <a:extLst>
              <a:ext uri="{FF2B5EF4-FFF2-40B4-BE49-F238E27FC236}">
                <a16:creationId xmlns:a16="http://schemas.microsoft.com/office/drawing/2014/main" id="{C4EC9C36-A126-4B4C-AB3C-8B201A2FAC9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731113" y="643467"/>
            <a:ext cx="3454061" cy="557106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605494DE-B078-4D87-BB01-C8432061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9A0576B0-CD8C-4661-95C8-A9F2CE7CD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4724288" cy="6861324"/>
          </a:xfrm>
          <a:prstGeom prst="rect">
            <a:avLst/>
          </a:prstGeom>
          <a:solidFill>
            <a:srgbClr val="000000">
              <a:alpha val="8039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3FF60E2B-3919-423C-B1FF-56CDE6681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19042"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rgbClr val="000000">
              <a:alpha val="3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4">
            <a:extLst>
              <a:ext uri="{FF2B5EF4-FFF2-40B4-BE49-F238E27FC236}">
                <a16:creationId xmlns:a16="http://schemas.microsoft.com/office/drawing/2014/main" id="{95453BF3-5FB4-4465-BB5D-EF6227ED07E6}"/>
              </a:ext>
            </a:extLst>
          </p:cNvPr>
          <p:cNvSpPr>
            <a:spLocks noGrp="1"/>
          </p:cNvSpPr>
          <p:nvPr>
            <p:ph type="title"/>
          </p:nvPr>
        </p:nvSpPr>
        <p:spPr>
          <a:xfrm>
            <a:off x="804672" y="1122363"/>
            <a:ext cx="3308130" cy="2387600"/>
          </a:xfrm>
        </p:spPr>
        <p:txBody>
          <a:bodyPr vert="horz" lIns="91440" tIns="45720" rIns="91440" bIns="45720" rtlCol="0" anchor="b">
            <a:normAutofit/>
          </a:bodyPr>
          <a:lstStyle/>
          <a:p>
            <a:r>
              <a:rPr lang="en-US" sz="5400" kern="1200">
                <a:solidFill>
                  <a:srgbClr val="FFFFFF"/>
                </a:solidFill>
                <a:latin typeface="+mj-lt"/>
                <a:ea typeface="+mj-ea"/>
                <a:cs typeface="+mj-cs"/>
              </a:rPr>
              <a:t>Data types for ndArray</a:t>
            </a:r>
          </a:p>
        </p:txBody>
      </p:sp>
      <p:pic>
        <p:nvPicPr>
          <p:cNvPr id="13317" name="Picture 2">
            <a:extLst>
              <a:ext uri="{FF2B5EF4-FFF2-40B4-BE49-F238E27FC236}">
                <a16:creationId xmlns:a16="http://schemas.microsoft.com/office/drawing/2014/main" id="{C4EC9C36-A126-4B4C-AB3C-8B201A2FAC9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auto">
          <a:xfrm>
            <a:off x="6731113" y="653942"/>
            <a:ext cx="3454061" cy="555011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3212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62" name="Title 1">
            <a:extLst>
              <a:ext uri="{FF2B5EF4-FFF2-40B4-BE49-F238E27FC236}">
                <a16:creationId xmlns:a16="http://schemas.microsoft.com/office/drawing/2014/main" id="{8340B74A-8D23-4FAB-B222-76372C42BCF0}"/>
              </a:ext>
            </a:extLst>
          </p:cNvPr>
          <p:cNvSpPr>
            <a:spLocks noGrp="1"/>
          </p:cNvSpPr>
          <p:nvPr>
            <p:ph type="title"/>
          </p:nvPr>
        </p:nvSpPr>
        <p:spPr>
          <a:xfrm>
            <a:off x="804672" y="640080"/>
            <a:ext cx="3282696" cy="5257800"/>
          </a:xfrm>
        </p:spPr>
        <p:txBody>
          <a:bodyPr>
            <a:normAutofit/>
          </a:bodyPr>
          <a:lstStyle/>
          <a:p>
            <a:r>
              <a:rPr lang="en-US" altLang="es-MX">
                <a:solidFill>
                  <a:schemeClr val="bg1"/>
                </a:solidFill>
              </a:rPr>
              <a:t>Example: creating an array</a:t>
            </a:r>
          </a:p>
        </p:txBody>
      </p:sp>
      <p:sp>
        <p:nvSpPr>
          <p:cNvPr id="15363" name="Content Placeholder 2">
            <a:extLst>
              <a:ext uri="{FF2B5EF4-FFF2-40B4-BE49-F238E27FC236}">
                <a16:creationId xmlns:a16="http://schemas.microsoft.com/office/drawing/2014/main" id="{7E096657-E41F-4F49-A546-8A51AE49EDBB}"/>
              </a:ext>
            </a:extLst>
          </p:cNvPr>
          <p:cNvSpPr>
            <a:spLocks noGrp="1"/>
          </p:cNvSpPr>
          <p:nvPr>
            <p:ph idx="1"/>
          </p:nvPr>
        </p:nvSpPr>
        <p:spPr>
          <a:xfrm>
            <a:off x="5358384" y="640081"/>
            <a:ext cx="6024654" cy="5257800"/>
          </a:xfrm>
        </p:spPr>
        <p:txBody>
          <a:bodyPr anchor="ctr">
            <a:normAutofit/>
          </a:bodyPr>
          <a:lstStyle/>
          <a:p>
            <a:pPr marL="0" indent="0">
              <a:buNone/>
            </a:pPr>
            <a:r>
              <a:rPr lang="en-US" altLang="es-MX" sz="2400" dirty="0">
                <a:latin typeface="Courier New" panose="02070309020205020404" pitchFamily="49" charset="0"/>
                <a:cs typeface="Courier New" panose="02070309020205020404" pitchFamily="49" charset="0"/>
              </a:rPr>
              <a:t>import </a:t>
            </a:r>
            <a:r>
              <a:rPr lang="en-US" altLang="es-MX" sz="2400" dirty="0" err="1">
                <a:latin typeface="Courier New" panose="02070309020205020404" pitchFamily="49" charset="0"/>
                <a:cs typeface="Courier New" panose="02070309020205020404" pitchFamily="49" charset="0"/>
              </a:rPr>
              <a:t>numpy</a:t>
            </a:r>
            <a:endParaRPr lang="en-US" altLang="es-MX" sz="2400" dirty="0">
              <a:latin typeface="Courier New" panose="02070309020205020404" pitchFamily="49" charset="0"/>
              <a:cs typeface="Courier New" panose="02070309020205020404" pitchFamily="49" charset="0"/>
            </a:endParaRPr>
          </a:p>
          <a:p>
            <a:pPr marL="0" indent="0">
              <a:buNone/>
            </a:pPr>
            <a:r>
              <a:rPr lang="en-US" altLang="es-MX" sz="2400" dirty="0">
                <a:latin typeface="Courier New" panose="02070309020205020404" pitchFamily="49" charset="0"/>
                <a:cs typeface="Courier New" panose="02070309020205020404" pitchFamily="49" charset="0"/>
              </a:rPr>
              <a:t>a = array([[1,2,3],</a:t>
            </a:r>
          </a:p>
          <a:p>
            <a:pPr marL="0" indent="0">
              <a:buNone/>
            </a:pPr>
            <a:r>
              <a:rPr lang="en-US" altLang="es-MX" sz="2400" dirty="0">
                <a:latin typeface="Courier New" panose="02070309020205020404" pitchFamily="49" charset="0"/>
                <a:cs typeface="Courier New" panose="02070309020205020404" pitchFamily="49" charset="0"/>
              </a:rPr>
              <a:t>          [4,5,6],</a:t>
            </a:r>
          </a:p>
          <a:p>
            <a:pPr marL="0" indent="0">
              <a:buNone/>
            </a:pPr>
            <a:r>
              <a:rPr lang="en-US" altLang="es-MX" sz="2400" dirty="0">
                <a:latin typeface="Courier New" panose="02070309020205020404" pitchFamily="49" charset="0"/>
                <a:cs typeface="Courier New" panose="02070309020205020404" pitchFamily="49" charset="0"/>
              </a:rPr>
              <a:t>          [7,8,9]])</a:t>
            </a:r>
          </a:p>
          <a:p>
            <a:pPr marL="0" indent="0">
              <a:buNone/>
            </a:pPr>
            <a:r>
              <a:rPr lang="en-US" altLang="es-MX" sz="2400" dirty="0" err="1">
                <a:latin typeface="Courier New" panose="02070309020205020404" pitchFamily="49" charset="0"/>
                <a:cs typeface="Courier New" panose="02070309020205020404" pitchFamily="49" charset="0"/>
              </a:rPr>
              <a:t>a.shape</a:t>
            </a:r>
            <a:endParaRPr lang="en-US" altLang="es-MX" sz="2400" dirty="0">
              <a:latin typeface="Courier New" panose="02070309020205020404" pitchFamily="49" charset="0"/>
              <a:cs typeface="Courier New" panose="02070309020205020404" pitchFamily="49" charset="0"/>
            </a:endParaRPr>
          </a:p>
          <a:p>
            <a:pPr marL="0" indent="0">
              <a:buNone/>
            </a:pPr>
            <a:r>
              <a:rPr lang="en-US" altLang="es-MX" sz="2400" dirty="0" err="1">
                <a:latin typeface="Courier New" panose="02070309020205020404" pitchFamily="49" charset="0"/>
                <a:cs typeface="Courier New" panose="02070309020205020404" pitchFamily="49" charset="0"/>
              </a:rPr>
              <a:t>a.dtype</a:t>
            </a:r>
            <a:endParaRPr lang="en-US" altLang="es-MX" sz="2400" dirty="0">
              <a:latin typeface="Courier New" panose="02070309020205020404" pitchFamily="49" charset="0"/>
              <a:cs typeface="Courier New" panose="02070309020205020404" pitchFamily="49" charset="0"/>
            </a:endParaRPr>
          </a:p>
          <a:p>
            <a:endParaRPr lang="en-US" altLang="es-MX"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464595"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Freeform: Shape 76">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546337"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86" name="Title 1">
            <a:extLst>
              <a:ext uri="{FF2B5EF4-FFF2-40B4-BE49-F238E27FC236}">
                <a16:creationId xmlns:a16="http://schemas.microsoft.com/office/drawing/2014/main" id="{23062AA5-04A0-4000-8474-3CDF01BBC45D}"/>
              </a:ext>
            </a:extLst>
          </p:cNvPr>
          <p:cNvSpPr>
            <a:spLocks noGrp="1"/>
          </p:cNvSpPr>
          <p:nvPr>
            <p:ph type="title"/>
          </p:nvPr>
        </p:nvSpPr>
        <p:spPr>
          <a:xfrm>
            <a:off x="804672" y="640263"/>
            <a:ext cx="5157216" cy="1344975"/>
          </a:xfrm>
        </p:spPr>
        <p:txBody>
          <a:bodyPr>
            <a:normAutofit/>
          </a:bodyPr>
          <a:lstStyle/>
          <a:p>
            <a:r>
              <a:rPr lang="en-US" altLang="es-MX" sz="4000"/>
              <a:t>Indexing arrays</a:t>
            </a:r>
          </a:p>
        </p:txBody>
      </p:sp>
      <p:sp>
        <p:nvSpPr>
          <p:cNvPr id="16387" name="Content Placeholder 2">
            <a:extLst>
              <a:ext uri="{FF2B5EF4-FFF2-40B4-BE49-F238E27FC236}">
                <a16:creationId xmlns:a16="http://schemas.microsoft.com/office/drawing/2014/main" id="{AAFC4A0B-95EF-4103-ABCD-6F3874B1DF3B}"/>
              </a:ext>
            </a:extLst>
          </p:cNvPr>
          <p:cNvSpPr>
            <a:spLocks noGrp="1"/>
          </p:cNvSpPr>
          <p:nvPr>
            <p:ph idx="1"/>
          </p:nvPr>
        </p:nvSpPr>
        <p:spPr>
          <a:xfrm>
            <a:off x="804672" y="2121763"/>
            <a:ext cx="5157216" cy="3773010"/>
          </a:xfrm>
        </p:spPr>
        <p:txBody>
          <a:bodyPr>
            <a:normAutofit/>
          </a:bodyPr>
          <a:lstStyle/>
          <a:p>
            <a:r>
              <a:rPr lang="en-US" altLang="es-MX" sz="2000" dirty="0"/>
              <a:t>Use a tuple to index multi-dimensional arrays</a:t>
            </a:r>
          </a:p>
          <a:p>
            <a:r>
              <a:rPr lang="en-US" altLang="es-MX" sz="2000" dirty="0"/>
              <a:t>Example:</a:t>
            </a:r>
          </a:p>
          <a:p>
            <a:pPr marL="457200" lvl="1" indent="0">
              <a:buNone/>
            </a:pPr>
            <a:r>
              <a:rPr lang="en-US" altLang="es-MX" sz="2000" dirty="0">
                <a:latin typeface="Courier New" panose="02070309020205020404" pitchFamily="49" charset="0"/>
                <a:cs typeface="Courier New" panose="02070309020205020404" pitchFamily="49" charset="0"/>
              </a:rPr>
              <a:t>a[1,2]</a:t>
            </a:r>
          </a:p>
        </p:txBody>
      </p:sp>
      <p:pic>
        <p:nvPicPr>
          <p:cNvPr id="6146" name="Picture 2" descr="4. NumPy Basics: Arrays and Vectorized Computation - Python for Data  Analysis [Book]">
            <a:extLst>
              <a:ext uri="{FF2B5EF4-FFF2-40B4-BE49-F238E27FC236}">
                <a16:creationId xmlns:a16="http://schemas.microsoft.com/office/drawing/2014/main" id="{F0222CED-28BF-4C69-AD59-AE4D5826CEA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152308" y="484632"/>
            <a:ext cx="4371630" cy="5733287"/>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 name="Rectangle 137">
            <a:extLst>
              <a:ext uri="{FF2B5EF4-FFF2-40B4-BE49-F238E27FC236}">
                <a16:creationId xmlns:a16="http://schemas.microsoft.com/office/drawing/2014/main" id="{B19D093C-27FB-4032-B282-42C4563F2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9454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10" name="Title 1">
            <a:extLst>
              <a:ext uri="{FF2B5EF4-FFF2-40B4-BE49-F238E27FC236}">
                <a16:creationId xmlns:a16="http://schemas.microsoft.com/office/drawing/2014/main" id="{8ECB2FF9-5800-4A39-ADD5-3B06C2C69547}"/>
              </a:ext>
            </a:extLst>
          </p:cNvPr>
          <p:cNvSpPr>
            <a:spLocks noGrp="1"/>
          </p:cNvSpPr>
          <p:nvPr>
            <p:ph type="title"/>
          </p:nvPr>
        </p:nvSpPr>
        <p:spPr>
          <a:xfrm>
            <a:off x="767290" y="1780661"/>
            <a:ext cx="3582073" cy="1463472"/>
          </a:xfrm>
        </p:spPr>
        <p:txBody>
          <a:bodyPr anchor="t">
            <a:normAutofit/>
          </a:bodyPr>
          <a:lstStyle/>
          <a:p>
            <a:r>
              <a:rPr lang="en-US" altLang="es-MX" sz="4800">
                <a:solidFill>
                  <a:schemeClr val="bg1"/>
                </a:solidFill>
              </a:rPr>
              <a:t>Slicing arrays</a:t>
            </a:r>
          </a:p>
        </p:txBody>
      </p:sp>
      <p:grpSp>
        <p:nvGrpSpPr>
          <p:cNvPr id="140" name="Group 139">
            <a:extLst>
              <a:ext uri="{FF2B5EF4-FFF2-40B4-BE49-F238E27FC236}">
                <a16:creationId xmlns:a16="http://schemas.microsoft.com/office/drawing/2014/main" id="{35EE815E-1BD3-4777-B652-6D98825BF6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290" y="681628"/>
            <a:ext cx="1128382" cy="847206"/>
            <a:chOff x="668003" y="1684057"/>
            <a:chExt cx="1128382" cy="847206"/>
          </a:xfrm>
        </p:grpSpPr>
        <p:sp>
          <p:nvSpPr>
            <p:cNvPr id="141" name="Freeform 5">
              <a:extLst>
                <a:ext uri="{FF2B5EF4-FFF2-40B4-BE49-F238E27FC236}">
                  <a16:creationId xmlns:a16="http://schemas.microsoft.com/office/drawing/2014/main" id="{E6692982-4A7D-4392-87CD-F0CD4B027D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8003" y="1935883"/>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Freeform 5">
              <a:extLst>
                <a:ext uri="{FF2B5EF4-FFF2-40B4-BE49-F238E27FC236}">
                  <a16:creationId xmlns:a16="http://schemas.microsoft.com/office/drawing/2014/main" id="{196485F7-F277-4123-AC53-98EA4C8587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45893" y="1684057"/>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7411" name="Content Placeholder 2">
            <a:extLst>
              <a:ext uri="{FF2B5EF4-FFF2-40B4-BE49-F238E27FC236}">
                <a16:creationId xmlns:a16="http://schemas.microsoft.com/office/drawing/2014/main" id="{F554B47C-1B43-4553-825B-4C9BDC369E6B}"/>
              </a:ext>
            </a:extLst>
          </p:cNvPr>
          <p:cNvSpPr>
            <a:spLocks noGrp="1"/>
          </p:cNvSpPr>
          <p:nvPr>
            <p:ph idx="1"/>
          </p:nvPr>
        </p:nvSpPr>
        <p:spPr>
          <a:xfrm>
            <a:off x="767290" y="3383121"/>
            <a:ext cx="3582072" cy="2793251"/>
          </a:xfrm>
        </p:spPr>
        <p:txBody>
          <a:bodyPr anchor="t">
            <a:normAutofit/>
          </a:bodyPr>
          <a:lstStyle/>
          <a:p>
            <a:r>
              <a:rPr lang="en-US" altLang="es-MX" sz="2000">
                <a:solidFill>
                  <a:schemeClr val="bg1"/>
                </a:solidFill>
              </a:rPr>
              <a:t>Slicing arrays is almost the same as slicing lists, except you can specify multiple dimensions</a:t>
            </a:r>
          </a:p>
          <a:p>
            <a:endParaRPr lang="en-US" altLang="es-MX" sz="2000">
              <a:solidFill>
                <a:schemeClr val="bg1"/>
              </a:solidFill>
            </a:endParaRPr>
          </a:p>
        </p:txBody>
      </p:sp>
      <p:pic>
        <p:nvPicPr>
          <p:cNvPr id="5122" name="Picture 2">
            <a:extLst>
              <a:ext uri="{FF2B5EF4-FFF2-40B4-BE49-F238E27FC236}">
                <a16:creationId xmlns:a16="http://schemas.microsoft.com/office/drawing/2014/main" id="{EE958806-D2AF-4034-9662-8F38F52BB0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5122116" y="1494868"/>
            <a:ext cx="6631603" cy="32900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0" name="Rectangle 199">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34" name="Title 1">
            <a:extLst>
              <a:ext uri="{FF2B5EF4-FFF2-40B4-BE49-F238E27FC236}">
                <a16:creationId xmlns:a16="http://schemas.microsoft.com/office/drawing/2014/main" id="{95FCAE78-BC61-4492-8784-0D2BB87B666A}"/>
              </a:ext>
            </a:extLst>
          </p:cNvPr>
          <p:cNvSpPr>
            <a:spLocks noGrp="1"/>
          </p:cNvSpPr>
          <p:nvPr>
            <p:ph type="title"/>
          </p:nvPr>
        </p:nvSpPr>
        <p:spPr>
          <a:xfrm>
            <a:off x="8643193" y="489507"/>
            <a:ext cx="3091607" cy="1655483"/>
          </a:xfrm>
        </p:spPr>
        <p:txBody>
          <a:bodyPr anchor="b">
            <a:normAutofit/>
          </a:bodyPr>
          <a:lstStyle/>
          <a:p>
            <a:r>
              <a:rPr lang="en-US" altLang="es-MX" sz="4000"/>
              <a:t>Examples: Slicing arrays</a:t>
            </a:r>
          </a:p>
        </p:txBody>
      </p:sp>
      <p:pic>
        <p:nvPicPr>
          <p:cNvPr id="4098" name="Picture 2" descr="Two cool features of Python NumPy: Mutating by slicing and Broadcasting |  by Tirthajyoti Sarkar | Towards Data Science">
            <a:extLst>
              <a:ext uri="{FF2B5EF4-FFF2-40B4-BE49-F238E27FC236}">
                <a16:creationId xmlns:a16="http://schemas.microsoft.com/office/drawing/2014/main" id="{9E528D51-37E2-40F6-9685-DF29695988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91" r="9546"/>
          <a:stretch/>
        </p:blipFill>
        <p:spPr bwMode="auto">
          <a:xfrm>
            <a:off x="20" y="431"/>
            <a:ext cx="8115280" cy="6408311"/>
          </a:xfrm>
          <a:prstGeom prst="rect">
            <a:avLst/>
          </a:prstGeom>
          <a:noFill/>
          <a:extLst>
            <a:ext uri="{909E8E84-426E-40DD-AFC4-6F175D3DCCD1}">
              <a14:hiddenFill xmlns:a14="http://schemas.microsoft.com/office/drawing/2010/main">
                <a:solidFill>
                  <a:srgbClr val="FFFFFF"/>
                </a:solidFill>
              </a14:hiddenFill>
            </a:ext>
          </a:extLst>
        </p:spPr>
      </p:pic>
      <p:sp>
        <p:nvSpPr>
          <p:cNvPr id="18435" name="Content Placeholder 2">
            <a:extLst>
              <a:ext uri="{FF2B5EF4-FFF2-40B4-BE49-F238E27FC236}">
                <a16:creationId xmlns:a16="http://schemas.microsoft.com/office/drawing/2014/main" id="{548261F9-BD52-4D0E-9701-176A9FF8FC58}"/>
              </a:ext>
            </a:extLst>
          </p:cNvPr>
          <p:cNvSpPr>
            <a:spLocks noGrp="1"/>
          </p:cNvSpPr>
          <p:nvPr>
            <p:ph idx="1"/>
          </p:nvPr>
        </p:nvSpPr>
        <p:spPr>
          <a:xfrm>
            <a:off x="8643193" y="2418408"/>
            <a:ext cx="2942813" cy="3540265"/>
          </a:xfrm>
        </p:spPr>
        <p:txBody>
          <a:bodyPr>
            <a:normAutofit/>
          </a:bodyPr>
          <a:lstStyle/>
          <a:p>
            <a:pPr marL="0" indent="0">
              <a:buNone/>
            </a:pPr>
            <a:r>
              <a:rPr lang="en-US" altLang="es-MX" sz="2000" dirty="0">
                <a:latin typeface="Courier New" panose="02070309020205020404" pitchFamily="49" charset="0"/>
                <a:cs typeface="Courier New" panose="02070309020205020404" pitchFamily="49" charset="0"/>
              </a:rPr>
              <a:t>a[1]</a:t>
            </a:r>
          </a:p>
          <a:p>
            <a:pPr marL="0" indent="0">
              <a:buNone/>
            </a:pPr>
            <a:r>
              <a:rPr lang="en-US" altLang="es-MX" sz="2000" dirty="0">
                <a:latin typeface="Courier New" panose="02070309020205020404" pitchFamily="49" charset="0"/>
                <a:cs typeface="Courier New" panose="02070309020205020404" pitchFamily="49" charset="0"/>
              </a:rPr>
              <a:t>a[1,:]</a:t>
            </a:r>
          </a:p>
          <a:p>
            <a:pPr marL="0" indent="0">
              <a:buNone/>
            </a:pPr>
            <a:r>
              <a:rPr lang="en-US" altLang="es-MX" sz="2000" dirty="0">
                <a:latin typeface="Courier New" panose="02070309020205020404" pitchFamily="49" charset="0"/>
                <a:cs typeface="Courier New" panose="02070309020205020404" pitchFamily="49" charset="0"/>
              </a:rPr>
              <a:t>a[1,1:]</a:t>
            </a:r>
          </a:p>
          <a:p>
            <a:pPr marL="0" indent="0">
              <a:buNone/>
            </a:pPr>
            <a:r>
              <a:rPr lang="en-US" altLang="es-MX" sz="2000" dirty="0">
                <a:latin typeface="Courier New" panose="02070309020205020404" pitchFamily="49" charset="0"/>
                <a:cs typeface="Courier New" panose="02070309020205020404" pitchFamily="49" charset="0"/>
              </a:rPr>
              <a:t>a[:1,1:]</a:t>
            </a:r>
          </a:p>
          <a:p>
            <a:endParaRPr lang="en-US" altLang="es-MX" sz="2000" dirty="0"/>
          </a:p>
        </p:txBody>
      </p:sp>
      <p:sp>
        <p:nvSpPr>
          <p:cNvPr id="202" name="Rectangle 201">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572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 name="Rectangle 203">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6408742"/>
            <a:ext cx="8115300" cy="4492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458" name="Title 1">
            <a:extLst>
              <a:ext uri="{FF2B5EF4-FFF2-40B4-BE49-F238E27FC236}">
                <a16:creationId xmlns:a16="http://schemas.microsoft.com/office/drawing/2014/main" id="{439046BC-42A7-4D2C-8023-8EE14D4D1D62}"/>
              </a:ext>
            </a:extLst>
          </p:cNvPr>
          <p:cNvSpPr>
            <a:spLocks noGrp="1"/>
          </p:cNvSpPr>
          <p:nvPr>
            <p:ph type="title"/>
          </p:nvPr>
        </p:nvSpPr>
        <p:spPr>
          <a:xfrm>
            <a:off x="914402" y="489508"/>
            <a:ext cx="5181597" cy="1655482"/>
          </a:xfrm>
        </p:spPr>
        <p:txBody>
          <a:bodyPr anchor="b">
            <a:normAutofit/>
          </a:bodyPr>
          <a:lstStyle/>
          <a:p>
            <a:pPr algn="r"/>
            <a:r>
              <a:rPr lang="en-US" altLang="es-MX" sz="4000"/>
              <a:t>Some ndarray methods</a:t>
            </a:r>
          </a:p>
        </p:txBody>
      </p:sp>
      <p:sp>
        <p:nvSpPr>
          <p:cNvPr id="19459" name="Content Placeholder 2">
            <a:extLst>
              <a:ext uri="{FF2B5EF4-FFF2-40B4-BE49-F238E27FC236}">
                <a16:creationId xmlns:a16="http://schemas.microsoft.com/office/drawing/2014/main" id="{8B1FA021-4C69-4515-9A63-37F11B3B9B18}"/>
              </a:ext>
            </a:extLst>
          </p:cNvPr>
          <p:cNvSpPr>
            <a:spLocks noGrp="1"/>
          </p:cNvSpPr>
          <p:nvPr>
            <p:ph idx="1"/>
          </p:nvPr>
        </p:nvSpPr>
        <p:spPr>
          <a:xfrm>
            <a:off x="914402" y="2418408"/>
            <a:ext cx="5181598" cy="3409898"/>
          </a:xfrm>
        </p:spPr>
        <p:txBody>
          <a:bodyPr anchor="t">
            <a:normAutofit/>
          </a:bodyPr>
          <a:lstStyle/>
          <a:p>
            <a:pPr algn="r"/>
            <a:r>
              <a:rPr lang="en-US" altLang="es-MX" sz="2000">
                <a:latin typeface="Courier New" panose="02070309020205020404" pitchFamily="49" charset="0"/>
                <a:cs typeface="Courier New" panose="02070309020205020404" pitchFamily="49" charset="0"/>
              </a:rPr>
              <a:t>ndarray.tolist</a:t>
            </a:r>
            <a:r>
              <a:rPr lang="en-US" altLang="es-MX" sz="2000" dirty="0">
                <a:latin typeface="Courier New" panose="02070309020205020404" pitchFamily="49" charset="0"/>
                <a:cs typeface="Courier New" panose="02070309020205020404" pitchFamily="49" charset="0"/>
              </a:rPr>
              <a:t>()</a:t>
            </a:r>
            <a:endParaRPr lang="en-US" altLang="es-MX" sz="2000">
              <a:latin typeface="Courier New" panose="02070309020205020404" pitchFamily="49" charset="0"/>
              <a:cs typeface="Courier New" panose="02070309020205020404" pitchFamily="49" charset="0"/>
            </a:endParaRPr>
          </a:p>
          <a:p>
            <a:pPr lvl="1" algn="r"/>
            <a:r>
              <a:rPr lang="en-US" altLang="es-MX" sz="2000" dirty="0"/>
              <a:t>The contents of self as a nested list</a:t>
            </a:r>
            <a:endParaRPr lang="en-US" altLang="es-MX" sz="2000"/>
          </a:p>
          <a:p>
            <a:pPr algn="r"/>
            <a:r>
              <a:rPr lang="en-US" altLang="es-MX" sz="2000">
                <a:latin typeface="Courier New" panose="02070309020205020404" pitchFamily="49" charset="0"/>
                <a:cs typeface="Courier New" panose="02070309020205020404" pitchFamily="49" charset="0"/>
              </a:rPr>
              <a:t>ndarray.copy</a:t>
            </a:r>
            <a:r>
              <a:rPr lang="en-US" altLang="es-MX" sz="2000" dirty="0">
                <a:latin typeface="Courier New" panose="02070309020205020404" pitchFamily="49" charset="0"/>
                <a:cs typeface="Courier New" panose="02070309020205020404" pitchFamily="49" charset="0"/>
              </a:rPr>
              <a:t>()</a:t>
            </a:r>
            <a:endParaRPr lang="en-US" altLang="es-MX" sz="2000">
              <a:latin typeface="Courier New" panose="02070309020205020404" pitchFamily="49" charset="0"/>
              <a:cs typeface="Courier New" panose="02070309020205020404" pitchFamily="49" charset="0"/>
            </a:endParaRPr>
          </a:p>
          <a:p>
            <a:pPr lvl="1" algn="r"/>
            <a:r>
              <a:rPr lang="en-US" altLang="es-MX" sz="2000" dirty="0"/>
              <a:t>Return a copy of the array</a:t>
            </a:r>
            <a:endParaRPr lang="en-US" altLang="es-MX" sz="2000"/>
          </a:p>
          <a:p>
            <a:pPr algn="r"/>
            <a:r>
              <a:rPr lang="en-US" altLang="es-MX" sz="2000">
                <a:latin typeface="Courier New" panose="02070309020205020404" pitchFamily="49" charset="0"/>
                <a:cs typeface="Courier New" panose="02070309020205020404" pitchFamily="49" charset="0"/>
              </a:rPr>
              <a:t>ndarray.fill</a:t>
            </a:r>
            <a:r>
              <a:rPr lang="en-US" altLang="es-MX" sz="2000" dirty="0">
                <a:latin typeface="Courier New" panose="02070309020205020404" pitchFamily="49" charset="0"/>
                <a:cs typeface="Courier New" panose="02070309020205020404" pitchFamily="49" charset="0"/>
              </a:rPr>
              <a:t>(scalar)</a:t>
            </a:r>
            <a:endParaRPr lang="en-US" altLang="es-MX" sz="2000">
              <a:latin typeface="Courier New" panose="02070309020205020404" pitchFamily="49" charset="0"/>
              <a:cs typeface="Courier New" panose="02070309020205020404" pitchFamily="49" charset="0"/>
            </a:endParaRPr>
          </a:p>
          <a:p>
            <a:pPr lvl="1" algn="r"/>
            <a:r>
              <a:rPr lang="en-US" altLang="es-MX" sz="2000" dirty="0"/>
              <a:t>Fill an array with the scalar value</a:t>
            </a:r>
            <a:endParaRPr lang="en-US" altLang="es-MX" sz="2000"/>
          </a:p>
          <a:p>
            <a:pPr lvl="1" algn="r"/>
            <a:endParaRPr lang="en-US" altLang="es-MX" sz="2000"/>
          </a:p>
        </p:txBody>
      </p:sp>
      <p:pic>
        <p:nvPicPr>
          <p:cNvPr id="3074" name="Picture 2" descr="A Visual Intro to NumPy and Data Representation – Jay Alammar – Visualizing  machine learning one concept at a time.">
            <a:extLst>
              <a:ext uri="{FF2B5EF4-FFF2-40B4-BE49-F238E27FC236}">
                <a16:creationId xmlns:a16="http://schemas.microsoft.com/office/drawing/2014/main" id="{CA4277A1-E04F-404B-BAC8-C524C370391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675120" y="2461550"/>
            <a:ext cx="4957638" cy="1549261"/>
          </a:xfrm>
          <a:prstGeom prst="rect">
            <a:avLst/>
          </a:prstGeom>
          <a:noFill/>
          <a:extLst>
            <a:ext uri="{909E8E84-426E-40DD-AFC4-6F175D3DCCD1}">
              <a14:hiddenFill xmlns:a14="http://schemas.microsoft.com/office/drawing/2010/main">
                <a:solidFill>
                  <a:srgbClr val="FFFFFF"/>
                </a:solidFill>
              </a14:hiddenFill>
            </a:ext>
          </a:extLst>
        </p:spPr>
      </p:pic>
      <p:sp>
        <p:nvSpPr>
          <p:cNvPr id="139" name="Rectangle 138">
            <a:extLst>
              <a:ext uri="{FF2B5EF4-FFF2-40B4-BE49-F238E27FC236}">
                <a16:creationId xmlns:a16="http://schemas.microsoft.com/office/drawing/2014/main" id="{A344AAA5-41F4-4862-97EF-688D31DC7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85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 name="Rectangle 140">
            <a:extLst>
              <a:ext uri="{FF2B5EF4-FFF2-40B4-BE49-F238E27FC236}">
                <a16:creationId xmlns:a16="http://schemas.microsoft.com/office/drawing/2014/main" id="{69E1A62C-2AAF-4B3E-8CDB-65E237080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26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82" name="Title 1">
            <a:extLst>
              <a:ext uri="{FF2B5EF4-FFF2-40B4-BE49-F238E27FC236}">
                <a16:creationId xmlns:a16="http://schemas.microsoft.com/office/drawing/2014/main" id="{54BF9F38-A516-4A38-8317-C11A692FAAA6}"/>
              </a:ext>
            </a:extLst>
          </p:cNvPr>
          <p:cNvSpPr>
            <a:spLocks noGrp="1"/>
          </p:cNvSpPr>
          <p:nvPr>
            <p:ph type="title"/>
          </p:nvPr>
        </p:nvSpPr>
        <p:spPr>
          <a:xfrm>
            <a:off x="838200" y="1412488"/>
            <a:ext cx="2899189" cy="4363844"/>
          </a:xfrm>
        </p:spPr>
        <p:txBody>
          <a:bodyPr anchor="t">
            <a:normAutofit/>
          </a:bodyPr>
          <a:lstStyle/>
          <a:p>
            <a:r>
              <a:rPr lang="en-US" altLang="es-MX" sz="4000">
                <a:solidFill>
                  <a:srgbClr val="FFFFFF"/>
                </a:solidFill>
              </a:rPr>
              <a:t>Some NumPy functions</a:t>
            </a:r>
          </a:p>
        </p:txBody>
      </p:sp>
      <p:sp>
        <p:nvSpPr>
          <p:cNvPr id="20483" name="Content Placeholder 2">
            <a:extLst>
              <a:ext uri="{FF2B5EF4-FFF2-40B4-BE49-F238E27FC236}">
                <a16:creationId xmlns:a16="http://schemas.microsoft.com/office/drawing/2014/main" id="{87DFF521-875D-4627-9E99-B746FF31D5C0}"/>
              </a:ext>
            </a:extLst>
          </p:cNvPr>
          <p:cNvSpPr>
            <a:spLocks noGrp="1"/>
          </p:cNvSpPr>
          <p:nvPr>
            <p:ph sz="half" idx="1"/>
          </p:nvPr>
        </p:nvSpPr>
        <p:spPr>
          <a:xfrm>
            <a:off x="4380855" y="1412489"/>
            <a:ext cx="3427283" cy="4363844"/>
          </a:xfrm>
        </p:spPr>
        <p:txBody>
          <a:bodyPr>
            <a:normAutofit/>
          </a:bodyPr>
          <a:lstStyle/>
          <a:p>
            <a:pPr lvl="1"/>
            <a:r>
              <a:rPr lang="en-US" altLang="es-MX" sz="2000" dirty="0">
                <a:latin typeface="Courier New" panose="02070309020205020404" pitchFamily="49" charset="0"/>
                <a:cs typeface="Courier New" panose="02070309020205020404" pitchFamily="49" charset="0"/>
              </a:rPr>
              <a:t>abs()</a:t>
            </a:r>
          </a:p>
          <a:p>
            <a:pPr lvl="1"/>
            <a:r>
              <a:rPr lang="en-US" altLang="es-MX" sz="2000" dirty="0">
                <a:latin typeface="Courier New" panose="02070309020205020404" pitchFamily="49" charset="0"/>
                <a:cs typeface="Courier New" panose="02070309020205020404" pitchFamily="49" charset="0"/>
              </a:rPr>
              <a:t>add()</a:t>
            </a:r>
          </a:p>
          <a:p>
            <a:pPr lvl="1"/>
            <a:r>
              <a:rPr lang="en-US" altLang="es-MX" sz="2000" dirty="0">
                <a:latin typeface="Courier New" panose="02070309020205020404" pitchFamily="49" charset="0"/>
                <a:cs typeface="Courier New" panose="02070309020205020404" pitchFamily="49" charset="0"/>
              </a:rPr>
              <a:t>binomial()</a:t>
            </a:r>
          </a:p>
          <a:p>
            <a:pPr lvl="1"/>
            <a:r>
              <a:rPr lang="en-US" altLang="es-MX" sz="2000" dirty="0" err="1">
                <a:latin typeface="Courier New" panose="02070309020205020404" pitchFamily="49" charset="0"/>
                <a:cs typeface="Courier New" panose="02070309020205020404" pitchFamily="49" charset="0"/>
              </a:rPr>
              <a:t>cumprod</a:t>
            </a:r>
            <a:r>
              <a:rPr lang="en-US" altLang="es-MX" sz="2000" dirty="0">
                <a:latin typeface="Courier New" panose="02070309020205020404" pitchFamily="49" charset="0"/>
                <a:cs typeface="Courier New" panose="02070309020205020404" pitchFamily="49" charset="0"/>
              </a:rPr>
              <a:t>()</a:t>
            </a:r>
          </a:p>
          <a:p>
            <a:pPr lvl="1"/>
            <a:r>
              <a:rPr lang="en-US" altLang="es-MX" sz="2000" dirty="0" err="1">
                <a:latin typeface="Courier New" panose="02070309020205020404" pitchFamily="49" charset="0"/>
                <a:cs typeface="Courier New" panose="02070309020205020404" pitchFamily="49" charset="0"/>
              </a:rPr>
              <a:t>cumsum</a:t>
            </a:r>
            <a:r>
              <a:rPr lang="en-US" altLang="es-MX" sz="2000" dirty="0">
                <a:latin typeface="Courier New" panose="02070309020205020404" pitchFamily="49" charset="0"/>
                <a:cs typeface="Courier New" panose="02070309020205020404" pitchFamily="49" charset="0"/>
              </a:rPr>
              <a:t>()</a:t>
            </a:r>
          </a:p>
          <a:p>
            <a:pPr lvl="1"/>
            <a:r>
              <a:rPr lang="en-US" altLang="es-MX" sz="2000" dirty="0">
                <a:latin typeface="Courier New" panose="02070309020205020404" pitchFamily="49" charset="0"/>
                <a:cs typeface="Courier New" panose="02070309020205020404" pitchFamily="49" charset="0"/>
              </a:rPr>
              <a:t>floor()</a:t>
            </a:r>
          </a:p>
          <a:p>
            <a:pPr lvl="1"/>
            <a:r>
              <a:rPr lang="en-US" altLang="es-MX" sz="2000" dirty="0">
                <a:latin typeface="Courier New" panose="02070309020205020404" pitchFamily="49" charset="0"/>
                <a:cs typeface="Courier New" panose="02070309020205020404" pitchFamily="49" charset="0"/>
              </a:rPr>
              <a:t>histogram()</a:t>
            </a:r>
          </a:p>
        </p:txBody>
      </p:sp>
      <p:cxnSp>
        <p:nvCxnSpPr>
          <p:cNvPr id="75" name="Straight Connector 7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484" name="Content Placeholder 6">
            <a:extLst>
              <a:ext uri="{FF2B5EF4-FFF2-40B4-BE49-F238E27FC236}">
                <a16:creationId xmlns:a16="http://schemas.microsoft.com/office/drawing/2014/main" id="{64855223-2104-4353-92F7-6D747FBA4441}"/>
              </a:ext>
            </a:extLst>
          </p:cNvPr>
          <p:cNvSpPr>
            <a:spLocks noGrp="1"/>
          </p:cNvSpPr>
          <p:nvPr>
            <p:ph sz="half" idx="2"/>
          </p:nvPr>
        </p:nvSpPr>
        <p:spPr>
          <a:xfrm>
            <a:off x="8451604" y="1412489"/>
            <a:ext cx="3197701" cy="4363844"/>
          </a:xfrm>
        </p:spPr>
        <p:txBody>
          <a:bodyPr>
            <a:normAutofit/>
          </a:bodyPr>
          <a:lstStyle/>
          <a:p>
            <a:r>
              <a:rPr lang="en-US" altLang="es-MX" sz="2000" dirty="0">
                <a:latin typeface="Courier New" panose="02070309020205020404" pitchFamily="49" charset="0"/>
                <a:cs typeface="Courier New" panose="02070309020205020404" pitchFamily="49" charset="0"/>
              </a:rPr>
              <a:t>min()</a:t>
            </a:r>
          </a:p>
          <a:p>
            <a:r>
              <a:rPr lang="en-US" altLang="es-MX" sz="2000" dirty="0">
                <a:latin typeface="Courier New" panose="02070309020205020404" pitchFamily="49" charset="0"/>
                <a:cs typeface="Courier New" panose="02070309020205020404" pitchFamily="49" charset="0"/>
              </a:rPr>
              <a:t>max()</a:t>
            </a:r>
          </a:p>
          <a:p>
            <a:r>
              <a:rPr lang="en-US" altLang="es-MX" sz="2000" dirty="0" err="1">
                <a:latin typeface="Courier New" panose="02070309020205020404" pitchFamily="49" charset="0"/>
                <a:cs typeface="Courier New" panose="02070309020205020404" pitchFamily="49" charset="0"/>
              </a:rPr>
              <a:t>multipy</a:t>
            </a:r>
            <a:r>
              <a:rPr lang="en-US" altLang="es-MX" sz="2000" dirty="0">
                <a:latin typeface="Courier New" panose="02070309020205020404" pitchFamily="49" charset="0"/>
                <a:cs typeface="Courier New" panose="02070309020205020404" pitchFamily="49" charset="0"/>
              </a:rPr>
              <a:t>()</a:t>
            </a:r>
          </a:p>
          <a:p>
            <a:r>
              <a:rPr lang="en-US" altLang="es-MX" sz="2000" dirty="0" err="1">
                <a:latin typeface="Courier New" panose="02070309020205020404" pitchFamily="49" charset="0"/>
                <a:cs typeface="Courier New" panose="02070309020205020404" pitchFamily="49" charset="0"/>
              </a:rPr>
              <a:t>polyfit</a:t>
            </a:r>
            <a:r>
              <a:rPr lang="en-US" altLang="es-MX" sz="2000" dirty="0">
                <a:latin typeface="Courier New" panose="02070309020205020404" pitchFamily="49" charset="0"/>
                <a:cs typeface="Courier New" panose="02070309020205020404" pitchFamily="49" charset="0"/>
              </a:rPr>
              <a:t>()</a:t>
            </a:r>
          </a:p>
          <a:p>
            <a:r>
              <a:rPr lang="en-US" altLang="es-MX" sz="2000" dirty="0" err="1">
                <a:latin typeface="Courier New" panose="02070309020205020404" pitchFamily="49" charset="0"/>
                <a:cs typeface="Courier New" panose="02070309020205020404" pitchFamily="49" charset="0"/>
              </a:rPr>
              <a:t>randint</a:t>
            </a:r>
            <a:r>
              <a:rPr lang="en-US" altLang="es-MX" sz="2000" dirty="0">
                <a:latin typeface="Courier New" panose="02070309020205020404" pitchFamily="49" charset="0"/>
                <a:cs typeface="Courier New" panose="02070309020205020404" pitchFamily="49" charset="0"/>
              </a:rPr>
              <a:t>()</a:t>
            </a:r>
          </a:p>
          <a:p>
            <a:r>
              <a:rPr lang="en-US" altLang="es-MX" sz="2000" dirty="0">
                <a:latin typeface="Courier New" panose="02070309020205020404" pitchFamily="49" charset="0"/>
                <a:cs typeface="Courier New" panose="02070309020205020404" pitchFamily="49" charset="0"/>
              </a:rPr>
              <a:t>shuffle()</a:t>
            </a:r>
          </a:p>
          <a:p>
            <a:r>
              <a:rPr lang="en-US" altLang="es-MX" sz="2000" dirty="0">
                <a:latin typeface="Courier New" panose="02070309020205020404" pitchFamily="49" charset="0"/>
                <a:cs typeface="Courier New" panose="02070309020205020404" pitchFamily="49" charset="0"/>
              </a:rPr>
              <a:t>transpose()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4">
            <a:extLst>
              <a:ext uri="{FF2B5EF4-FFF2-40B4-BE49-F238E27FC236}">
                <a16:creationId xmlns:a16="http://schemas.microsoft.com/office/drawing/2014/main" id="{A46D6B96-3C67-4DE2-8AF4-A59F8C95EB59}"/>
              </a:ext>
            </a:extLst>
          </p:cNvPr>
          <p:cNvSpPr>
            <a:spLocks noGrp="1"/>
          </p:cNvSpPr>
          <p:nvPr>
            <p:ph type="title"/>
          </p:nvPr>
        </p:nvSpPr>
        <p:spPr>
          <a:xfrm>
            <a:off x="1371599" y="294538"/>
            <a:ext cx="9895951" cy="1033669"/>
          </a:xfrm>
        </p:spPr>
        <p:txBody>
          <a:bodyPr>
            <a:normAutofit/>
          </a:bodyPr>
          <a:lstStyle/>
          <a:p>
            <a:r>
              <a:rPr lang="es-MX" sz="4000" dirty="0" err="1">
                <a:solidFill>
                  <a:srgbClr val="FFFFFF"/>
                </a:solidFill>
              </a:rPr>
              <a:t>Saving</a:t>
            </a:r>
            <a:r>
              <a:rPr lang="es-MX" sz="4000" dirty="0">
                <a:solidFill>
                  <a:srgbClr val="FFFFFF"/>
                </a:solidFill>
              </a:rPr>
              <a:t> </a:t>
            </a:r>
            <a:r>
              <a:rPr lang="es-MX" sz="4000" dirty="0" err="1">
                <a:solidFill>
                  <a:srgbClr val="FFFFFF"/>
                </a:solidFill>
              </a:rPr>
              <a:t>NumPy</a:t>
            </a:r>
            <a:r>
              <a:rPr lang="es-MX" sz="4000" dirty="0">
                <a:solidFill>
                  <a:srgbClr val="FFFFFF"/>
                </a:solidFill>
              </a:rPr>
              <a:t> array</a:t>
            </a:r>
          </a:p>
        </p:txBody>
      </p:sp>
      <p:sp>
        <p:nvSpPr>
          <p:cNvPr id="6" name="Marcador de contenido 5">
            <a:extLst>
              <a:ext uri="{FF2B5EF4-FFF2-40B4-BE49-F238E27FC236}">
                <a16:creationId xmlns:a16="http://schemas.microsoft.com/office/drawing/2014/main" id="{8ECBF857-C660-4040-973A-9D16B1D7490A}"/>
              </a:ext>
            </a:extLst>
          </p:cNvPr>
          <p:cNvSpPr>
            <a:spLocks noGrp="1"/>
          </p:cNvSpPr>
          <p:nvPr>
            <p:ph idx="1"/>
          </p:nvPr>
        </p:nvSpPr>
        <p:spPr>
          <a:xfrm>
            <a:off x="1371599" y="2318197"/>
            <a:ext cx="9724031" cy="3683358"/>
          </a:xfrm>
        </p:spPr>
        <p:txBody>
          <a:bodyPr anchor="ctr">
            <a:normAutofit/>
          </a:bodyPr>
          <a:lstStyle/>
          <a:p>
            <a:r>
              <a:rPr lang="en-US" sz="2000" dirty="0"/>
              <a:t>Save NumPy Array to .CSV File (ASCII)</a:t>
            </a:r>
          </a:p>
          <a:p>
            <a:pPr marL="0" indent="0">
              <a:buNone/>
            </a:pPr>
            <a:r>
              <a:rPr lang="es-MX" sz="2000" dirty="0">
                <a:latin typeface="Courier New" panose="02070309020205020404" pitchFamily="49" charset="0"/>
                <a:cs typeface="Courier New" panose="02070309020205020404" pitchFamily="49" charset="0"/>
              </a:rPr>
              <a:t># </a:t>
            </a:r>
            <a:r>
              <a:rPr lang="es-MX" sz="2000" dirty="0" err="1">
                <a:latin typeface="Courier New" panose="02070309020205020404" pitchFamily="49" charset="0"/>
                <a:cs typeface="Courier New" panose="02070309020205020404" pitchFamily="49" charset="0"/>
              </a:rPr>
              <a:t>save</a:t>
            </a:r>
            <a:r>
              <a:rPr lang="es-MX" sz="2000" dirty="0">
                <a:latin typeface="Courier New" panose="02070309020205020404" pitchFamily="49" charset="0"/>
                <a:cs typeface="Courier New" panose="02070309020205020404" pitchFamily="49" charset="0"/>
              </a:rPr>
              <a:t> </a:t>
            </a:r>
            <a:r>
              <a:rPr lang="es-MX" sz="2000" dirty="0" err="1">
                <a:latin typeface="Courier New" panose="02070309020205020404" pitchFamily="49" charset="0"/>
                <a:cs typeface="Courier New" panose="02070309020205020404" pitchFamily="49" charset="0"/>
              </a:rPr>
              <a:t>numpy</a:t>
            </a:r>
            <a:r>
              <a:rPr lang="es-MX" sz="2000" dirty="0">
                <a:latin typeface="Courier New" panose="02070309020205020404" pitchFamily="49" charset="0"/>
                <a:cs typeface="Courier New" panose="02070309020205020404" pitchFamily="49" charset="0"/>
              </a:rPr>
              <a:t> array as </a:t>
            </a:r>
            <a:r>
              <a:rPr lang="es-MX" sz="2000" dirty="0" err="1">
                <a:latin typeface="Courier New" panose="02070309020205020404" pitchFamily="49" charset="0"/>
                <a:cs typeface="Courier New" panose="02070309020205020404" pitchFamily="49" charset="0"/>
              </a:rPr>
              <a:t>csv</a:t>
            </a:r>
            <a:r>
              <a:rPr lang="es-MX" sz="2000" dirty="0">
                <a:latin typeface="Courier New" panose="02070309020205020404" pitchFamily="49" charset="0"/>
                <a:cs typeface="Courier New" panose="02070309020205020404" pitchFamily="49" charset="0"/>
              </a:rPr>
              <a:t> file</a:t>
            </a:r>
          </a:p>
          <a:p>
            <a:pPr marL="0" indent="0">
              <a:buNone/>
            </a:pPr>
            <a:r>
              <a:rPr lang="es-MX" sz="2000" dirty="0" err="1">
                <a:latin typeface="Courier New" panose="02070309020205020404" pitchFamily="49" charset="0"/>
                <a:cs typeface="Courier New" panose="02070309020205020404" pitchFamily="49" charset="0"/>
              </a:rPr>
              <a:t>from</a:t>
            </a:r>
            <a:r>
              <a:rPr lang="es-MX" sz="2000" dirty="0">
                <a:latin typeface="Courier New" panose="02070309020205020404" pitchFamily="49" charset="0"/>
                <a:cs typeface="Courier New" panose="02070309020205020404" pitchFamily="49" charset="0"/>
              </a:rPr>
              <a:t> </a:t>
            </a:r>
            <a:r>
              <a:rPr lang="es-MX" sz="2000" dirty="0" err="1">
                <a:latin typeface="Courier New" panose="02070309020205020404" pitchFamily="49" charset="0"/>
                <a:cs typeface="Courier New" panose="02070309020205020404" pitchFamily="49" charset="0"/>
              </a:rPr>
              <a:t>numpy</a:t>
            </a:r>
            <a:r>
              <a:rPr lang="es-MX" sz="2000" dirty="0">
                <a:latin typeface="Courier New" panose="02070309020205020404" pitchFamily="49" charset="0"/>
                <a:cs typeface="Courier New" panose="02070309020205020404" pitchFamily="49" charset="0"/>
              </a:rPr>
              <a:t> </a:t>
            </a:r>
            <a:r>
              <a:rPr lang="es-MX" sz="2000" dirty="0" err="1">
                <a:latin typeface="Courier New" panose="02070309020205020404" pitchFamily="49" charset="0"/>
                <a:cs typeface="Courier New" panose="02070309020205020404" pitchFamily="49" charset="0"/>
              </a:rPr>
              <a:t>import</a:t>
            </a:r>
            <a:r>
              <a:rPr lang="es-MX" sz="2000" dirty="0">
                <a:latin typeface="Courier New" panose="02070309020205020404" pitchFamily="49" charset="0"/>
                <a:cs typeface="Courier New" panose="02070309020205020404" pitchFamily="49" charset="0"/>
              </a:rPr>
              <a:t> </a:t>
            </a:r>
            <a:r>
              <a:rPr lang="es-MX" sz="2000" dirty="0" err="1">
                <a:latin typeface="Courier New" panose="02070309020205020404" pitchFamily="49" charset="0"/>
                <a:cs typeface="Courier New" panose="02070309020205020404" pitchFamily="49" charset="0"/>
              </a:rPr>
              <a:t>asarray</a:t>
            </a:r>
            <a:endParaRPr lang="es-MX" sz="2000" dirty="0">
              <a:latin typeface="Courier New" panose="02070309020205020404" pitchFamily="49" charset="0"/>
              <a:cs typeface="Courier New" panose="02070309020205020404" pitchFamily="49" charset="0"/>
            </a:endParaRPr>
          </a:p>
          <a:p>
            <a:pPr marL="0" indent="0">
              <a:buNone/>
            </a:pPr>
            <a:r>
              <a:rPr lang="es-MX" sz="2000" dirty="0" err="1">
                <a:latin typeface="Courier New" panose="02070309020205020404" pitchFamily="49" charset="0"/>
                <a:cs typeface="Courier New" panose="02070309020205020404" pitchFamily="49" charset="0"/>
              </a:rPr>
              <a:t>from</a:t>
            </a:r>
            <a:r>
              <a:rPr lang="es-MX" sz="2000" dirty="0">
                <a:latin typeface="Courier New" panose="02070309020205020404" pitchFamily="49" charset="0"/>
                <a:cs typeface="Courier New" panose="02070309020205020404" pitchFamily="49" charset="0"/>
              </a:rPr>
              <a:t> </a:t>
            </a:r>
            <a:r>
              <a:rPr lang="es-MX" sz="2000" dirty="0" err="1">
                <a:latin typeface="Courier New" panose="02070309020205020404" pitchFamily="49" charset="0"/>
                <a:cs typeface="Courier New" panose="02070309020205020404" pitchFamily="49" charset="0"/>
              </a:rPr>
              <a:t>numpy</a:t>
            </a:r>
            <a:r>
              <a:rPr lang="es-MX" sz="2000" dirty="0">
                <a:latin typeface="Courier New" panose="02070309020205020404" pitchFamily="49" charset="0"/>
                <a:cs typeface="Courier New" panose="02070309020205020404" pitchFamily="49" charset="0"/>
              </a:rPr>
              <a:t> </a:t>
            </a:r>
            <a:r>
              <a:rPr lang="es-MX" sz="2000" dirty="0" err="1">
                <a:latin typeface="Courier New" panose="02070309020205020404" pitchFamily="49" charset="0"/>
                <a:cs typeface="Courier New" panose="02070309020205020404" pitchFamily="49" charset="0"/>
              </a:rPr>
              <a:t>import</a:t>
            </a:r>
            <a:r>
              <a:rPr lang="es-MX" sz="2000" dirty="0">
                <a:latin typeface="Courier New" panose="02070309020205020404" pitchFamily="49" charset="0"/>
                <a:cs typeface="Courier New" panose="02070309020205020404" pitchFamily="49" charset="0"/>
              </a:rPr>
              <a:t> </a:t>
            </a:r>
            <a:r>
              <a:rPr lang="es-MX" sz="2000" dirty="0" err="1">
                <a:latin typeface="Courier New" panose="02070309020205020404" pitchFamily="49" charset="0"/>
                <a:cs typeface="Courier New" panose="02070309020205020404" pitchFamily="49" charset="0"/>
              </a:rPr>
              <a:t>savetxt</a:t>
            </a:r>
            <a:endParaRPr lang="es-MX" sz="2000" dirty="0">
              <a:latin typeface="Courier New" panose="02070309020205020404" pitchFamily="49" charset="0"/>
              <a:cs typeface="Courier New" panose="02070309020205020404" pitchFamily="49" charset="0"/>
            </a:endParaRPr>
          </a:p>
          <a:p>
            <a:pPr marL="0" indent="0">
              <a:buNone/>
            </a:pPr>
            <a:r>
              <a:rPr lang="es-MX" sz="2000" dirty="0">
                <a:latin typeface="Courier New" panose="02070309020205020404" pitchFamily="49" charset="0"/>
                <a:cs typeface="Courier New" panose="02070309020205020404" pitchFamily="49" charset="0"/>
              </a:rPr>
              <a:t># define data</a:t>
            </a:r>
          </a:p>
          <a:p>
            <a:pPr marL="0" indent="0">
              <a:buNone/>
            </a:pPr>
            <a:r>
              <a:rPr lang="es-MX" sz="2000" dirty="0">
                <a:latin typeface="Courier New" panose="02070309020205020404" pitchFamily="49" charset="0"/>
                <a:cs typeface="Courier New" panose="02070309020205020404" pitchFamily="49" charset="0"/>
              </a:rPr>
              <a:t>data = </a:t>
            </a:r>
            <a:r>
              <a:rPr lang="es-MX" sz="2000" dirty="0" err="1">
                <a:latin typeface="Courier New" panose="02070309020205020404" pitchFamily="49" charset="0"/>
                <a:cs typeface="Courier New" panose="02070309020205020404" pitchFamily="49" charset="0"/>
              </a:rPr>
              <a:t>asarray</a:t>
            </a:r>
            <a:r>
              <a:rPr lang="es-MX" sz="2000" dirty="0">
                <a:latin typeface="Courier New" panose="02070309020205020404" pitchFamily="49" charset="0"/>
                <a:cs typeface="Courier New" panose="02070309020205020404" pitchFamily="49" charset="0"/>
              </a:rPr>
              <a:t>([[0, 1, 2, 3, 4, 5, 6, 7, 8, 9]])</a:t>
            </a:r>
          </a:p>
          <a:p>
            <a:pPr marL="0" indent="0">
              <a:buNone/>
            </a:pPr>
            <a:r>
              <a:rPr lang="es-MX" sz="2000" dirty="0">
                <a:latin typeface="Courier New" panose="02070309020205020404" pitchFamily="49" charset="0"/>
                <a:cs typeface="Courier New" panose="02070309020205020404" pitchFamily="49" charset="0"/>
              </a:rPr>
              <a:t># </a:t>
            </a:r>
            <a:r>
              <a:rPr lang="es-MX" sz="2000" dirty="0" err="1">
                <a:latin typeface="Courier New" panose="02070309020205020404" pitchFamily="49" charset="0"/>
                <a:cs typeface="Courier New" panose="02070309020205020404" pitchFamily="49" charset="0"/>
              </a:rPr>
              <a:t>save</a:t>
            </a:r>
            <a:r>
              <a:rPr lang="es-MX" sz="2000" dirty="0">
                <a:latin typeface="Courier New" panose="02070309020205020404" pitchFamily="49" charset="0"/>
                <a:cs typeface="Courier New" panose="02070309020205020404" pitchFamily="49" charset="0"/>
              </a:rPr>
              <a:t> </a:t>
            </a:r>
            <a:r>
              <a:rPr lang="es-MX" sz="2000" dirty="0" err="1">
                <a:latin typeface="Courier New" panose="02070309020205020404" pitchFamily="49" charset="0"/>
                <a:cs typeface="Courier New" panose="02070309020205020404" pitchFamily="49" charset="0"/>
              </a:rPr>
              <a:t>to</a:t>
            </a:r>
            <a:r>
              <a:rPr lang="es-MX" sz="2000" dirty="0">
                <a:latin typeface="Courier New" panose="02070309020205020404" pitchFamily="49" charset="0"/>
                <a:cs typeface="Courier New" panose="02070309020205020404" pitchFamily="49" charset="0"/>
              </a:rPr>
              <a:t> </a:t>
            </a:r>
            <a:r>
              <a:rPr lang="es-MX" sz="2000" dirty="0" err="1">
                <a:latin typeface="Courier New" panose="02070309020205020404" pitchFamily="49" charset="0"/>
                <a:cs typeface="Courier New" panose="02070309020205020404" pitchFamily="49" charset="0"/>
              </a:rPr>
              <a:t>csv</a:t>
            </a:r>
            <a:r>
              <a:rPr lang="es-MX" sz="2000" dirty="0">
                <a:latin typeface="Courier New" panose="02070309020205020404" pitchFamily="49" charset="0"/>
                <a:cs typeface="Courier New" panose="02070309020205020404" pitchFamily="49" charset="0"/>
              </a:rPr>
              <a:t> file</a:t>
            </a:r>
          </a:p>
          <a:p>
            <a:pPr marL="0" indent="0">
              <a:buNone/>
            </a:pPr>
            <a:r>
              <a:rPr lang="es-MX" sz="2000" dirty="0" err="1">
                <a:latin typeface="Courier New" panose="02070309020205020404" pitchFamily="49" charset="0"/>
                <a:cs typeface="Courier New" panose="02070309020205020404" pitchFamily="49" charset="0"/>
              </a:rPr>
              <a:t>savetxt</a:t>
            </a:r>
            <a:r>
              <a:rPr lang="es-MX" sz="2000" dirty="0">
                <a:latin typeface="Courier New" panose="02070309020205020404" pitchFamily="49" charset="0"/>
                <a:cs typeface="Courier New" panose="02070309020205020404" pitchFamily="49" charset="0"/>
              </a:rPr>
              <a:t>('data.csv', data, </a:t>
            </a:r>
            <a:r>
              <a:rPr lang="es-MX" sz="2000" dirty="0" err="1">
                <a:latin typeface="Courier New" panose="02070309020205020404" pitchFamily="49" charset="0"/>
                <a:cs typeface="Courier New" panose="02070309020205020404" pitchFamily="49" charset="0"/>
              </a:rPr>
              <a:t>delimiter</a:t>
            </a:r>
            <a:r>
              <a:rPr lang="es-MX" sz="20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142466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4">
            <a:extLst>
              <a:ext uri="{FF2B5EF4-FFF2-40B4-BE49-F238E27FC236}">
                <a16:creationId xmlns:a16="http://schemas.microsoft.com/office/drawing/2014/main" id="{A46D6B96-3C67-4DE2-8AF4-A59F8C95EB59}"/>
              </a:ext>
            </a:extLst>
          </p:cNvPr>
          <p:cNvSpPr>
            <a:spLocks noGrp="1"/>
          </p:cNvSpPr>
          <p:nvPr>
            <p:ph type="title"/>
          </p:nvPr>
        </p:nvSpPr>
        <p:spPr>
          <a:xfrm>
            <a:off x="1371599" y="294538"/>
            <a:ext cx="9895951" cy="1033669"/>
          </a:xfrm>
        </p:spPr>
        <p:txBody>
          <a:bodyPr>
            <a:normAutofit/>
          </a:bodyPr>
          <a:lstStyle/>
          <a:p>
            <a:r>
              <a:rPr lang="es-MX" sz="4000" dirty="0" err="1">
                <a:solidFill>
                  <a:srgbClr val="FFFFFF"/>
                </a:solidFill>
              </a:rPr>
              <a:t>Loading</a:t>
            </a:r>
            <a:r>
              <a:rPr lang="es-MX" sz="4000" dirty="0">
                <a:solidFill>
                  <a:srgbClr val="FFFFFF"/>
                </a:solidFill>
              </a:rPr>
              <a:t> </a:t>
            </a:r>
            <a:r>
              <a:rPr lang="es-MX" sz="4000" dirty="0" err="1">
                <a:solidFill>
                  <a:srgbClr val="FFFFFF"/>
                </a:solidFill>
              </a:rPr>
              <a:t>NumPy</a:t>
            </a:r>
            <a:r>
              <a:rPr lang="es-MX" sz="4000" dirty="0">
                <a:solidFill>
                  <a:srgbClr val="FFFFFF"/>
                </a:solidFill>
              </a:rPr>
              <a:t> array</a:t>
            </a:r>
          </a:p>
        </p:txBody>
      </p:sp>
      <p:sp>
        <p:nvSpPr>
          <p:cNvPr id="6" name="Marcador de contenido 5">
            <a:extLst>
              <a:ext uri="{FF2B5EF4-FFF2-40B4-BE49-F238E27FC236}">
                <a16:creationId xmlns:a16="http://schemas.microsoft.com/office/drawing/2014/main" id="{8ECBF857-C660-4040-973A-9D16B1D7490A}"/>
              </a:ext>
            </a:extLst>
          </p:cNvPr>
          <p:cNvSpPr>
            <a:spLocks noGrp="1"/>
          </p:cNvSpPr>
          <p:nvPr>
            <p:ph idx="1"/>
          </p:nvPr>
        </p:nvSpPr>
        <p:spPr>
          <a:xfrm>
            <a:off x="1371599" y="2318197"/>
            <a:ext cx="9724031" cy="3683358"/>
          </a:xfrm>
        </p:spPr>
        <p:txBody>
          <a:bodyPr anchor="ctr">
            <a:normAutofit/>
          </a:bodyPr>
          <a:lstStyle/>
          <a:p>
            <a:r>
              <a:rPr lang="en-US" sz="2000" dirty="0"/>
              <a:t>Load NumPy Array to .CSV File (ASCII)</a:t>
            </a:r>
          </a:p>
          <a:p>
            <a:pPr marL="0" indent="0">
              <a:buNone/>
            </a:pPr>
            <a:r>
              <a:rPr lang="en-US" sz="2000" dirty="0">
                <a:latin typeface="Courier New" panose="02070309020205020404" pitchFamily="49" charset="0"/>
                <a:cs typeface="Courier New" panose="02070309020205020404" pitchFamily="49" charset="0"/>
              </a:rPr>
              <a:t># load </a:t>
            </a:r>
            <a:r>
              <a:rPr lang="en-US" sz="2000" dirty="0" err="1">
                <a:latin typeface="Courier New" panose="02070309020205020404" pitchFamily="49" charset="0"/>
                <a:cs typeface="Courier New" panose="02070309020205020404" pitchFamily="49" charset="0"/>
              </a:rPr>
              <a:t>numpy</a:t>
            </a:r>
            <a:r>
              <a:rPr lang="en-US" sz="2000" dirty="0">
                <a:latin typeface="Courier New" panose="02070309020205020404" pitchFamily="49" charset="0"/>
                <a:cs typeface="Courier New" panose="02070309020205020404" pitchFamily="49" charset="0"/>
              </a:rPr>
              <a:t> array from csv file</a:t>
            </a:r>
          </a:p>
          <a:p>
            <a:pPr marL="0" indent="0">
              <a:buNone/>
            </a:pPr>
            <a:r>
              <a:rPr lang="en-US" sz="2000" dirty="0">
                <a:latin typeface="Courier New" panose="02070309020205020404" pitchFamily="49" charset="0"/>
                <a:cs typeface="Courier New" panose="02070309020205020404" pitchFamily="49" charset="0"/>
              </a:rPr>
              <a:t>from </a:t>
            </a:r>
            <a:r>
              <a:rPr lang="en-US" sz="2000" dirty="0" err="1">
                <a:latin typeface="Courier New" panose="02070309020205020404" pitchFamily="49" charset="0"/>
                <a:cs typeface="Courier New" panose="02070309020205020404" pitchFamily="49" charset="0"/>
              </a:rPr>
              <a:t>numpy</a:t>
            </a:r>
            <a:r>
              <a:rPr lang="en-US" sz="2000" dirty="0">
                <a:latin typeface="Courier New" panose="02070309020205020404" pitchFamily="49" charset="0"/>
                <a:cs typeface="Courier New" panose="02070309020205020404" pitchFamily="49" charset="0"/>
              </a:rPr>
              <a:t> import </a:t>
            </a:r>
            <a:r>
              <a:rPr lang="en-US" sz="2000" dirty="0" err="1">
                <a:latin typeface="Courier New" panose="02070309020205020404" pitchFamily="49" charset="0"/>
                <a:cs typeface="Courier New" panose="02070309020205020404" pitchFamily="49" charset="0"/>
              </a:rPr>
              <a:t>loadtxt</a:t>
            </a:r>
            <a:endParaRPr lang="en-US" sz="2000" dirty="0">
              <a:latin typeface="Courier New" panose="02070309020205020404" pitchFamily="49" charset="0"/>
              <a:cs typeface="Courier New" panose="02070309020205020404" pitchFamily="49" charset="0"/>
            </a:endParaRPr>
          </a:p>
          <a:p>
            <a:pPr marL="0" indent="0">
              <a:buNone/>
            </a:pPr>
            <a:r>
              <a:rPr lang="en-US" sz="2000" dirty="0">
                <a:latin typeface="Courier New" panose="02070309020205020404" pitchFamily="49" charset="0"/>
                <a:cs typeface="Courier New" panose="02070309020205020404" pitchFamily="49" charset="0"/>
              </a:rPr>
              <a:t># load array</a:t>
            </a:r>
          </a:p>
          <a:p>
            <a:pPr marL="0" indent="0">
              <a:buNone/>
            </a:pPr>
            <a:r>
              <a:rPr lang="en-US" sz="2000" dirty="0">
                <a:latin typeface="Courier New" panose="02070309020205020404" pitchFamily="49" charset="0"/>
                <a:cs typeface="Courier New" panose="02070309020205020404" pitchFamily="49" charset="0"/>
              </a:rPr>
              <a:t>data = </a:t>
            </a:r>
            <a:r>
              <a:rPr lang="en-US" sz="2000" dirty="0" err="1">
                <a:latin typeface="Courier New" panose="02070309020205020404" pitchFamily="49" charset="0"/>
                <a:cs typeface="Courier New" panose="02070309020205020404" pitchFamily="49" charset="0"/>
              </a:rPr>
              <a:t>loadtxt</a:t>
            </a:r>
            <a:r>
              <a:rPr lang="en-US" sz="2000" dirty="0">
                <a:latin typeface="Courier New" panose="02070309020205020404" pitchFamily="49" charset="0"/>
                <a:cs typeface="Courier New" panose="02070309020205020404" pitchFamily="49" charset="0"/>
              </a:rPr>
              <a:t>('data.csv', delimiter=',')</a:t>
            </a:r>
          </a:p>
          <a:p>
            <a:pPr marL="0" indent="0">
              <a:buNone/>
            </a:pPr>
            <a:r>
              <a:rPr lang="en-US" sz="2000" dirty="0">
                <a:latin typeface="Courier New" panose="02070309020205020404" pitchFamily="49" charset="0"/>
                <a:cs typeface="Courier New" panose="02070309020205020404" pitchFamily="49" charset="0"/>
              </a:rPr>
              <a:t># print the array</a:t>
            </a:r>
          </a:p>
          <a:p>
            <a:pPr marL="0" indent="0">
              <a:buNone/>
            </a:pPr>
            <a:r>
              <a:rPr lang="en-US" sz="2000" dirty="0">
                <a:latin typeface="Courier New" panose="02070309020205020404" pitchFamily="49" charset="0"/>
                <a:cs typeface="Courier New" panose="02070309020205020404" pitchFamily="49" charset="0"/>
              </a:rPr>
              <a:t>print(data)</a:t>
            </a:r>
            <a:endParaRPr lang="es-MX"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72834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4">
            <a:extLst>
              <a:ext uri="{FF2B5EF4-FFF2-40B4-BE49-F238E27FC236}">
                <a16:creationId xmlns:a16="http://schemas.microsoft.com/office/drawing/2014/main" id="{90002D91-E447-45BE-B29E-FC585637138A}"/>
              </a:ext>
            </a:extLst>
          </p:cNvPr>
          <p:cNvSpPr>
            <a:spLocks noGrp="1"/>
          </p:cNvSpPr>
          <p:nvPr>
            <p:ph type="title"/>
          </p:nvPr>
        </p:nvSpPr>
        <p:spPr>
          <a:xfrm>
            <a:off x="1371599" y="294538"/>
            <a:ext cx="9895951" cy="1033669"/>
          </a:xfrm>
        </p:spPr>
        <p:txBody>
          <a:bodyPr>
            <a:normAutofit/>
          </a:bodyPr>
          <a:lstStyle/>
          <a:p>
            <a:r>
              <a:rPr lang="es-MX" sz="4000" dirty="0">
                <a:solidFill>
                  <a:srgbClr val="FFFFFF"/>
                </a:solidFill>
              </a:rPr>
              <a:t>Actividad 1</a:t>
            </a:r>
          </a:p>
        </p:txBody>
      </p:sp>
      <p:sp>
        <p:nvSpPr>
          <p:cNvPr id="6" name="Marcador de contenido 5">
            <a:extLst>
              <a:ext uri="{FF2B5EF4-FFF2-40B4-BE49-F238E27FC236}">
                <a16:creationId xmlns:a16="http://schemas.microsoft.com/office/drawing/2014/main" id="{CAA3F82D-B942-44F3-A360-42D875789A1C}"/>
              </a:ext>
            </a:extLst>
          </p:cNvPr>
          <p:cNvSpPr>
            <a:spLocks noGrp="1"/>
          </p:cNvSpPr>
          <p:nvPr>
            <p:ph idx="1"/>
          </p:nvPr>
        </p:nvSpPr>
        <p:spPr>
          <a:xfrm>
            <a:off x="1371599" y="2318197"/>
            <a:ext cx="9724031" cy="3683358"/>
          </a:xfrm>
        </p:spPr>
        <p:txBody>
          <a:bodyPr anchor="ctr">
            <a:normAutofit/>
          </a:bodyPr>
          <a:lstStyle/>
          <a:p>
            <a:r>
              <a:rPr lang="es-MX" sz="1700" dirty="0"/>
              <a:t>Escribe un pequeño script en Python que encuentre los índices de los elementos que sean igual a cero en el siguiente array de </a:t>
            </a:r>
            <a:r>
              <a:rPr lang="es-MX" sz="1700" dirty="0" err="1"/>
              <a:t>NumPy</a:t>
            </a:r>
            <a:r>
              <a:rPr lang="es-MX" sz="1700" dirty="0"/>
              <a:t>:</a:t>
            </a:r>
          </a:p>
          <a:p>
            <a:pPr lvl="1"/>
            <a:r>
              <a:rPr lang="es-MX" sz="1700" dirty="0"/>
              <a:t>Array original: [1 4 0 2 7 9 0 3 0 0 8 0 5 6]</a:t>
            </a:r>
          </a:p>
        </p:txBody>
      </p:sp>
    </p:spTree>
    <p:extLst>
      <p:ext uri="{BB962C8B-B14F-4D97-AF65-F5344CB8AC3E}">
        <p14:creationId xmlns:p14="http://schemas.microsoft.com/office/powerpoint/2010/main" val="1722015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68A4132F-DEC6-4332-A00C-A11AD4519B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482" name="Picture 2" descr="Primeros pasos con Pandas - Adictos al trabajo Tutoriales">
            <a:extLst>
              <a:ext uri="{FF2B5EF4-FFF2-40B4-BE49-F238E27FC236}">
                <a16:creationId xmlns:a16="http://schemas.microsoft.com/office/drawing/2014/main" id="{42EC4AD8-59C2-4E48-AC5A-B5989AFE896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90796" y="1706212"/>
            <a:ext cx="4378880" cy="1773880"/>
          </a:xfrm>
          <a:prstGeom prst="rect">
            <a:avLst/>
          </a:prstGeom>
          <a:noFill/>
          <a:extLst>
            <a:ext uri="{909E8E84-426E-40DD-AFC4-6F175D3DCCD1}">
              <a14:hiddenFill xmlns:a14="http://schemas.microsoft.com/office/drawing/2010/main">
                <a:solidFill>
                  <a:srgbClr val="FFFFFF"/>
                </a:solidFill>
              </a14:hiddenFill>
            </a:ext>
          </a:extLst>
        </p:spPr>
      </p:pic>
      <p:sp>
        <p:nvSpPr>
          <p:cNvPr id="73" name="Freeform: Shape 72">
            <a:extLst>
              <a:ext uri="{FF2B5EF4-FFF2-40B4-BE49-F238E27FC236}">
                <a16:creationId xmlns:a16="http://schemas.microsoft.com/office/drawing/2014/main" id="{9B38642C-62C4-4E31-A5D3-BB1DD8CA3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663583" cy="6858478"/>
          </a:xfrm>
          <a:custGeom>
            <a:avLst/>
            <a:gdLst>
              <a:gd name="connsiteX0" fmla="*/ 0 w 8663583"/>
              <a:gd name="connsiteY0" fmla="*/ 0 h 6858478"/>
              <a:gd name="connsiteX1" fmla="*/ 480486 w 8663583"/>
              <a:gd name="connsiteY1" fmla="*/ 0 h 6858478"/>
              <a:gd name="connsiteX2" fmla="*/ 4415403 w 8663583"/>
              <a:gd name="connsiteY2" fmla="*/ 0 h 6858478"/>
              <a:gd name="connsiteX3" fmla="*/ 5481631 w 8663583"/>
              <a:gd name="connsiteY3" fmla="*/ 0 h 6858478"/>
              <a:gd name="connsiteX4" fmla="*/ 5487208 w 8663583"/>
              <a:gd name="connsiteY4" fmla="*/ 0 h 6858478"/>
              <a:gd name="connsiteX5" fmla="*/ 8663583 w 8663583"/>
              <a:gd name="connsiteY5" fmla="*/ 6858478 h 6858478"/>
              <a:gd name="connsiteX6" fmla="*/ 1239028 w 8663583"/>
              <a:gd name="connsiteY6" fmla="*/ 6858478 h 6858478"/>
              <a:gd name="connsiteX7" fmla="*/ 1239288 w 8663583"/>
              <a:gd name="connsiteY7" fmla="*/ 6857916 h 6858478"/>
              <a:gd name="connsiteX8" fmla="*/ 480486 w 8663583"/>
              <a:gd name="connsiteY8" fmla="*/ 6857916 h 6858478"/>
              <a:gd name="connsiteX9" fmla="*/ 480486 w 8663583"/>
              <a:gd name="connsiteY9" fmla="*/ 6858000 h 6858478"/>
              <a:gd name="connsiteX10" fmla="*/ 0 w 8663583"/>
              <a:gd name="connsiteY10" fmla="*/ 685800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63583" h="6858478">
                <a:moveTo>
                  <a:pt x="0" y="0"/>
                </a:moveTo>
                <a:lnTo>
                  <a:pt x="480486" y="0"/>
                </a:lnTo>
                <a:lnTo>
                  <a:pt x="4415403" y="0"/>
                </a:lnTo>
                <a:lnTo>
                  <a:pt x="5481631" y="0"/>
                </a:lnTo>
                <a:lnTo>
                  <a:pt x="5487208" y="0"/>
                </a:lnTo>
                <a:lnTo>
                  <a:pt x="8663583" y="6858478"/>
                </a:lnTo>
                <a:lnTo>
                  <a:pt x="1239028" y="6858478"/>
                </a:lnTo>
                <a:lnTo>
                  <a:pt x="1239288" y="6857916"/>
                </a:lnTo>
                <a:lnTo>
                  <a:pt x="480486" y="6857916"/>
                </a:lnTo>
                <a:lnTo>
                  <a:pt x="480486" y="6858000"/>
                </a:lnTo>
                <a:lnTo>
                  <a:pt x="0" y="685800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Freeform: Shape 74">
            <a:extLst>
              <a:ext uri="{FF2B5EF4-FFF2-40B4-BE49-F238E27FC236}">
                <a16:creationId xmlns:a16="http://schemas.microsoft.com/office/drawing/2014/main" id="{A9F66240-8C38-4069-A5C9-2D3FCD97E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234957" cy="6858478"/>
          </a:xfrm>
          <a:custGeom>
            <a:avLst/>
            <a:gdLst>
              <a:gd name="connsiteX0" fmla="*/ 156905 w 8234957"/>
              <a:gd name="connsiteY0" fmla="*/ 0 h 6858478"/>
              <a:gd name="connsiteX1" fmla="*/ 3986777 w 8234957"/>
              <a:gd name="connsiteY1" fmla="*/ 0 h 6858478"/>
              <a:gd name="connsiteX2" fmla="*/ 5053005 w 8234957"/>
              <a:gd name="connsiteY2" fmla="*/ 0 h 6858478"/>
              <a:gd name="connsiteX3" fmla="*/ 5058582 w 8234957"/>
              <a:gd name="connsiteY3" fmla="*/ 0 h 6858478"/>
              <a:gd name="connsiteX4" fmla="*/ 8234957 w 8234957"/>
              <a:gd name="connsiteY4" fmla="*/ 6858478 h 6858478"/>
              <a:gd name="connsiteX5" fmla="*/ 810402 w 8234957"/>
              <a:gd name="connsiteY5" fmla="*/ 6858478 h 6858478"/>
              <a:gd name="connsiteX6" fmla="*/ 810662 w 8234957"/>
              <a:gd name="connsiteY6" fmla="*/ 6857916 h 6858478"/>
              <a:gd name="connsiteX7" fmla="*/ 156905 w 8234957"/>
              <a:gd name="connsiteY7" fmla="*/ 6857916 h 6858478"/>
              <a:gd name="connsiteX8" fmla="*/ 156905 w 8234957"/>
              <a:gd name="connsiteY8" fmla="*/ 6858478 h 6858478"/>
              <a:gd name="connsiteX9" fmla="*/ 0 w 8234957"/>
              <a:gd name="connsiteY9" fmla="*/ 6858478 h 6858478"/>
              <a:gd name="connsiteX10" fmla="*/ 0 w 8234957"/>
              <a:gd name="connsiteY10" fmla="*/ 479 h 6858478"/>
              <a:gd name="connsiteX11" fmla="*/ 156905 w 8234957"/>
              <a:gd name="connsiteY11" fmla="*/ 479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34957" h="6858478">
                <a:moveTo>
                  <a:pt x="156905" y="0"/>
                </a:moveTo>
                <a:lnTo>
                  <a:pt x="3986777" y="0"/>
                </a:lnTo>
                <a:lnTo>
                  <a:pt x="5053005" y="0"/>
                </a:lnTo>
                <a:lnTo>
                  <a:pt x="5058582" y="0"/>
                </a:lnTo>
                <a:lnTo>
                  <a:pt x="8234957" y="6858478"/>
                </a:lnTo>
                <a:lnTo>
                  <a:pt x="810402" y="6858478"/>
                </a:lnTo>
                <a:lnTo>
                  <a:pt x="810662" y="6857916"/>
                </a:lnTo>
                <a:lnTo>
                  <a:pt x="156905" y="6857916"/>
                </a:lnTo>
                <a:lnTo>
                  <a:pt x="156905" y="6858478"/>
                </a:lnTo>
                <a:lnTo>
                  <a:pt x="0" y="6858478"/>
                </a:lnTo>
                <a:lnTo>
                  <a:pt x="0" y="479"/>
                </a:lnTo>
                <a:lnTo>
                  <a:pt x="156905" y="479"/>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176EFF32-3781-4646-9F3D-ABF7CD7A4D40}"/>
              </a:ext>
            </a:extLst>
          </p:cNvPr>
          <p:cNvSpPr>
            <a:spLocks noGrp="1"/>
          </p:cNvSpPr>
          <p:nvPr>
            <p:ph type="title"/>
          </p:nvPr>
        </p:nvSpPr>
        <p:spPr>
          <a:xfrm>
            <a:off x="804672" y="365125"/>
            <a:ext cx="4378881" cy="1325563"/>
          </a:xfrm>
        </p:spPr>
        <p:txBody>
          <a:bodyPr>
            <a:normAutofit/>
          </a:bodyPr>
          <a:lstStyle/>
          <a:p>
            <a:r>
              <a:rPr lang="es-MX" dirty="0"/>
              <a:t>Pandas</a:t>
            </a:r>
          </a:p>
        </p:txBody>
      </p:sp>
      <p:sp>
        <p:nvSpPr>
          <p:cNvPr id="3" name="Marcador de contenido 2">
            <a:extLst>
              <a:ext uri="{FF2B5EF4-FFF2-40B4-BE49-F238E27FC236}">
                <a16:creationId xmlns:a16="http://schemas.microsoft.com/office/drawing/2014/main" id="{50AB5704-0433-41F4-B77A-12BAA2226497}"/>
              </a:ext>
            </a:extLst>
          </p:cNvPr>
          <p:cNvSpPr>
            <a:spLocks noGrp="1"/>
          </p:cNvSpPr>
          <p:nvPr>
            <p:ph idx="1"/>
          </p:nvPr>
        </p:nvSpPr>
        <p:spPr>
          <a:xfrm>
            <a:off x="804672" y="2020824"/>
            <a:ext cx="5076090" cy="4151376"/>
          </a:xfrm>
        </p:spPr>
        <p:txBody>
          <a:bodyPr>
            <a:normAutofit/>
          </a:bodyPr>
          <a:lstStyle/>
          <a:p>
            <a:r>
              <a:rPr lang="es-MX" sz="2000"/>
              <a:t>Pandas es una librería de Python especializada en el manejo y análisis de estructuras de datos.</a:t>
            </a:r>
          </a:p>
          <a:p>
            <a:pPr lvl="1"/>
            <a:r>
              <a:rPr lang="es-MX" sz="2000">
                <a:hlinkClick r:id="rId3"/>
              </a:rPr>
              <a:t>https://pandas.pydata.org/</a:t>
            </a:r>
            <a:endParaRPr lang="es-MX" sz="2000"/>
          </a:p>
          <a:p>
            <a:r>
              <a:rPr lang="es-MX" sz="2000"/>
              <a:t>Pandas surgió como necesidad de aunar en una única librería todo lo necesario para que un analista de datos pudiese tener en una misma herramienta todas las funcionalidades que necesitaba en su día a día, como son: cargar datos, modelar, analizar, manipular y prepararlos.</a:t>
            </a:r>
          </a:p>
        </p:txBody>
      </p:sp>
    </p:spTree>
    <p:extLst>
      <p:ext uri="{BB962C8B-B14F-4D97-AF65-F5344CB8AC3E}">
        <p14:creationId xmlns:p14="http://schemas.microsoft.com/office/powerpoint/2010/main" val="950900299"/>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4CDFA0F4-A419-4E92-AB9E-07D3F07B86AA}"/>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Pandas</a:t>
            </a:r>
          </a:p>
        </p:txBody>
      </p:sp>
      <p:sp>
        <p:nvSpPr>
          <p:cNvPr id="3" name="Marcador de contenido 2">
            <a:extLst>
              <a:ext uri="{FF2B5EF4-FFF2-40B4-BE49-F238E27FC236}">
                <a16:creationId xmlns:a16="http://schemas.microsoft.com/office/drawing/2014/main" id="{4C5A76F0-850C-42D0-9DE9-109F4FF8A1CC}"/>
              </a:ext>
            </a:extLst>
          </p:cNvPr>
          <p:cNvSpPr>
            <a:spLocks noGrp="1"/>
          </p:cNvSpPr>
          <p:nvPr>
            <p:ph idx="1"/>
          </p:nvPr>
        </p:nvSpPr>
        <p:spPr>
          <a:xfrm>
            <a:off x="1371599" y="2318197"/>
            <a:ext cx="9724031" cy="3683358"/>
          </a:xfrm>
        </p:spPr>
        <p:txBody>
          <a:bodyPr anchor="ctr">
            <a:normAutofit/>
          </a:bodyPr>
          <a:lstStyle/>
          <a:p>
            <a:r>
              <a:rPr lang="es-MX" sz="2000"/>
              <a:t>Principales características:</a:t>
            </a:r>
          </a:p>
          <a:p>
            <a:pPr lvl="1"/>
            <a:r>
              <a:rPr lang="es-MX" sz="2000"/>
              <a:t>Define nuevas estructuras de datos basadas en los arrays de la librería NumPy pero con nuevas funcionalidades.</a:t>
            </a:r>
          </a:p>
          <a:p>
            <a:pPr lvl="1"/>
            <a:r>
              <a:rPr lang="es-MX" sz="2000"/>
              <a:t>Permite leer y escribir fácilmente ficheros en formato CSV, Excel y bases de datos SQL.</a:t>
            </a:r>
          </a:p>
          <a:p>
            <a:pPr lvl="1"/>
            <a:r>
              <a:rPr lang="es-MX" sz="2000"/>
              <a:t>Permite acceder a los datos mediante índices o nombres para filas y columnas.</a:t>
            </a:r>
          </a:p>
          <a:p>
            <a:pPr lvl="1"/>
            <a:r>
              <a:rPr lang="es-MX" sz="2000"/>
              <a:t>Ofrece métodos para reordenar, dividir y combinar conjuntos de datos.</a:t>
            </a:r>
          </a:p>
          <a:p>
            <a:pPr lvl="1"/>
            <a:r>
              <a:rPr lang="es-MX" sz="2000"/>
              <a:t>Permite trabajar con series temporales.</a:t>
            </a:r>
          </a:p>
          <a:p>
            <a:pPr lvl="1"/>
            <a:r>
              <a:rPr lang="es-MX" sz="2000"/>
              <a:t>Realiza todas estas operaciones de manera muy eficiente.</a:t>
            </a:r>
          </a:p>
        </p:txBody>
      </p:sp>
    </p:spTree>
    <p:extLst>
      <p:ext uri="{BB962C8B-B14F-4D97-AF65-F5344CB8AC3E}">
        <p14:creationId xmlns:p14="http://schemas.microsoft.com/office/powerpoint/2010/main" val="689773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C470BD2E-1CD4-4C3B-B8BB-9EE76988AF7D}"/>
              </a:ext>
            </a:extLst>
          </p:cNvPr>
          <p:cNvSpPr>
            <a:spLocks noGrp="1"/>
          </p:cNvSpPr>
          <p:nvPr>
            <p:ph type="title"/>
          </p:nvPr>
        </p:nvSpPr>
        <p:spPr>
          <a:xfrm>
            <a:off x="1136397" y="502020"/>
            <a:ext cx="5323715" cy="1642970"/>
          </a:xfrm>
        </p:spPr>
        <p:txBody>
          <a:bodyPr anchor="b">
            <a:normAutofit/>
          </a:bodyPr>
          <a:lstStyle/>
          <a:p>
            <a:r>
              <a:rPr lang="es-MX" sz="4000"/>
              <a:t>Pandas</a:t>
            </a:r>
          </a:p>
        </p:txBody>
      </p:sp>
      <p:sp>
        <p:nvSpPr>
          <p:cNvPr id="3" name="Marcador de contenido 2">
            <a:extLst>
              <a:ext uri="{FF2B5EF4-FFF2-40B4-BE49-F238E27FC236}">
                <a16:creationId xmlns:a16="http://schemas.microsoft.com/office/drawing/2014/main" id="{55EFF829-10A3-4745-ADCF-140A94C37AEF}"/>
              </a:ext>
            </a:extLst>
          </p:cNvPr>
          <p:cNvSpPr>
            <a:spLocks noGrp="1"/>
          </p:cNvSpPr>
          <p:nvPr>
            <p:ph idx="1"/>
          </p:nvPr>
        </p:nvSpPr>
        <p:spPr>
          <a:xfrm>
            <a:off x="1144923" y="2405894"/>
            <a:ext cx="5315189" cy="3535083"/>
          </a:xfrm>
        </p:spPr>
        <p:txBody>
          <a:bodyPr anchor="t">
            <a:normAutofit/>
          </a:bodyPr>
          <a:lstStyle/>
          <a:p>
            <a:r>
              <a:rPr lang="es-MX" sz="1700"/>
              <a:t>Las dos estructuras de datos principales dentro del paquete Pandas son:</a:t>
            </a:r>
          </a:p>
          <a:p>
            <a:pPr lvl="1"/>
            <a:r>
              <a:rPr lang="es-MX" sz="1700" b="1"/>
              <a:t>Series:</a:t>
            </a:r>
            <a:r>
              <a:rPr lang="es-MX" sz="1700"/>
              <a:t> array unidimensional etiquetado capaz de almacenar cualquier tipo de dato.</a:t>
            </a:r>
          </a:p>
          <a:p>
            <a:pPr lvl="1"/>
            <a:r>
              <a:rPr lang="es-MX" sz="1700" b="1"/>
              <a:t>DataFrame:</a:t>
            </a:r>
            <a:r>
              <a:rPr lang="es-MX" sz="1700"/>
              <a:t> estructura bidimensional con columnas que pueden ser también de cualquier tipo. Estas columnas son a su vez Series.</a:t>
            </a:r>
          </a:p>
          <a:p>
            <a:pPr lvl="1"/>
            <a:r>
              <a:rPr lang="es-MX" sz="1700" b="1" i="0">
                <a:effectLst/>
                <a:latin typeface="Source Sans Pro" panose="020B0503030403020204" pitchFamily="34" charset="0"/>
              </a:rPr>
              <a:t>Panel:</a:t>
            </a:r>
            <a:r>
              <a:rPr lang="es-MX" sz="1700" b="0" i="0">
                <a:effectLst/>
                <a:latin typeface="Source Sans Pro" panose="020B0503030403020204" pitchFamily="34" charset="0"/>
              </a:rPr>
              <a:t> Estructura de tres dimensiones (cubos).</a:t>
            </a:r>
          </a:p>
          <a:p>
            <a:r>
              <a:rPr lang="es-MX" sz="1700" b="0" i="0">
                <a:effectLst/>
                <a:latin typeface="Source Sans Pro" panose="020B0503030403020204" pitchFamily="34" charset="0"/>
              </a:rPr>
              <a:t>Estas estructuras se construyen a partir de arrays de NumPy, añadiendo nuevas funcionalidades.</a:t>
            </a:r>
          </a:p>
          <a:p>
            <a:pPr lvl="1"/>
            <a:endParaRPr lang="es-MX" sz="1700"/>
          </a:p>
        </p:txBody>
      </p:sp>
      <p:sp>
        <p:nvSpPr>
          <p:cNvPr id="73" name="Rectangle 7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26" name="Picture 2" descr="Estructuras de datos en Pandas">
            <a:extLst>
              <a:ext uri="{FF2B5EF4-FFF2-40B4-BE49-F238E27FC236}">
                <a16:creationId xmlns:a16="http://schemas.microsoft.com/office/drawing/2014/main" id="{4B2345D6-A754-4146-9994-10702152904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75967" y="2573769"/>
            <a:ext cx="4170530" cy="1742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2381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AC85E682-FEAD-4925-ABED-DFB27DAFA592}"/>
              </a:ext>
            </a:extLst>
          </p:cNvPr>
          <p:cNvSpPr>
            <a:spLocks noGrp="1"/>
          </p:cNvSpPr>
          <p:nvPr>
            <p:ph type="title"/>
          </p:nvPr>
        </p:nvSpPr>
        <p:spPr>
          <a:xfrm>
            <a:off x="818984" y="4230093"/>
            <a:ext cx="4150581" cy="1800165"/>
          </a:xfrm>
        </p:spPr>
        <p:txBody>
          <a:bodyPr anchor="t">
            <a:normAutofit/>
          </a:bodyPr>
          <a:lstStyle/>
          <a:p>
            <a:pPr algn="r"/>
            <a:r>
              <a:rPr lang="es-MX" sz="4000"/>
              <a:t>Series de Pandas</a:t>
            </a:r>
          </a:p>
        </p:txBody>
      </p:sp>
      <p:pic>
        <p:nvPicPr>
          <p:cNvPr id="2050" name="Picture 2" descr="Ejemplo de serie">
            <a:extLst>
              <a:ext uri="{FF2B5EF4-FFF2-40B4-BE49-F238E27FC236}">
                <a16:creationId xmlns:a16="http://schemas.microsoft.com/office/drawing/2014/main" id="{A36C6F68-1D85-4912-996A-5444EB01723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6592" y="1363304"/>
            <a:ext cx="11139778" cy="1643116"/>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F9FE3FDC-C0E5-47E2-9360-A804132AFF08}"/>
              </a:ext>
            </a:extLst>
          </p:cNvPr>
          <p:cNvSpPr>
            <a:spLocks noGrp="1"/>
          </p:cNvSpPr>
          <p:nvPr>
            <p:ph idx="1"/>
          </p:nvPr>
        </p:nvSpPr>
        <p:spPr>
          <a:xfrm>
            <a:off x="5246415" y="4230094"/>
            <a:ext cx="6235268" cy="1800164"/>
          </a:xfrm>
        </p:spPr>
        <p:txBody>
          <a:bodyPr anchor="t">
            <a:normAutofit/>
          </a:bodyPr>
          <a:lstStyle/>
          <a:p>
            <a:r>
              <a:rPr lang="es-MX" sz="1400"/>
              <a:t>Son estructuras similares a los arrays de una dimensión. Son homogéneas, es decir, sus elementos tienen que ser del mismo tipo, y su tamaño es inmutable, es decir, no se puede cambiar, aunque si su contenido.</a:t>
            </a:r>
          </a:p>
          <a:p>
            <a:r>
              <a:rPr lang="es-MX" sz="1400"/>
              <a:t>Dispone de un índice que asocia un nombre a cada elemento de la serie, a través de la cuál se accede al elemento.</a:t>
            </a:r>
          </a:p>
          <a:p>
            <a:r>
              <a:rPr lang="es-MX" sz="1400"/>
              <a:t>Ejemplo. La siguiente serie contiene las asignaturas de un curso.</a:t>
            </a:r>
          </a:p>
        </p:txBody>
      </p:sp>
      <p:sp>
        <p:nvSpPr>
          <p:cNvPr id="2053" name="Rectangle 72">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4" name="Rectangle 74">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33784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1338DC30-C987-44F9-9E9A-C02947A6703B}"/>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Series de Pandas</a:t>
            </a:r>
          </a:p>
        </p:txBody>
      </p:sp>
      <p:sp>
        <p:nvSpPr>
          <p:cNvPr id="3" name="Marcador de contenido 2">
            <a:extLst>
              <a:ext uri="{FF2B5EF4-FFF2-40B4-BE49-F238E27FC236}">
                <a16:creationId xmlns:a16="http://schemas.microsoft.com/office/drawing/2014/main" id="{FA6578B4-233E-4C1E-854F-4DC9D148C625}"/>
              </a:ext>
            </a:extLst>
          </p:cNvPr>
          <p:cNvSpPr>
            <a:spLocks noGrp="1"/>
          </p:cNvSpPr>
          <p:nvPr>
            <p:ph idx="1"/>
          </p:nvPr>
        </p:nvSpPr>
        <p:spPr>
          <a:xfrm>
            <a:off x="4819224" y="649480"/>
            <a:ext cx="6555347" cy="5546047"/>
          </a:xfrm>
        </p:spPr>
        <p:txBody>
          <a:bodyPr anchor="ctr">
            <a:normAutofit/>
          </a:bodyPr>
          <a:lstStyle/>
          <a:p>
            <a:r>
              <a:rPr lang="es-MX" sz="2000" dirty="0"/>
              <a:t>Se puede crear una Serie a partir de una lista:</a:t>
            </a:r>
          </a:p>
          <a:p>
            <a:pPr lvl="1"/>
            <a:r>
              <a:rPr lang="es-MX" sz="2000" dirty="0">
                <a:latin typeface="Courier New" panose="02070309020205020404" pitchFamily="49" charset="0"/>
                <a:cs typeface="Courier New" panose="02070309020205020404" pitchFamily="49" charset="0"/>
              </a:rPr>
              <a:t>Series(data=lista, </a:t>
            </a:r>
            <a:r>
              <a:rPr lang="es-MX" sz="2000" dirty="0" err="1">
                <a:latin typeface="Courier New" panose="02070309020205020404" pitchFamily="49" charset="0"/>
                <a:cs typeface="Courier New" panose="02070309020205020404" pitchFamily="49" charset="0"/>
              </a:rPr>
              <a:t>index</a:t>
            </a:r>
            <a:r>
              <a:rPr lang="es-MX" sz="2000" dirty="0">
                <a:latin typeface="Courier New" panose="02070309020205020404" pitchFamily="49" charset="0"/>
                <a:cs typeface="Courier New" panose="02070309020205020404" pitchFamily="49" charset="0"/>
              </a:rPr>
              <a:t>=</a:t>
            </a:r>
            <a:r>
              <a:rPr lang="es-MX" sz="2000" dirty="0" err="1">
                <a:latin typeface="Courier New" panose="02070309020205020404" pitchFamily="49" charset="0"/>
                <a:cs typeface="Courier New" panose="02070309020205020404" pitchFamily="49" charset="0"/>
              </a:rPr>
              <a:t>indices</a:t>
            </a:r>
            <a:r>
              <a:rPr lang="es-MX" sz="2000" dirty="0">
                <a:latin typeface="Courier New" panose="02070309020205020404" pitchFamily="49" charset="0"/>
                <a:cs typeface="Courier New" panose="02070309020205020404" pitchFamily="49" charset="0"/>
              </a:rPr>
              <a:t>, </a:t>
            </a:r>
            <a:r>
              <a:rPr lang="es-MX" sz="2000" dirty="0" err="1">
                <a:latin typeface="Courier New" panose="02070309020205020404" pitchFamily="49" charset="0"/>
                <a:cs typeface="Courier New" panose="02070309020205020404" pitchFamily="49" charset="0"/>
              </a:rPr>
              <a:t>dtype</a:t>
            </a:r>
            <a:r>
              <a:rPr lang="es-MX" sz="2000" dirty="0">
                <a:latin typeface="Courier New" panose="02070309020205020404" pitchFamily="49" charset="0"/>
                <a:cs typeface="Courier New" panose="02070309020205020404" pitchFamily="49" charset="0"/>
              </a:rPr>
              <a:t>=tipo)</a:t>
            </a:r>
            <a:r>
              <a:rPr lang="es-MX" sz="2000" dirty="0"/>
              <a:t>: Devuelve un objeto de tipo </a:t>
            </a:r>
            <a:r>
              <a:rPr lang="es-MX" sz="2000" dirty="0">
                <a:latin typeface="Courier New" panose="02070309020205020404" pitchFamily="49" charset="0"/>
                <a:cs typeface="Courier New" panose="02070309020205020404" pitchFamily="49" charset="0"/>
              </a:rPr>
              <a:t>Series</a:t>
            </a:r>
            <a:r>
              <a:rPr lang="es-MX" sz="2000" dirty="0"/>
              <a:t> con los datos de la lista </a:t>
            </a:r>
            <a:r>
              <a:rPr lang="es-MX" sz="2000" dirty="0" err="1">
                <a:latin typeface="Courier New" panose="02070309020205020404" pitchFamily="49" charset="0"/>
                <a:cs typeface="Courier New" panose="02070309020205020404" pitchFamily="49" charset="0"/>
              </a:rPr>
              <a:t>lista</a:t>
            </a:r>
            <a:r>
              <a:rPr lang="es-MX" sz="2000" dirty="0"/>
              <a:t>, las filas especificados en la lista </a:t>
            </a:r>
            <a:r>
              <a:rPr lang="es-MX" sz="2000" dirty="0" err="1">
                <a:latin typeface="Courier New" panose="02070309020205020404" pitchFamily="49" charset="0"/>
                <a:cs typeface="Courier New" panose="02070309020205020404" pitchFamily="49" charset="0"/>
              </a:rPr>
              <a:t>indices</a:t>
            </a:r>
            <a:r>
              <a:rPr lang="es-MX" sz="2000" dirty="0"/>
              <a:t> y el tipo de datos indicado en </a:t>
            </a:r>
            <a:r>
              <a:rPr lang="es-MX" sz="2000" dirty="0">
                <a:latin typeface="Courier New" panose="02070309020205020404" pitchFamily="49" charset="0"/>
                <a:cs typeface="Courier New" panose="02070309020205020404" pitchFamily="49" charset="0"/>
              </a:rPr>
              <a:t>tipo</a:t>
            </a:r>
            <a:r>
              <a:rPr lang="es-MX" sz="2000" dirty="0"/>
              <a:t>. Si no se pasa la lista de índices se utilizan como índices los enteros del 0 al , done  es el tamaño de la serie. Si no se pasa el tipo de dato se infiere.</a:t>
            </a:r>
          </a:p>
          <a:p>
            <a:r>
              <a:rPr lang="es-MX" sz="2000" dirty="0"/>
              <a:t>Ejemplo:</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1" i="0" dirty="0" err="1">
                <a:solidFill>
                  <a:srgbClr val="333333"/>
                </a:solidFill>
                <a:effectLst/>
                <a:latin typeface="Courier New" panose="02070309020205020404" pitchFamily="49" charset="0"/>
                <a:cs typeface="Courier New" panose="02070309020205020404" pitchFamily="49" charset="0"/>
              </a:rPr>
              <a:t>import</a:t>
            </a:r>
            <a:r>
              <a:rPr lang="es-MX" sz="2000" b="0" i="0" dirty="0">
                <a:solidFill>
                  <a:srgbClr val="333333"/>
                </a:solidFill>
                <a:effectLst/>
                <a:latin typeface="Courier New" panose="02070309020205020404" pitchFamily="49" charset="0"/>
                <a:cs typeface="Courier New" panose="02070309020205020404" pitchFamily="49" charset="0"/>
              </a:rPr>
              <a:t> pandas </a:t>
            </a:r>
            <a:r>
              <a:rPr lang="es-MX" sz="2000" b="1" i="0" dirty="0">
                <a:solidFill>
                  <a:srgbClr val="333333"/>
                </a:solidFill>
                <a:effectLst/>
                <a:latin typeface="Courier New" panose="02070309020205020404" pitchFamily="49" charset="0"/>
                <a:cs typeface="Courier New" panose="02070309020205020404" pitchFamily="49" charset="0"/>
              </a:rPr>
              <a:t>as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pd</a:t>
            </a:r>
            <a:r>
              <a:rPr lang="es-MX" sz="2000" b="0" i="0" dirty="0">
                <a:solidFill>
                  <a:srgbClr val="333333"/>
                </a:solidFill>
                <a:effectLst/>
                <a:latin typeface="Courier New" panose="02070309020205020404" pitchFamily="49" charset="0"/>
                <a:cs typeface="Courier New" panose="02070309020205020404" pitchFamily="49" charset="0"/>
              </a:rPr>
              <a:t> </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a:solidFill>
                  <a:srgbClr val="333333"/>
                </a:solidFill>
                <a:effectLst/>
                <a:latin typeface="Courier New" panose="02070309020205020404" pitchFamily="49" charset="0"/>
                <a:cs typeface="Courier New" panose="02070309020205020404" pitchFamily="49" charset="0"/>
              </a:rPr>
              <a:t>s = </a:t>
            </a:r>
            <a:r>
              <a:rPr lang="es-MX" sz="2000" b="0" i="0" dirty="0" err="1">
                <a:solidFill>
                  <a:srgbClr val="333333"/>
                </a:solidFill>
                <a:effectLst/>
                <a:latin typeface="Courier New" panose="02070309020205020404" pitchFamily="49" charset="0"/>
                <a:cs typeface="Courier New" panose="02070309020205020404" pitchFamily="49" charset="0"/>
              </a:rPr>
              <a:t>pd.Series</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DD1144"/>
                </a:solidFill>
                <a:effectLst/>
                <a:latin typeface="Courier New" panose="02070309020205020404" pitchFamily="49" charset="0"/>
                <a:cs typeface="Courier New" panose="02070309020205020404" pitchFamily="49" charset="0"/>
              </a:rPr>
              <a:t>'Matemáticas'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'Historia'</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'Economía'</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'Programación'</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'Inglés'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dtype</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DD1144"/>
                </a:solidFill>
                <a:effectLst/>
                <a:latin typeface="Courier New" panose="02070309020205020404" pitchFamily="49" charset="0"/>
                <a:cs typeface="Courier New" panose="02070309020205020404" pitchFamily="49" charset="0"/>
              </a:rPr>
              <a:t>'</a:t>
            </a:r>
            <a:r>
              <a:rPr lang="es-MX" sz="2000" b="0" i="0" dirty="0" err="1">
                <a:solidFill>
                  <a:srgbClr val="DD1144"/>
                </a:solidFill>
                <a:effectLst/>
                <a:latin typeface="Courier New" panose="02070309020205020404" pitchFamily="49" charset="0"/>
                <a:cs typeface="Courier New" panose="02070309020205020404" pitchFamily="49" charset="0"/>
              </a:rPr>
              <a:t>string</a:t>
            </a:r>
            <a:r>
              <a:rPr lang="es-MX" sz="2000" b="0" i="0" dirty="0">
                <a:solidFill>
                  <a:srgbClr val="DD1144"/>
                </a:solidFill>
                <a:effectLst/>
                <a:latin typeface="Courier New" panose="02070309020205020404" pitchFamily="49" charset="0"/>
                <a:cs typeface="Courier New" panose="02070309020205020404" pitchFamily="49" charset="0"/>
              </a:rPr>
              <a:t>’</a:t>
            </a:r>
            <a:r>
              <a:rPr lang="es-MX" sz="20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print</a:t>
            </a:r>
            <a:r>
              <a:rPr lang="es-MX" sz="2000" b="0" i="0" dirty="0">
                <a:solidFill>
                  <a:srgbClr val="333333"/>
                </a:solidFill>
                <a:effectLst/>
                <a:latin typeface="Courier New" panose="02070309020205020404" pitchFamily="49" charset="0"/>
                <a:cs typeface="Courier New" panose="02070309020205020404" pitchFamily="49" charset="0"/>
              </a:rPr>
              <a:t>(s)</a:t>
            </a:r>
          </a:p>
        </p:txBody>
      </p:sp>
    </p:spTree>
    <p:extLst>
      <p:ext uri="{BB962C8B-B14F-4D97-AF65-F5344CB8AC3E}">
        <p14:creationId xmlns:p14="http://schemas.microsoft.com/office/powerpoint/2010/main" val="21736916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C6861974-FF7B-4EF1-BFDA-B9ECB29B4B5C}"/>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Series de Pandas</a:t>
            </a:r>
          </a:p>
        </p:txBody>
      </p:sp>
      <p:sp>
        <p:nvSpPr>
          <p:cNvPr id="3" name="Marcador de contenido 2">
            <a:extLst>
              <a:ext uri="{FF2B5EF4-FFF2-40B4-BE49-F238E27FC236}">
                <a16:creationId xmlns:a16="http://schemas.microsoft.com/office/drawing/2014/main" id="{D28D4433-9CBC-4946-8383-E51A6B9AF04D}"/>
              </a:ext>
            </a:extLst>
          </p:cNvPr>
          <p:cNvSpPr>
            <a:spLocks noGrp="1"/>
          </p:cNvSpPr>
          <p:nvPr>
            <p:ph idx="1"/>
          </p:nvPr>
        </p:nvSpPr>
        <p:spPr>
          <a:xfrm>
            <a:off x="4810259" y="649480"/>
            <a:ext cx="6555347" cy="5546047"/>
          </a:xfrm>
        </p:spPr>
        <p:txBody>
          <a:bodyPr anchor="ctr">
            <a:normAutofit/>
          </a:bodyPr>
          <a:lstStyle/>
          <a:p>
            <a:r>
              <a:rPr lang="es-MX" sz="2000" dirty="0"/>
              <a:t>Se puede crear una Serie a partir de un diccionario:</a:t>
            </a:r>
          </a:p>
          <a:p>
            <a:pPr lvl="1"/>
            <a:r>
              <a:rPr lang="es-MX" sz="2000" dirty="0">
                <a:latin typeface="Courier New" panose="02070309020205020404" pitchFamily="49" charset="0"/>
                <a:cs typeface="Courier New" panose="02070309020205020404" pitchFamily="49" charset="0"/>
              </a:rPr>
              <a:t>Series(data=diccionario, </a:t>
            </a:r>
            <a:r>
              <a:rPr lang="es-MX" sz="2000" dirty="0" err="1">
                <a:latin typeface="Courier New" panose="02070309020205020404" pitchFamily="49" charset="0"/>
                <a:cs typeface="Courier New" panose="02070309020205020404" pitchFamily="49" charset="0"/>
              </a:rPr>
              <a:t>index</a:t>
            </a:r>
            <a:r>
              <a:rPr lang="es-MX" sz="2000" dirty="0">
                <a:latin typeface="Courier New" panose="02070309020205020404" pitchFamily="49" charset="0"/>
                <a:cs typeface="Courier New" panose="02070309020205020404" pitchFamily="49" charset="0"/>
              </a:rPr>
              <a:t>=</a:t>
            </a:r>
            <a:r>
              <a:rPr lang="es-MX" sz="2000" dirty="0" err="1">
                <a:latin typeface="Courier New" panose="02070309020205020404" pitchFamily="49" charset="0"/>
                <a:cs typeface="Courier New" panose="02070309020205020404" pitchFamily="49" charset="0"/>
              </a:rPr>
              <a:t>indices</a:t>
            </a:r>
            <a:r>
              <a:rPr lang="es-MX" sz="2000" dirty="0">
                <a:latin typeface="Courier New" panose="02070309020205020404" pitchFamily="49" charset="0"/>
                <a:cs typeface="Courier New" panose="02070309020205020404" pitchFamily="49" charset="0"/>
              </a:rPr>
              <a:t>):</a:t>
            </a:r>
            <a:r>
              <a:rPr lang="es-MX" sz="2000" dirty="0"/>
              <a:t> Devuelve un objeto de tipo </a:t>
            </a:r>
            <a:r>
              <a:rPr lang="es-MX" sz="2000" dirty="0">
                <a:latin typeface="Courier New" panose="02070309020205020404" pitchFamily="49" charset="0"/>
                <a:cs typeface="Courier New" panose="02070309020205020404" pitchFamily="49" charset="0"/>
              </a:rPr>
              <a:t>Series</a:t>
            </a:r>
            <a:r>
              <a:rPr lang="es-MX" sz="2000" dirty="0"/>
              <a:t> con los valores del diccionario </a:t>
            </a:r>
            <a:r>
              <a:rPr lang="es-MX" sz="2000" dirty="0" err="1">
                <a:latin typeface="Courier New" panose="02070309020205020404" pitchFamily="49" charset="0"/>
                <a:cs typeface="Courier New" panose="02070309020205020404" pitchFamily="49" charset="0"/>
              </a:rPr>
              <a:t>diccionario</a:t>
            </a:r>
            <a:r>
              <a:rPr lang="es-MX" sz="2000" dirty="0"/>
              <a:t> y las filas especificados en la lista </a:t>
            </a:r>
            <a:r>
              <a:rPr lang="es-MX" sz="2000" dirty="0" err="1">
                <a:latin typeface="Courier New" panose="02070309020205020404" pitchFamily="49" charset="0"/>
                <a:cs typeface="Courier New" panose="02070309020205020404" pitchFamily="49" charset="0"/>
              </a:rPr>
              <a:t>indices</a:t>
            </a:r>
            <a:r>
              <a:rPr lang="es-MX" sz="2000" dirty="0"/>
              <a:t>. Si no se pasa la lista de índices se utilizan como índices las claves del diccionario.</a:t>
            </a:r>
          </a:p>
          <a:p>
            <a:r>
              <a:rPr lang="es-MX" sz="2000" dirty="0"/>
              <a:t>Ejemplo:</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1" i="0" dirty="0" err="1">
                <a:solidFill>
                  <a:srgbClr val="333333"/>
                </a:solidFill>
                <a:effectLst/>
                <a:latin typeface="Courier New" panose="02070309020205020404" pitchFamily="49" charset="0"/>
                <a:cs typeface="Courier New" panose="02070309020205020404" pitchFamily="49" charset="0"/>
              </a:rPr>
              <a:t>import</a:t>
            </a:r>
            <a:r>
              <a:rPr lang="es-MX" sz="2000" b="0" i="0" dirty="0">
                <a:solidFill>
                  <a:srgbClr val="333333"/>
                </a:solidFill>
                <a:effectLst/>
                <a:latin typeface="Courier New" panose="02070309020205020404" pitchFamily="49" charset="0"/>
                <a:cs typeface="Courier New" panose="02070309020205020404" pitchFamily="49" charset="0"/>
              </a:rPr>
              <a:t> pandas </a:t>
            </a:r>
            <a:r>
              <a:rPr lang="es-MX" sz="2000" b="1" i="0" dirty="0">
                <a:solidFill>
                  <a:srgbClr val="333333"/>
                </a:solidFill>
                <a:effectLst/>
                <a:latin typeface="Courier New" panose="02070309020205020404" pitchFamily="49" charset="0"/>
                <a:cs typeface="Courier New" panose="02070309020205020404" pitchFamily="49" charset="0"/>
              </a:rPr>
              <a:t>as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pd</a:t>
            </a:r>
            <a:r>
              <a:rPr lang="es-MX" sz="2000" b="0" i="0" dirty="0">
                <a:solidFill>
                  <a:srgbClr val="333333"/>
                </a:solidFill>
                <a:effectLst/>
                <a:latin typeface="Courier New" panose="02070309020205020404" pitchFamily="49" charset="0"/>
                <a:cs typeface="Courier New" panose="02070309020205020404" pitchFamily="49" charset="0"/>
              </a:rPr>
              <a:t> </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a:solidFill>
                  <a:srgbClr val="333333"/>
                </a:solidFill>
                <a:effectLst/>
                <a:latin typeface="Courier New" panose="02070309020205020404" pitchFamily="49" charset="0"/>
                <a:cs typeface="Courier New" panose="02070309020205020404" pitchFamily="49" charset="0"/>
              </a:rPr>
              <a:t>s = </a:t>
            </a:r>
            <a:r>
              <a:rPr lang="es-MX" sz="2000" b="0" i="0" dirty="0" err="1">
                <a:solidFill>
                  <a:srgbClr val="333333"/>
                </a:solidFill>
                <a:effectLst/>
                <a:latin typeface="Courier New" panose="02070309020205020404" pitchFamily="49" charset="0"/>
                <a:cs typeface="Courier New" panose="02070309020205020404" pitchFamily="49" charset="0"/>
              </a:rPr>
              <a:t>pd.Series</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DD1144"/>
                </a:solidFill>
                <a:effectLst/>
                <a:latin typeface="Courier New" panose="02070309020205020404" pitchFamily="49" charset="0"/>
                <a:cs typeface="Courier New" panose="02070309020205020404" pitchFamily="49" charset="0"/>
              </a:rPr>
              <a:t>'Matemáticas'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6.0</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'Economía'</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4.5</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'Programación'</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8.5</a:t>
            </a:r>
            <a:r>
              <a:rPr lang="es-MX" sz="20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print</a:t>
            </a:r>
            <a:r>
              <a:rPr lang="es-MX" sz="2000" b="0" i="0" dirty="0">
                <a:solidFill>
                  <a:srgbClr val="333333"/>
                </a:solidFill>
                <a:effectLst/>
                <a:latin typeface="Courier New" panose="02070309020205020404" pitchFamily="49" charset="0"/>
                <a:cs typeface="Courier New" panose="02070309020205020404" pitchFamily="49" charset="0"/>
              </a:rPr>
              <a:t>(s)</a:t>
            </a:r>
            <a:endParaRPr lang="es-MX"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926236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AB7EFC69-1D1D-4BA9-9EEA-2D2A5BC13E36}"/>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Atributos de una Serie</a:t>
            </a:r>
          </a:p>
        </p:txBody>
      </p:sp>
      <p:sp>
        <p:nvSpPr>
          <p:cNvPr id="3" name="Marcador de contenido 2">
            <a:extLst>
              <a:ext uri="{FF2B5EF4-FFF2-40B4-BE49-F238E27FC236}">
                <a16:creationId xmlns:a16="http://schemas.microsoft.com/office/drawing/2014/main" id="{BA41AB75-97BB-4602-8697-75771228E21F}"/>
              </a:ext>
            </a:extLst>
          </p:cNvPr>
          <p:cNvSpPr>
            <a:spLocks noGrp="1"/>
          </p:cNvSpPr>
          <p:nvPr>
            <p:ph idx="1"/>
          </p:nvPr>
        </p:nvSpPr>
        <p:spPr>
          <a:xfrm>
            <a:off x="4810259" y="649480"/>
            <a:ext cx="6555347" cy="5546047"/>
          </a:xfrm>
        </p:spPr>
        <p:txBody>
          <a:bodyPr anchor="ctr">
            <a:normAutofit/>
          </a:bodyPr>
          <a:lstStyle/>
          <a:p>
            <a:r>
              <a:rPr lang="es-MX" sz="2000" dirty="0"/>
              <a:t>Existen varias propiedades o métodos para ver las características de una serie.</a:t>
            </a:r>
          </a:p>
          <a:p>
            <a:pPr lvl="1"/>
            <a:r>
              <a:rPr lang="es-MX" sz="2000" dirty="0" err="1">
                <a:latin typeface="Courier New" panose="02070309020205020404" pitchFamily="49" charset="0"/>
                <a:cs typeface="Courier New" panose="02070309020205020404" pitchFamily="49" charset="0"/>
              </a:rPr>
              <a:t>s.size</a:t>
            </a:r>
            <a:r>
              <a:rPr lang="es-MX" sz="2000" dirty="0"/>
              <a:t>: Devuelve el número de elementos de la serie </a:t>
            </a:r>
            <a:r>
              <a:rPr lang="es-MX" sz="2000" dirty="0">
                <a:latin typeface="Courier New" panose="02070309020205020404" pitchFamily="49" charset="0"/>
                <a:cs typeface="Courier New" panose="02070309020205020404" pitchFamily="49" charset="0"/>
              </a:rPr>
              <a:t>s</a:t>
            </a:r>
            <a:r>
              <a:rPr lang="es-MX" sz="2000" dirty="0"/>
              <a:t>.</a:t>
            </a:r>
          </a:p>
          <a:p>
            <a:pPr lvl="1"/>
            <a:r>
              <a:rPr lang="es-MX" sz="2000" dirty="0" err="1">
                <a:latin typeface="Courier New" panose="02070309020205020404" pitchFamily="49" charset="0"/>
                <a:cs typeface="Courier New" panose="02070309020205020404" pitchFamily="49" charset="0"/>
              </a:rPr>
              <a:t>s.index</a:t>
            </a:r>
            <a:r>
              <a:rPr lang="es-MX" sz="2000" dirty="0"/>
              <a:t>: Devuelve una lista con los nombres de las filas del </a:t>
            </a:r>
            <a:r>
              <a:rPr lang="es-MX" sz="2000" dirty="0" err="1"/>
              <a:t>DataFrame</a:t>
            </a:r>
            <a:r>
              <a:rPr lang="es-MX" sz="2000" dirty="0"/>
              <a:t> </a:t>
            </a:r>
            <a:r>
              <a:rPr lang="es-MX" sz="2000" dirty="0">
                <a:latin typeface="Courier New" panose="02070309020205020404" pitchFamily="49" charset="0"/>
                <a:cs typeface="Courier New" panose="02070309020205020404" pitchFamily="49" charset="0"/>
              </a:rPr>
              <a:t>s</a:t>
            </a:r>
            <a:r>
              <a:rPr lang="es-MX" sz="2000" dirty="0"/>
              <a:t>.</a:t>
            </a:r>
          </a:p>
          <a:p>
            <a:pPr lvl="1"/>
            <a:r>
              <a:rPr lang="es-MX" sz="2000" dirty="0" err="1">
                <a:latin typeface="Courier New" panose="02070309020205020404" pitchFamily="49" charset="0"/>
                <a:cs typeface="Courier New" panose="02070309020205020404" pitchFamily="49" charset="0"/>
              </a:rPr>
              <a:t>s.dtype</a:t>
            </a:r>
            <a:r>
              <a:rPr lang="es-MX" sz="2000" dirty="0"/>
              <a:t>: Devuelve el tipo de datos de los elementos de la serie </a:t>
            </a:r>
            <a:r>
              <a:rPr lang="es-MX" sz="2000" dirty="0">
                <a:latin typeface="Courier New" panose="02070309020205020404" pitchFamily="49" charset="0"/>
                <a:cs typeface="Courier New" panose="02070309020205020404" pitchFamily="49" charset="0"/>
              </a:rPr>
              <a:t>s</a:t>
            </a:r>
            <a:r>
              <a:rPr lang="es-MX" sz="2000" dirty="0"/>
              <a:t>.</a:t>
            </a:r>
          </a:p>
          <a:p>
            <a:r>
              <a:rPr lang="es-MX" sz="2000" dirty="0"/>
              <a:t>Ejemplo:</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1" i="0" dirty="0" err="1">
                <a:solidFill>
                  <a:srgbClr val="333333"/>
                </a:solidFill>
                <a:effectLst/>
                <a:latin typeface="Courier New" panose="02070309020205020404" pitchFamily="49" charset="0"/>
                <a:cs typeface="Courier New" panose="02070309020205020404" pitchFamily="49" charset="0"/>
              </a:rPr>
              <a:t>import</a:t>
            </a:r>
            <a:r>
              <a:rPr lang="es-MX" sz="2000" b="0" i="0" dirty="0">
                <a:solidFill>
                  <a:srgbClr val="333333"/>
                </a:solidFill>
                <a:effectLst/>
                <a:latin typeface="Courier New" panose="02070309020205020404" pitchFamily="49" charset="0"/>
                <a:cs typeface="Courier New" panose="02070309020205020404" pitchFamily="49" charset="0"/>
              </a:rPr>
              <a:t> pandas </a:t>
            </a:r>
            <a:r>
              <a:rPr lang="es-MX" sz="2000" b="1" i="0" dirty="0">
                <a:solidFill>
                  <a:srgbClr val="333333"/>
                </a:solidFill>
                <a:effectLst/>
                <a:latin typeface="Courier New" panose="02070309020205020404" pitchFamily="49" charset="0"/>
                <a:cs typeface="Courier New" panose="02070309020205020404" pitchFamily="49" charset="0"/>
              </a:rPr>
              <a:t>as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pd</a:t>
            </a:r>
            <a:r>
              <a:rPr lang="es-MX" sz="2000" b="0" i="0" dirty="0">
                <a:solidFill>
                  <a:srgbClr val="333333"/>
                </a:solidFill>
                <a:effectLst/>
                <a:latin typeface="Courier New" panose="02070309020205020404" pitchFamily="49" charset="0"/>
                <a:cs typeface="Courier New" panose="02070309020205020404" pitchFamily="49" charset="0"/>
              </a:rPr>
              <a:t> </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a:solidFill>
                  <a:srgbClr val="333333"/>
                </a:solidFill>
                <a:effectLst/>
                <a:latin typeface="Courier New" panose="02070309020205020404" pitchFamily="49" charset="0"/>
                <a:cs typeface="Courier New" panose="02070309020205020404" pitchFamily="49" charset="0"/>
              </a:rPr>
              <a:t>s = </a:t>
            </a:r>
            <a:r>
              <a:rPr lang="es-MX" sz="2000" b="0" i="0" dirty="0" err="1">
                <a:solidFill>
                  <a:srgbClr val="333333"/>
                </a:solidFill>
                <a:effectLst/>
                <a:latin typeface="Courier New" panose="02070309020205020404" pitchFamily="49" charset="0"/>
                <a:cs typeface="Courier New" panose="02070309020205020404" pitchFamily="49" charset="0"/>
              </a:rPr>
              <a:t>pd.Series</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008080"/>
                </a:solidFill>
                <a:effectLst/>
                <a:latin typeface="Courier New" panose="02070309020205020404" pitchFamily="49" charset="0"/>
                <a:cs typeface="Courier New" panose="02070309020205020404" pitchFamily="49" charset="0"/>
              </a:rPr>
              <a:t>1</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2</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2</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3</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3</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3</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4</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4</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4</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4</a:t>
            </a:r>
            <a:r>
              <a:rPr lang="es-MX" sz="2000" b="0" i="0" dirty="0">
                <a:solidFill>
                  <a:srgbClr val="333333"/>
                </a:solidFill>
                <a:effectLst/>
                <a:latin typeface="Courier New" panose="02070309020205020404" pitchFamily="49" charset="0"/>
                <a:cs typeface="Courier New" panose="02070309020205020404" pitchFamily="49" charset="0"/>
              </a:rPr>
              <a:t>]) </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s.size</a:t>
            </a:r>
            <a:endParaRPr lang="es-MX" sz="2000" b="0" i="0" dirty="0">
              <a:solidFill>
                <a:srgbClr val="333333"/>
              </a:solidFill>
              <a:effectLst/>
              <a:latin typeface="Courier New" panose="02070309020205020404" pitchFamily="49" charset="0"/>
              <a:cs typeface="Courier New" panose="02070309020205020404" pitchFamily="49" charset="0"/>
            </a:endParaRP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s.index</a:t>
            </a:r>
            <a:r>
              <a:rPr lang="es-MX" sz="2000" b="0" i="0" dirty="0">
                <a:solidFill>
                  <a:srgbClr val="333333"/>
                </a:solidFill>
                <a:effectLst/>
                <a:latin typeface="Courier New" panose="02070309020205020404" pitchFamily="49" charset="0"/>
                <a:cs typeface="Courier New" panose="02070309020205020404" pitchFamily="49" charset="0"/>
              </a:rPr>
              <a:t> </a:t>
            </a:r>
          </a:p>
          <a:p>
            <a:pPr marL="457200" lvl="1" indent="0">
              <a:buNone/>
            </a:pPr>
            <a:r>
              <a:rPr lang="es-MX" sz="2000" b="0" i="0" dirty="0" err="1">
                <a:solidFill>
                  <a:srgbClr val="333333"/>
                </a:solidFill>
                <a:effectLst/>
                <a:latin typeface="Courier New" panose="02070309020205020404" pitchFamily="49" charset="0"/>
                <a:cs typeface="Courier New" panose="02070309020205020404" pitchFamily="49" charset="0"/>
              </a:rPr>
              <a:t>RangeIndex</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err="1">
                <a:solidFill>
                  <a:srgbClr val="333333"/>
                </a:solidFill>
                <a:effectLst/>
                <a:latin typeface="Courier New" panose="02070309020205020404" pitchFamily="49" charset="0"/>
                <a:cs typeface="Courier New" panose="02070309020205020404" pitchFamily="49" charset="0"/>
              </a:rPr>
              <a:t>start</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008080"/>
                </a:solidFill>
                <a:effectLst/>
                <a:latin typeface="Courier New" panose="02070309020205020404" pitchFamily="49" charset="0"/>
                <a:cs typeface="Courier New" panose="02070309020205020404" pitchFamily="49" charset="0"/>
              </a:rPr>
              <a:t>0</a:t>
            </a:r>
            <a:r>
              <a:rPr lang="es-MX" sz="2000" b="0" i="0" dirty="0">
                <a:solidFill>
                  <a:srgbClr val="333333"/>
                </a:solidFill>
                <a:effectLst/>
                <a:latin typeface="Courier New" panose="02070309020205020404" pitchFamily="49" charset="0"/>
                <a:cs typeface="Courier New" panose="02070309020205020404" pitchFamily="49" charset="0"/>
              </a:rPr>
              <a:t>, stop=</a:t>
            </a:r>
            <a:r>
              <a:rPr lang="es-MX" sz="2000" b="0" i="0" dirty="0">
                <a:solidFill>
                  <a:srgbClr val="008080"/>
                </a:solidFill>
                <a:effectLst/>
                <a:latin typeface="Courier New" panose="02070309020205020404" pitchFamily="49" charset="0"/>
                <a:cs typeface="Courier New" panose="02070309020205020404" pitchFamily="49" charset="0"/>
              </a:rPr>
              <a:t>10</a:t>
            </a:r>
            <a:r>
              <a:rPr lang="es-MX" sz="2000" b="0" i="0" dirty="0">
                <a:solidFill>
                  <a:srgbClr val="333333"/>
                </a:solidFill>
                <a:effectLst/>
                <a:latin typeface="Courier New" panose="02070309020205020404" pitchFamily="49" charset="0"/>
                <a:cs typeface="Courier New" panose="02070309020205020404" pitchFamily="49" charset="0"/>
              </a:rPr>
              <a:t>, step=</a:t>
            </a:r>
            <a:r>
              <a:rPr lang="es-MX" sz="2000" b="0" i="0" dirty="0">
                <a:solidFill>
                  <a:srgbClr val="008080"/>
                </a:solidFill>
                <a:effectLst/>
                <a:latin typeface="Courier New" panose="02070309020205020404" pitchFamily="49" charset="0"/>
                <a:cs typeface="Courier New" panose="02070309020205020404" pitchFamily="49" charset="0"/>
              </a:rPr>
              <a:t>1</a:t>
            </a:r>
            <a:r>
              <a:rPr lang="es-MX" sz="2000" b="0" i="0" dirty="0">
                <a:solidFill>
                  <a:srgbClr val="333333"/>
                </a:solidFill>
                <a:effectLst/>
                <a:latin typeface="Courier New" panose="02070309020205020404" pitchFamily="49" charset="0"/>
                <a:cs typeface="Courier New" panose="02070309020205020404" pitchFamily="49" charset="0"/>
              </a:rPr>
              <a:t>) </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s.dtype</a:t>
            </a:r>
            <a:endParaRPr lang="es-MX" sz="2000" b="0" i="0" dirty="0">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32549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E3C7871-BC69-41D5-9664-40B14E9E026E}"/>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Acceso a los elementos de una Serie</a:t>
            </a:r>
          </a:p>
        </p:txBody>
      </p:sp>
      <p:sp>
        <p:nvSpPr>
          <p:cNvPr id="3" name="Marcador de contenido 2">
            <a:extLst>
              <a:ext uri="{FF2B5EF4-FFF2-40B4-BE49-F238E27FC236}">
                <a16:creationId xmlns:a16="http://schemas.microsoft.com/office/drawing/2014/main" id="{3D9F713E-3DDC-4C0B-ADEB-2DA66513333D}"/>
              </a:ext>
            </a:extLst>
          </p:cNvPr>
          <p:cNvSpPr>
            <a:spLocks noGrp="1"/>
          </p:cNvSpPr>
          <p:nvPr>
            <p:ph idx="1"/>
          </p:nvPr>
        </p:nvSpPr>
        <p:spPr>
          <a:xfrm>
            <a:off x="4810259" y="649480"/>
            <a:ext cx="6555347" cy="5546047"/>
          </a:xfrm>
        </p:spPr>
        <p:txBody>
          <a:bodyPr anchor="ctr">
            <a:normAutofit/>
          </a:bodyPr>
          <a:lstStyle/>
          <a:p>
            <a:r>
              <a:rPr lang="es-MX" sz="1700" dirty="0"/>
              <a:t>El acceso a los elementos de un objeto del tipo Series puede ser a través de posiciones o través de índices (nombres).</a:t>
            </a:r>
          </a:p>
          <a:p>
            <a:pPr lvl="1"/>
            <a:r>
              <a:rPr lang="es-MX" sz="1700" dirty="0"/>
              <a:t>Acceso por posición: Se realiza de forma similar a como se accede a los elementos de un array.</a:t>
            </a:r>
          </a:p>
          <a:p>
            <a:pPr lvl="2"/>
            <a:r>
              <a:rPr lang="es-MX" sz="1700" dirty="0">
                <a:latin typeface="Courier New" panose="02070309020205020404" pitchFamily="49" charset="0"/>
                <a:cs typeface="Courier New" panose="02070309020205020404" pitchFamily="49" charset="0"/>
              </a:rPr>
              <a:t>s[i]</a:t>
            </a:r>
            <a:r>
              <a:rPr lang="es-MX" sz="1700" dirty="0"/>
              <a:t>: Devuelve el elemento que ocupa la posición i+1 en la serie s.</a:t>
            </a:r>
          </a:p>
          <a:p>
            <a:pPr lvl="2"/>
            <a:r>
              <a:rPr lang="es-MX" sz="1700" dirty="0">
                <a:latin typeface="Courier New" panose="02070309020205020404" pitchFamily="49" charset="0"/>
                <a:cs typeface="Courier New" panose="02070309020205020404" pitchFamily="49" charset="0"/>
              </a:rPr>
              <a:t>s[nombres]</a:t>
            </a:r>
            <a:r>
              <a:rPr lang="es-MX" sz="1700" dirty="0"/>
              <a:t>: Devuelve otra serie con los elementos con los nombres de la lista nombres en el índice.</a:t>
            </a:r>
          </a:p>
          <a:p>
            <a:pPr lvl="1"/>
            <a:r>
              <a:rPr lang="es-MX" sz="1700" dirty="0"/>
              <a:t>Acceso por índice</a:t>
            </a:r>
          </a:p>
          <a:p>
            <a:pPr lvl="2"/>
            <a:r>
              <a:rPr lang="es-MX" sz="1700" dirty="0">
                <a:latin typeface="Courier New" panose="02070309020205020404" pitchFamily="49" charset="0"/>
                <a:cs typeface="Courier New" panose="02070309020205020404" pitchFamily="49" charset="0"/>
              </a:rPr>
              <a:t>s[nombre]</a:t>
            </a:r>
            <a:r>
              <a:rPr lang="es-MX" sz="1700" dirty="0"/>
              <a:t>: Devuelve el elemento con el nombre </a:t>
            </a:r>
            <a:r>
              <a:rPr lang="es-MX" sz="1700" dirty="0" err="1"/>
              <a:t>nombre</a:t>
            </a:r>
            <a:r>
              <a:rPr lang="es-MX" sz="1700" dirty="0"/>
              <a:t> en el índice.</a:t>
            </a:r>
          </a:p>
          <a:p>
            <a:pPr lvl="2"/>
            <a:r>
              <a:rPr lang="es-MX" sz="1700" dirty="0">
                <a:latin typeface="Courier New" panose="02070309020205020404" pitchFamily="49" charset="0"/>
                <a:cs typeface="Courier New" panose="02070309020205020404" pitchFamily="49" charset="0"/>
              </a:rPr>
              <a:t>s[nombres]</a:t>
            </a:r>
            <a:r>
              <a:rPr lang="es-MX" sz="1700" dirty="0"/>
              <a:t>: Devuelve otra serie con los elementos correspondientes a los nombres indicadas en la lista nombres en el índice.</a:t>
            </a:r>
          </a:p>
          <a:p>
            <a:pPr lvl="1"/>
            <a:r>
              <a:rPr lang="es-MX" sz="1700" dirty="0"/>
              <a:t>Ejemplo:</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a:solidFill>
                  <a:srgbClr val="333333"/>
                </a:solidFill>
                <a:effectLst/>
                <a:latin typeface="Courier New" panose="02070309020205020404" pitchFamily="49" charset="0"/>
                <a:cs typeface="Courier New" panose="02070309020205020404" pitchFamily="49" charset="0"/>
              </a:rPr>
              <a:t>s[</a:t>
            </a:r>
            <a:r>
              <a:rPr lang="es-MX" sz="1800" b="0" i="0" dirty="0">
                <a:solidFill>
                  <a:srgbClr val="008080"/>
                </a:solidFill>
                <a:effectLst/>
                <a:latin typeface="Courier New" panose="02070309020205020404" pitchFamily="49" charset="0"/>
                <a:cs typeface="Courier New" panose="02070309020205020404" pitchFamily="49" charset="0"/>
              </a:rPr>
              <a:t>1</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008080"/>
                </a:solidFill>
                <a:effectLst/>
                <a:latin typeface="Courier New" panose="02070309020205020404" pitchFamily="49" charset="0"/>
                <a:cs typeface="Courier New" panose="02070309020205020404" pitchFamily="49" charset="0"/>
              </a:rPr>
              <a:t>3</a:t>
            </a:r>
            <a:r>
              <a:rPr lang="es-MX" sz="1800" b="0" i="0" dirty="0">
                <a:solidFill>
                  <a:srgbClr val="333333"/>
                </a:solidFill>
                <a:effectLst/>
                <a:latin typeface="Courier New" panose="02070309020205020404" pitchFamily="49" charset="0"/>
                <a:cs typeface="Courier New" panose="02070309020205020404" pitchFamily="49" charset="0"/>
              </a:rPr>
              <a:t>] </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a:solidFill>
                  <a:srgbClr val="333333"/>
                </a:solidFill>
                <a:effectLst/>
                <a:latin typeface="Courier New" panose="02070309020205020404" pitchFamily="49" charset="0"/>
                <a:cs typeface="Courier New" panose="02070309020205020404" pitchFamily="49" charset="0"/>
              </a:rPr>
              <a:t>s[</a:t>
            </a:r>
            <a:r>
              <a:rPr lang="es-MX" sz="1800" b="0" i="0" dirty="0">
                <a:solidFill>
                  <a:srgbClr val="DD1144"/>
                </a:solidFill>
                <a:effectLst/>
                <a:latin typeface="Courier New" panose="02070309020205020404" pitchFamily="49" charset="0"/>
                <a:cs typeface="Courier New" panose="02070309020205020404" pitchFamily="49" charset="0"/>
              </a:rPr>
              <a:t>'Economía’</a:t>
            </a:r>
            <a:r>
              <a:rPr lang="es-MX" sz="1800" b="0" i="0" dirty="0">
                <a:solidFill>
                  <a:srgbClr val="333333"/>
                </a:solidFill>
                <a:effectLst/>
                <a:latin typeface="Courier New" panose="02070309020205020404" pitchFamily="49" charset="0"/>
                <a:cs typeface="Courier New" panose="02070309020205020404" pitchFamily="49" charset="0"/>
              </a:rPr>
              <a:t>] </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a:solidFill>
                  <a:srgbClr val="333333"/>
                </a:solidFill>
                <a:effectLst/>
                <a:latin typeface="Courier New" panose="02070309020205020404" pitchFamily="49" charset="0"/>
                <a:cs typeface="Courier New" panose="02070309020205020404" pitchFamily="49" charset="0"/>
              </a:rPr>
              <a:t>s[[</a:t>
            </a:r>
            <a:r>
              <a:rPr lang="es-MX" sz="1800" b="0" i="0" dirty="0">
                <a:solidFill>
                  <a:srgbClr val="DD1144"/>
                </a:solidFill>
                <a:effectLst/>
                <a:latin typeface="Courier New" panose="02070309020205020404" pitchFamily="49" charset="0"/>
                <a:cs typeface="Courier New" panose="02070309020205020404" pitchFamily="49" charset="0"/>
              </a:rPr>
              <a:t>'Programación'</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'Matemáticas’</a:t>
            </a:r>
            <a:r>
              <a:rPr lang="es-MX" sz="1800" b="0" i="0" dirty="0">
                <a:solidFill>
                  <a:srgbClr val="333333"/>
                </a:solidFill>
                <a:effectLst/>
                <a:latin typeface="Courier New" panose="02070309020205020404" pitchFamily="49" charset="0"/>
                <a:cs typeface="Courier New" panose="02070309020205020404" pitchFamily="49" charset="0"/>
              </a:rPr>
              <a:t>]]</a:t>
            </a:r>
            <a:endParaRPr lang="es-MX" sz="1700" dirty="0"/>
          </a:p>
        </p:txBody>
      </p:sp>
    </p:spTree>
    <p:extLst>
      <p:ext uri="{BB962C8B-B14F-4D97-AF65-F5344CB8AC3E}">
        <p14:creationId xmlns:p14="http://schemas.microsoft.com/office/powerpoint/2010/main" val="4632672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3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5" name="Rectangle 3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Rectangle 3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 name="Freeform: Shape 4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41FEBF0-DC03-4266-BF0D-961D1E46541C}"/>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Resumen descriptivo de una Serie</a:t>
            </a:r>
          </a:p>
        </p:txBody>
      </p:sp>
      <p:sp>
        <p:nvSpPr>
          <p:cNvPr id="3" name="Marcador de contenido 2">
            <a:extLst>
              <a:ext uri="{FF2B5EF4-FFF2-40B4-BE49-F238E27FC236}">
                <a16:creationId xmlns:a16="http://schemas.microsoft.com/office/drawing/2014/main" id="{BE2D262B-7E2F-4A31-8F4C-0B2491090899}"/>
              </a:ext>
            </a:extLst>
          </p:cNvPr>
          <p:cNvSpPr>
            <a:spLocks noGrp="1"/>
          </p:cNvSpPr>
          <p:nvPr>
            <p:ph idx="1"/>
          </p:nvPr>
        </p:nvSpPr>
        <p:spPr>
          <a:xfrm>
            <a:off x="4810259" y="649480"/>
            <a:ext cx="6555347" cy="5546047"/>
          </a:xfrm>
        </p:spPr>
        <p:txBody>
          <a:bodyPr anchor="ctr">
            <a:normAutofit/>
          </a:bodyPr>
          <a:lstStyle/>
          <a:p>
            <a:r>
              <a:rPr lang="es-MX" sz="1700" dirty="0"/>
              <a:t>Las siguientes funciones permiten resumir varios aspectos de una serie:</a:t>
            </a:r>
          </a:p>
          <a:p>
            <a:pPr lvl="1"/>
            <a:r>
              <a:rPr lang="es-MX" sz="1700" dirty="0" err="1">
                <a:latin typeface="Courier New" panose="02070309020205020404" pitchFamily="49" charset="0"/>
                <a:cs typeface="Courier New" panose="02070309020205020404" pitchFamily="49" charset="0"/>
              </a:rPr>
              <a:t>s.count</a:t>
            </a:r>
            <a:r>
              <a:rPr lang="es-MX" sz="1700" dirty="0">
                <a:latin typeface="Courier New" panose="02070309020205020404" pitchFamily="49" charset="0"/>
                <a:cs typeface="Courier New" panose="02070309020205020404" pitchFamily="49" charset="0"/>
              </a:rPr>
              <a:t>()</a:t>
            </a:r>
            <a:r>
              <a:rPr lang="es-MX" sz="1700" dirty="0"/>
              <a:t>: Devuelve el número de elementos que no son nulos ni </a:t>
            </a:r>
            <a:r>
              <a:rPr lang="es-MX" sz="1700" dirty="0" err="1"/>
              <a:t>NaN</a:t>
            </a:r>
            <a:r>
              <a:rPr lang="es-MX" sz="1700" dirty="0"/>
              <a:t> en la serie s.</a:t>
            </a:r>
          </a:p>
          <a:p>
            <a:pPr lvl="1"/>
            <a:r>
              <a:rPr lang="es-MX" sz="1700" dirty="0" err="1">
                <a:latin typeface="Courier New" panose="02070309020205020404" pitchFamily="49" charset="0"/>
                <a:cs typeface="Courier New" panose="02070309020205020404" pitchFamily="49" charset="0"/>
              </a:rPr>
              <a:t>s.sum</a:t>
            </a:r>
            <a:r>
              <a:rPr lang="es-MX" sz="1700" dirty="0">
                <a:latin typeface="Courier New" panose="02070309020205020404" pitchFamily="49" charset="0"/>
                <a:cs typeface="Courier New" panose="02070309020205020404" pitchFamily="49" charset="0"/>
              </a:rPr>
              <a:t>()</a:t>
            </a:r>
            <a:r>
              <a:rPr lang="es-MX" sz="1700" dirty="0"/>
              <a:t>: Devuelve la suma de los datos de la serie s cuando los datos son de un tipo numérico, o la concatenación de ellos cuando son del tipo cadena </a:t>
            </a:r>
            <a:r>
              <a:rPr lang="es-MX" sz="1700" dirty="0" err="1"/>
              <a:t>str</a:t>
            </a:r>
            <a:r>
              <a:rPr lang="es-MX" sz="1700" dirty="0"/>
              <a:t>.</a:t>
            </a:r>
          </a:p>
          <a:p>
            <a:pPr lvl="1"/>
            <a:r>
              <a:rPr lang="es-MX" sz="1700" dirty="0" err="1">
                <a:latin typeface="Courier New" panose="02070309020205020404" pitchFamily="49" charset="0"/>
                <a:cs typeface="Courier New" panose="02070309020205020404" pitchFamily="49" charset="0"/>
              </a:rPr>
              <a:t>s.cumsum</a:t>
            </a:r>
            <a:r>
              <a:rPr lang="es-MX" sz="1700" dirty="0">
                <a:latin typeface="Courier New" panose="02070309020205020404" pitchFamily="49" charset="0"/>
                <a:cs typeface="Courier New" panose="02070309020205020404" pitchFamily="49" charset="0"/>
              </a:rPr>
              <a:t>()</a:t>
            </a:r>
            <a:r>
              <a:rPr lang="es-MX" sz="1700" dirty="0"/>
              <a:t>: Devuelve una serie con la suma acumulada de los datos de la serie s cuando los datos son de un tipo numérico.</a:t>
            </a:r>
          </a:p>
          <a:p>
            <a:pPr lvl="1"/>
            <a:r>
              <a:rPr lang="es-MX" sz="1700" dirty="0" err="1">
                <a:latin typeface="Courier New" panose="02070309020205020404" pitchFamily="49" charset="0"/>
                <a:cs typeface="Courier New" panose="02070309020205020404" pitchFamily="49" charset="0"/>
              </a:rPr>
              <a:t>s.value_counts</a:t>
            </a:r>
            <a:r>
              <a:rPr lang="es-MX" sz="1700" dirty="0">
                <a:latin typeface="Courier New" panose="02070309020205020404" pitchFamily="49" charset="0"/>
                <a:cs typeface="Courier New" panose="02070309020205020404" pitchFamily="49" charset="0"/>
              </a:rPr>
              <a:t>()</a:t>
            </a:r>
            <a:r>
              <a:rPr lang="es-MX" sz="1700" dirty="0"/>
              <a:t>: Devuelve una serie con la frecuencia (número de repeticiones) de cada valor de la serie s.</a:t>
            </a:r>
          </a:p>
          <a:p>
            <a:pPr lvl="1"/>
            <a:r>
              <a:rPr lang="es-MX" sz="1700" dirty="0" err="1">
                <a:latin typeface="Courier New" panose="02070309020205020404" pitchFamily="49" charset="0"/>
                <a:cs typeface="Courier New" panose="02070309020205020404" pitchFamily="49" charset="0"/>
              </a:rPr>
              <a:t>s.min</a:t>
            </a:r>
            <a:r>
              <a:rPr lang="es-MX" sz="1700" dirty="0">
                <a:latin typeface="Courier New" panose="02070309020205020404" pitchFamily="49" charset="0"/>
                <a:cs typeface="Courier New" panose="02070309020205020404" pitchFamily="49" charset="0"/>
              </a:rPr>
              <a:t>()</a:t>
            </a:r>
            <a:r>
              <a:rPr lang="es-MX" sz="1700" dirty="0"/>
              <a:t>: Devuelve el menor de los datos de la serie s.</a:t>
            </a:r>
          </a:p>
          <a:p>
            <a:pPr lvl="1"/>
            <a:r>
              <a:rPr lang="es-MX" sz="1700" dirty="0" err="1">
                <a:latin typeface="Courier New" panose="02070309020205020404" pitchFamily="49" charset="0"/>
                <a:cs typeface="Courier New" panose="02070309020205020404" pitchFamily="49" charset="0"/>
              </a:rPr>
              <a:t>s.max</a:t>
            </a:r>
            <a:r>
              <a:rPr lang="es-MX" sz="1700" dirty="0">
                <a:latin typeface="Courier New" panose="02070309020205020404" pitchFamily="49" charset="0"/>
                <a:cs typeface="Courier New" panose="02070309020205020404" pitchFamily="49" charset="0"/>
              </a:rPr>
              <a:t>()</a:t>
            </a:r>
            <a:r>
              <a:rPr lang="es-MX" sz="1700" dirty="0"/>
              <a:t>: Devuelve el mayor de los datos de la serie s.</a:t>
            </a:r>
          </a:p>
          <a:p>
            <a:pPr lvl="1"/>
            <a:r>
              <a:rPr lang="es-MX" sz="1700" dirty="0" err="1">
                <a:latin typeface="Courier New" panose="02070309020205020404" pitchFamily="49" charset="0"/>
                <a:cs typeface="Courier New" panose="02070309020205020404" pitchFamily="49" charset="0"/>
              </a:rPr>
              <a:t>s.mean</a:t>
            </a:r>
            <a:r>
              <a:rPr lang="es-MX" sz="1700" dirty="0">
                <a:latin typeface="Courier New" panose="02070309020205020404" pitchFamily="49" charset="0"/>
                <a:cs typeface="Courier New" panose="02070309020205020404" pitchFamily="49" charset="0"/>
              </a:rPr>
              <a:t>()</a:t>
            </a:r>
            <a:r>
              <a:rPr lang="es-MX" sz="1700" dirty="0"/>
              <a:t>: Devuelve la media de los datos de la serie s cuando los datos son de un tipo numérico.</a:t>
            </a:r>
          </a:p>
          <a:p>
            <a:pPr lvl="1"/>
            <a:r>
              <a:rPr lang="es-MX" sz="1700" dirty="0" err="1">
                <a:latin typeface="Courier New" panose="02070309020205020404" pitchFamily="49" charset="0"/>
                <a:cs typeface="Courier New" panose="02070309020205020404" pitchFamily="49" charset="0"/>
              </a:rPr>
              <a:t>s.std</a:t>
            </a:r>
            <a:r>
              <a:rPr lang="es-MX" sz="1700" dirty="0">
                <a:latin typeface="Courier New" panose="02070309020205020404" pitchFamily="49" charset="0"/>
                <a:cs typeface="Courier New" panose="02070309020205020404" pitchFamily="49" charset="0"/>
              </a:rPr>
              <a:t>()</a:t>
            </a:r>
            <a:r>
              <a:rPr lang="es-MX" sz="1700" dirty="0"/>
              <a:t>: Devuelve la desviación típica de los datos de la serie s cuando los datos son de un tipo numérico.</a:t>
            </a:r>
          </a:p>
          <a:p>
            <a:pPr lvl="1"/>
            <a:r>
              <a:rPr lang="es-MX" sz="1700" dirty="0" err="1">
                <a:latin typeface="Courier New" panose="02070309020205020404" pitchFamily="49" charset="0"/>
                <a:cs typeface="Courier New" panose="02070309020205020404" pitchFamily="49" charset="0"/>
              </a:rPr>
              <a:t>s.describe</a:t>
            </a:r>
            <a:r>
              <a:rPr lang="es-MX" sz="1700" dirty="0">
                <a:latin typeface="Courier New" panose="02070309020205020404" pitchFamily="49" charset="0"/>
                <a:cs typeface="Courier New" panose="02070309020205020404" pitchFamily="49" charset="0"/>
              </a:rPr>
              <a:t>()</a:t>
            </a:r>
            <a:r>
              <a:rPr lang="es-MX" sz="1700" dirty="0"/>
              <a:t>: Devuelve una serie con un resumen descriptivo que incluye el número de datos, su suma, el mínimo, el máximo, la media, la desviación típica y los cuartiles.</a:t>
            </a:r>
          </a:p>
        </p:txBody>
      </p:sp>
    </p:spTree>
    <p:extLst>
      <p:ext uri="{BB962C8B-B14F-4D97-AF65-F5344CB8AC3E}">
        <p14:creationId xmlns:p14="http://schemas.microsoft.com/office/powerpoint/2010/main" val="828362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825C6747-FD61-4D6F-BFA4-7CE504196A40}"/>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Ejemplo de trabajo con Series</a:t>
            </a:r>
          </a:p>
        </p:txBody>
      </p:sp>
      <p:sp>
        <p:nvSpPr>
          <p:cNvPr id="3" name="Marcador de contenido 2">
            <a:extLst>
              <a:ext uri="{FF2B5EF4-FFF2-40B4-BE49-F238E27FC236}">
                <a16:creationId xmlns:a16="http://schemas.microsoft.com/office/drawing/2014/main" id="{C347E86C-E4E7-4A4C-AE08-8203DD3051FF}"/>
              </a:ext>
            </a:extLst>
          </p:cNvPr>
          <p:cNvSpPr>
            <a:spLocks noGrp="1"/>
          </p:cNvSpPr>
          <p:nvPr>
            <p:ph idx="1"/>
          </p:nvPr>
        </p:nvSpPr>
        <p:spPr>
          <a:xfrm>
            <a:off x="4810259" y="649480"/>
            <a:ext cx="6555347" cy="5546047"/>
          </a:xfrm>
        </p:spPr>
        <p:txBody>
          <a:bodyPr numCol="2" anchor="ctr">
            <a:normAutofit/>
          </a:bodyPr>
          <a:lstStyle/>
          <a:p>
            <a:pPr marL="0"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1" i="0" dirty="0" err="1">
                <a:solidFill>
                  <a:srgbClr val="333333"/>
                </a:solidFill>
                <a:effectLst/>
                <a:latin typeface="Courier New" panose="02070309020205020404" pitchFamily="49" charset="0"/>
                <a:cs typeface="Courier New" panose="02070309020205020404" pitchFamily="49" charset="0"/>
              </a:rPr>
              <a:t>import</a:t>
            </a:r>
            <a:r>
              <a:rPr lang="es-MX" sz="2000" b="0" i="0" dirty="0">
                <a:solidFill>
                  <a:srgbClr val="333333"/>
                </a:solidFill>
                <a:effectLst/>
                <a:latin typeface="Courier New" panose="02070309020205020404" pitchFamily="49" charset="0"/>
                <a:cs typeface="Courier New" panose="02070309020205020404" pitchFamily="49" charset="0"/>
              </a:rPr>
              <a:t> pandas </a:t>
            </a:r>
            <a:r>
              <a:rPr lang="es-MX" sz="2000" b="1" i="0" dirty="0">
                <a:solidFill>
                  <a:srgbClr val="333333"/>
                </a:solidFill>
                <a:effectLst/>
                <a:latin typeface="Courier New" panose="02070309020205020404" pitchFamily="49" charset="0"/>
                <a:cs typeface="Courier New" panose="02070309020205020404" pitchFamily="49" charset="0"/>
              </a:rPr>
              <a:t>as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pd</a:t>
            </a:r>
            <a:r>
              <a:rPr lang="es-MX" sz="2000" b="0" i="0" dirty="0">
                <a:solidFill>
                  <a:srgbClr val="333333"/>
                </a:solidFill>
                <a:effectLst/>
                <a:latin typeface="Courier New" panose="02070309020205020404" pitchFamily="49" charset="0"/>
                <a:cs typeface="Courier New" panose="02070309020205020404" pitchFamily="49" charset="0"/>
              </a:rPr>
              <a:t> </a:t>
            </a:r>
          </a:p>
          <a:p>
            <a:pPr marL="0"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a:solidFill>
                  <a:srgbClr val="333333"/>
                </a:solidFill>
                <a:effectLst/>
                <a:latin typeface="Courier New" panose="02070309020205020404" pitchFamily="49" charset="0"/>
                <a:cs typeface="Courier New" panose="02070309020205020404" pitchFamily="49" charset="0"/>
              </a:rPr>
              <a:t>s = </a:t>
            </a:r>
            <a:r>
              <a:rPr lang="es-MX" sz="2000" b="0" i="0" dirty="0" err="1">
                <a:solidFill>
                  <a:srgbClr val="333333"/>
                </a:solidFill>
                <a:effectLst/>
                <a:latin typeface="Courier New" panose="02070309020205020404" pitchFamily="49" charset="0"/>
                <a:cs typeface="Courier New" panose="02070309020205020404" pitchFamily="49" charset="0"/>
              </a:rPr>
              <a:t>pd.Series</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008080"/>
                </a:solidFill>
                <a:effectLst/>
                <a:latin typeface="Courier New" panose="02070309020205020404" pitchFamily="49" charset="0"/>
                <a:cs typeface="Courier New" panose="02070309020205020404" pitchFamily="49" charset="0"/>
              </a:rPr>
              <a:t>1</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1</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1</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1</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2</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2</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2</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3</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3</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4</a:t>
            </a:r>
            <a:r>
              <a:rPr lang="es-MX" sz="2000" b="0" i="0" dirty="0">
                <a:solidFill>
                  <a:srgbClr val="333333"/>
                </a:solidFill>
                <a:effectLst/>
                <a:latin typeface="Courier New" panose="02070309020205020404" pitchFamily="49" charset="0"/>
                <a:cs typeface="Courier New" panose="02070309020205020404" pitchFamily="49" charset="0"/>
              </a:rPr>
              <a:t>])</a:t>
            </a:r>
          </a:p>
          <a:p>
            <a:pPr marL="0"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s.count</a:t>
            </a:r>
            <a:r>
              <a:rPr lang="es-MX" sz="2000" b="0" i="0" dirty="0">
                <a:solidFill>
                  <a:srgbClr val="333333"/>
                </a:solidFill>
                <a:effectLst/>
                <a:latin typeface="Courier New" panose="02070309020205020404" pitchFamily="49" charset="0"/>
                <a:cs typeface="Courier New" panose="02070309020205020404" pitchFamily="49" charset="0"/>
              </a:rPr>
              <a:t>()</a:t>
            </a:r>
            <a:endParaRPr lang="es-MX" sz="2000" b="0" i="0" dirty="0">
              <a:solidFill>
                <a:srgbClr val="008080"/>
              </a:solidFill>
              <a:effectLst/>
              <a:latin typeface="Courier New" panose="02070309020205020404" pitchFamily="49" charset="0"/>
              <a:cs typeface="Courier New" panose="02070309020205020404" pitchFamily="49" charset="0"/>
            </a:endParaRPr>
          </a:p>
          <a:p>
            <a:pPr marL="0"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s.sum</a:t>
            </a:r>
            <a:r>
              <a:rPr lang="es-MX" sz="2000" b="0" i="0" dirty="0">
                <a:solidFill>
                  <a:srgbClr val="333333"/>
                </a:solidFill>
                <a:effectLst/>
                <a:latin typeface="Courier New" panose="02070309020205020404" pitchFamily="49" charset="0"/>
                <a:cs typeface="Courier New" panose="02070309020205020404" pitchFamily="49" charset="0"/>
              </a:rPr>
              <a:t>()</a:t>
            </a:r>
          </a:p>
          <a:p>
            <a:pPr marL="0"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s.cumsum</a:t>
            </a:r>
            <a:r>
              <a:rPr lang="es-MX" sz="2000" b="0" i="0" dirty="0">
                <a:solidFill>
                  <a:srgbClr val="333333"/>
                </a:solidFill>
                <a:effectLst/>
                <a:latin typeface="Courier New" panose="02070309020205020404" pitchFamily="49" charset="0"/>
                <a:cs typeface="Courier New" panose="02070309020205020404" pitchFamily="49" charset="0"/>
              </a:rPr>
              <a:t>()</a:t>
            </a:r>
          </a:p>
          <a:p>
            <a:pPr marL="0"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1" i="0" dirty="0" err="1">
                <a:solidFill>
                  <a:srgbClr val="999999"/>
                </a:solidFill>
                <a:effectLst/>
                <a:latin typeface="Courier New" panose="02070309020205020404" pitchFamily="49" charset="0"/>
                <a:cs typeface="Courier New" panose="02070309020205020404" pitchFamily="49" charset="0"/>
              </a:rPr>
              <a:t>s</a:t>
            </a:r>
            <a:r>
              <a:rPr lang="es-MX" sz="2000" b="0" i="0" dirty="0" err="1">
                <a:solidFill>
                  <a:srgbClr val="333333"/>
                </a:solidFill>
                <a:effectLst/>
                <a:latin typeface="Courier New" panose="02070309020205020404" pitchFamily="49" charset="0"/>
                <a:cs typeface="Courier New" panose="02070309020205020404" pitchFamily="49" charset="0"/>
              </a:rPr>
              <a:t>.value_counts</a:t>
            </a:r>
            <a:r>
              <a:rPr lang="es-MX" sz="2000" b="0" i="0" dirty="0">
                <a:solidFill>
                  <a:srgbClr val="333333"/>
                </a:solidFill>
                <a:effectLst/>
                <a:latin typeface="Courier New" panose="02070309020205020404" pitchFamily="49" charset="0"/>
                <a:cs typeface="Courier New" panose="02070309020205020404" pitchFamily="49" charset="0"/>
              </a:rPr>
              <a:t>()</a:t>
            </a:r>
          </a:p>
          <a:p>
            <a:pPr marL="0"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s.value_counts</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err="1">
                <a:solidFill>
                  <a:srgbClr val="333333"/>
                </a:solidFill>
                <a:effectLst/>
                <a:latin typeface="Courier New" panose="02070309020205020404" pitchFamily="49" charset="0"/>
                <a:cs typeface="Courier New" panose="02070309020205020404" pitchFamily="49" charset="0"/>
              </a:rPr>
              <a:t>normalize</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008080"/>
                </a:solidFill>
                <a:effectLst/>
                <a:latin typeface="Courier New" panose="02070309020205020404" pitchFamily="49" charset="0"/>
                <a:cs typeface="Courier New" panose="02070309020205020404" pitchFamily="49" charset="0"/>
              </a:rPr>
              <a:t>True</a:t>
            </a:r>
            <a:r>
              <a:rPr lang="es-MX" sz="2000" b="0" i="0" dirty="0">
                <a:solidFill>
                  <a:srgbClr val="333333"/>
                </a:solidFill>
                <a:effectLst/>
                <a:latin typeface="Courier New" panose="02070309020205020404" pitchFamily="49" charset="0"/>
                <a:cs typeface="Courier New" panose="02070309020205020404" pitchFamily="49" charset="0"/>
              </a:rPr>
              <a:t>)</a:t>
            </a:r>
          </a:p>
          <a:p>
            <a:pPr marL="0"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s.min</a:t>
            </a:r>
            <a:r>
              <a:rPr lang="es-MX" sz="2000" b="0" i="0" dirty="0">
                <a:solidFill>
                  <a:srgbClr val="333333"/>
                </a:solidFill>
                <a:effectLst/>
                <a:latin typeface="Courier New" panose="02070309020205020404" pitchFamily="49" charset="0"/>
                <a:cs typeface="Courier New" panose="02070309020205020404" pitchFamily="49" charset="0"/>
              </a:rPr>
              <a:t>()</a:t>
            </a:r>
          </a:p>
          <a:p>
            <a:pPr marL="0"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s.max</a:t>
            </a:r>
            <a:r>
              <a:rPr lang="es-MX" sz="2000" b="0" i="0" dirty="0">
                <a:solidFill>
                  <a:srgbClr val="333333"/>
                </a:solidFill>
                <a:effectLst/>
                <a:latin typeface="Courier New" panose="02070309020205020404" pitchFamily="49" charset="0"/>
                <a:cs typeface="Courier New" panose="02070309020205020404" pitchFamily="49" charset="0"/>
              </a:rPr>
              <a:t>()</a:t>
            </a:r>
          </a:p>
          <a:p>
            <a:pPr marL="0"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s.mean</a:t>
            </a:r>
            <a:r>
              <a:rPr lang="es-MX" sz="2000" b="0" i="0" dirty="0">
                <a:solidFill>
                  <a:srgbClr val="333333"/>
                </a:solidFill>
                <a:effectLst/>
                <a:latin typeface="Courier New" panose="02070309020205020404" pitchFamily="49" charset="0"/>
                <a:cs typeface="Courier New" panose="02070309020205020404" pitchFamily="49" charset="0"/>
              </a:rPr>
              <a:t>()</a:t>
            </a:r>
          </a:p>
          <a:p>
            <a:pPr marL="0"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s.std</a:t>
            </a:r>
            <a:r>
              <a:rPr lang="es-MX" sz="2000" b="0" i="0" dirty="0">
                <a:solidFill>
                  <a:srgbClr val="333333"/>
                </a:solidFill>
                <a:effectLst/>
                <a:latin typeface="Courier New" panose="02070309020205020404" pitchFamily="49" charset="0"/>
                <a:cs typeface="Courier New" panose="02070309020205020404" pitchFamily="49" charset="0"/>
              </a:rPr>
              <a:t>()</a:t>
            </a:r>
          </a:p>
          <a:p>
            <a:pPr marL="0"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s.describe</a:t>
            </a:r>
            <a:r>
              <a:rPr lang="es-MX" sz="2000" b="0" i="0" dirty="0">
                <a:solidFill>
                  <a:srgbClr val="333333"/>
                </a:solidFill>
                <a:effectLst/>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143250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190BE1AA-EC29-4D14-ACD1-5657C6FCE090}"/>
              </a:ext>
            </a:extLst>
          </p:cNvPr>
          <p:cNvSpPr>
            <a:spLocks noGrp="1"/>
          </p:cNvSpPr>
          <p:nvPr>
            <p:ph type="title"/>
          </p:nvPr>
        </p:nvSpPr>
        <p:spPr>
          <a:xfrm>
            <a:off x="1136397" y="502021"/>
            <a:ext cx="4959603" cy="1642969"/>
          </a:xfrm>
        </p:spPr>
        <p:txBody>
          <a:bodyPr anchor="b">
            <a:normAutofit/>
          </a:bodyPr>
          <a:lstStyle/>
          <a:p>
            <a:r>
              <a:rPr lang="es-MX" sz="3700"/>
              <a:t>Operadores matemáticos sobre Series</a:t>
            </a:r>
          </a:p>
        </p:txBody>
      </p:sp>
      <p:sp>
        <p:nvSpPr>
          <p:cNvPr id="3" name="Marcador de contenido 2">
            <a:extLst>
              <a:ext uri="{FF2B5EF4-FFF2-40B4-BE49-F238E27FC236}">
                <a16:creationId xmlns:a16="http://schemas.microsoft.com/office/drawing/2014/main" id="{40E90B11-F592-4F11-BBD0-8A0F4AB0B4EC}"/>
              </a:ext>
            </a:extLst>
          </p:cNvPr>
          <p:cNvSpPr>
            <a:spLocks noGrp="1"/>
          </p:cNvSpPr>
          <p:nvPr>
            <p:ph idx="1"/>
          </p:nvPr>
        </p:nvSpPr>
        <p:spPr>
          <a:xfrm>
            <a:off x="1136397" y="2418408"/>
            <a:ext cx="4959603" cy="3522569"/>
          </a:xfrm>
        </p:spPr>
        <p:txBody>
          <a:bodyPr anchor="t">
            <a:normAutofit/>
          </a:bodyPr>
          <a:lstStyle/>
          <a:p>
            <a:r>
              <a:rPr lang="es-MX" sz="1700" dirty="0"/>
              <a:t>Los operadores binarios </a:t>
            </a:r>
            <a:r>
              <a:rPr lang="es-MX" sz="1700" dirty="0">
                <a:latin typeface="Courier New" panose="02070309020205020404" pitchFamily="49" charset="0"/>
                <a:cs typeface="Courier New" panose="02070309020205020404" pitchFamily="49" charset="0"/>
              </a:rPr>
              <a:t>(+, *, /</a:t>
            </a:r>
            <a:r>
              <a:rPr lang="es-MX" sz="1700" dirty="0"/>
              <a:t>, etc.) pueden utilizarse con una serie, y devuelven otra serie con el resultado de aplicar la operación a cada elemento de la serie.</a:t>
            </a:r>
          </a:p>
          <a:p>
            <a:r>
              <a:rPr lang="es-MX" sz="1700" dirty="0"/>
              <a:t>Ejemplo:</a:t>
            </a: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1" i="0" dirty="0" err="1">
                <a:solidFill>
                  <a:srgbClr val="333333"/>
                </a:solidFill>
                <a:effectLst/>
                <a:latin typeface="Courier New" panose="02070309020205020404" pitchFamily="49" charset="0"/>
                <a:cs typeface="Courier New" panose="02070309020205020404" pitchFamily="49" charset="0"/>
              </a:rPr>
              <a:t>import</a:t>
            </a:r>
            <a:r>
              <a:rPr lang="es-MX" sz="1800" b="0" i="0" dirty="0">
                <a:solidFill>
                  <a:srgbClr val="333333"/>
                </a:solidFill>
                <a:effectLst/>
                <a:latin typeface="Courier New" panose="02070309020205020404" pitchFamily="49" charset="0"/>
                <a:cs typeface="Courier New" panose="02070309020205020404" pitchFamily="49" charset="0"/>
              </a:rPr>
              <a:t> pandas </a:t>
            </a:r>
            <a:r>
              <a:rPr lang="es-MX" sz="1800" b="1" i="0" dirty="0">
                <a:solidFill>
                  <a:srgbClr val="333333"/>
                </a:solidFill>
                <a:effectLst/>
                <a:latin typeface="Courier New" panose="02070309020205020404" pitchFamily="49" charset="0"/>
                <a:cs typeface="Courier New" panose="02070309020205020404" pitchFamily="49" charset="0"/>
              </a:rPr>
              <a:t>as</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pd</a:t>
            </a:r>
            <a:r>
              <a:rPr lang="es-MX" sz="1800" b="0" i="0" dirty="0">
                <a:solidFill>
                  <a:srgbClr val="333333"/>
                </a:solidFill>
                <a:effectLst/>
                <a:latin typeface="Courier New" panose="02070309020205020404" pitchFamily="49" charset="0"/>
                <a:cs typeface="Courier New" panose="02070309020205020404" pitchFamily="49" charset="0"/>
              </a:rPr>
              <a:t> </a:t>
            </a: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a:solidFill>
                  <a:srgbClr val="333333"/>
                </a:solidFill>
                <a:effectLst/>
                <a:latin typeface="Courier New" panose="02070309020205020404" pitchFamily="49" charset="0"/>
                <a:cs typeface="Courier New" panose="02070309020205020404" pitchFamily="49" charset="0"/>
              </a:rPr>
              <a:t>s = </a:t>
            </a:r>
            <a:r>
              <a:rPr lang="es-MX" sz="1800" b="0" i="0" dirty="0" err="1">
                <a:solidFill>
                  <a:srgbClr val="333333"/>
                </a:solidFill>
                <a:effectLst/>
                <a:latin typeface="Courier New" panose="02070309020205020404" pitchFamily="49" charset="0"/>
                <a:cs typeface="Courier New" panose="02070309020205020404" pitchFamily="49" charset="0"/>
              </a:rPr>
              <a:t>pd.Series</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008080"/>
                </a:solidFill>
                <a:effectLst/>
                <a:latin typeface="Courier New" panose="02070309020205020404" pitchFamily="49" charset="0"/>
                <a:cs typeface="Courier New" panose="02070309020205020404" pitchFamily="49" charset="0"/>
              </a:rPr>
              <a:t>1</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008080"/>
                </a:solidFill>
                <a:effectLst/>
                <a:latin typeface="Courier New" panose="02070309020205020404" pitchFamily="49" charset="0"/>
                <a:cs typeface="Courier New" panose="02070309020205020404" pitchFamily="49" charset="0"/>
              </a:rPr>
              <a:t>2</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008080"/>
                </a:solidFill>
                <a:effectLst/>
                <a:latin typeface="Courier New" panose="02070309020205020404" pitchFamily="49" charset="0"/>
                <a:cs typeface="Courier New" panose="02070309020205020404" pitchFamily="49" charset="0"/>
              </a:rPr>
              <a:t>3</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008080"/>
                </a:solidFill>
                <a:effectLst/>
                <a:latin typeface="Courier New" panose="02070309020205020404" pitchFamily="49" charset="0"/>
                <a:cs typeface="Courier New" panose="02070309020205020404" pitchFamily="49" charset="0"/>
              </a:rPr>
              <a:t>4</a:t>
            </a:r>
            <a:r>
              <a:rPr lang="es-MX" sz="1800" b="0" i="0" dirty="0">
                <a:solidFill>
                  <a:srgbClr val="333333"/>
                </a:solidFill>
                <a:effectLst/>
                <a:latin typeface="Courier New" panose="02070309020205020404" pitchFamily="49" charset="0"/>
                <a:cs typeface="Courier New" panose="02070309020205020404" pitchFamily="49" charset="0"/>
              </a:rPr>
              <a:t>]) </a:t>
            </a: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a:solidFill>
                  <a:srgbClr val="333333"/>
                </a:solidFill>
                <a:effectLst/>
                <a:latin typeface="Courier New" panose="02070309020205020404" pitchFamily="49" charset="0"/>
                <a:cs typeface="Courier New" panose="02070309020205020404" pitchFamily="49" charset="0"/>
              </a:rPr>
              <a:t>s*2</a:t>
            </a: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a:solidFill>
                  <a:srgbClr val="333333"/>
                </a:solidFill>
                <a:effectLst/>
                <a:latin typeface="Courier New" panose="02070309020205020404" pitchFamily="49" charset="0"/>
                <a:cs typeface="Courier New" panose="02070309020205020404" pitchFamily="49" charset="0"/>
              </a:rPr>
              <a:t>s%</a:t>
            </a:r>
            <a:r>
              <a:rPr lang="es-MX" sz="1800" b="0" i="0" dirty="0">
                <a:solidFill>
                  <a:srgbClr val="008080"/>
                </a:solidFill>
                <a:effectLst/>
                <a:latin typeface="Courier New" panose="02070309020205020404" pitchFamily="49" charset="0"/>
                <a:cs typeface="Courier New" panose="02070309020205020404" pitchFamily="49" charset="0"/>
              </a:rPr>
              <a:t>2</a:t>
            </a:r>
            <a:r>
              <a:rPr lang="es-MX" sz="1800" b="0" i="0" dirty="0">
                <a:solidFill>
                  <a:srgbClr val="333333"/>
                </a:solidFill>
                <a:effectLst/>
                <a:latin typeface="Courier New" panose="02070309020205020404" pitchFamily="49" charset="0"/>
                <a:cs typeface="Courier New" panose="02070309020205020404" pitchFamily="49" charset="0"/>
              </a:rPr>
              <a:t> </a:t>
            </a: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a:solidFill>
                  <a:srgbClr val="333333"/>
                </a:solidFill>
                <a:effectLst/>
                <a:latin typeface="Courier New" panose="02070309020205020404" pitchFamily="49" charset="0"/>
                <a:cs typeface="Courier New" panose="02070309020205020404" pitchFamily="49" charset="0"/>
              </a:rPr>
              <a:t>s = </a:t>
            </a:r>
            <a:r>
              <a:rPr lang="es-MX" sz="1800" b="0" i="0" dirty="0" err="1">
                <a:solidFill>
                  <a:srgbClr val="333333"/>
                </a:solidFill>
                <a:effectLst/>
                <a:latin typeface="Courier New" panose="02070309020205020404" pitchFamily="49" charset="0"/>
                <a:cs typeface="Courier New" panose="02070309020205020404" pitchFamily="49" charset="0"/>
              </a:rPr>
              <a:t>pd.Series</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'a'</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'b'</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'c’</a:t>
            </a:r>
            <a:r>
              <a:rPr lang="es-MX" sz="1800" b="0" i="0" dirty="0">
                <a:solidFill>
                  <a:srgbClr val="333333"/>
                </a:solidFill>
                <a:effectLst/>
                <a:latin typeface="Courier New" panose="02070309020205020404" pitchFamily="49" charset="0"/>
                <a:cs typeface="Courier New" panose="02070309020205020404" pitchFamily="49" charset="0"/>
              </a:rPr>
              <a:t>]) </a:t>
            </a: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a:solidFill>
                  <a:srgbClr val="333333"/>
                </a:solidFill>
                <a:effectLst/>
                <a:latin typeface="Courier New" panose="02070309020205020404" pitchFamily="49" charset="0"/>
                <a:cs typeface="Courier New" panose="02070309020205020404" pitchFamily="49" charset="0"/>
              </a:rPr>
              <a:t>s*</a:t>
            </a:r>
            <a:r>
              <a:rPr lang="es-MX" sz="1800" b="0" i="0" dirty="0">
                <a:solidFill>
                  <a:srgbClr val="008080"/>
                </a:solidFill>
                <a:effectLst/>
                <a:latin typeface="Courier New" panose="02070309020205020404" pitchFamily="49" charset="0"/>
                <a:cs typeface="Courier New" panose="02070309020205020404" pitchFamily="49" charset="0"/>
              </a:rPr>
              <a:t>5</a:t>
            </a:r>
            <a:endParaRPr lang="es-MX" sz="1800" dirty="0">
              <a:latin typeface="Courier New" panose="02070309020205020404" pitchFamily="49" charset="0"/>
              <a:cs typeface="Courier New" panose="02070309020205020404" pitchFamily="49" charset="0"/>
            </a:endParaRPr>
          </a:p>
        </p:txBody>
      </p:sp>
      <p:pic>
        <p:nvPicPr>
          <p:cNvPr id="21506" name="Picture 2" descr="Python: Aprendiendo desde cero VI – Operadores - Blog Virtualizacion">
            <a:extLst>
              <a:ext uri="{FF2B5EF4-FFF2-40B4-BE49-F238E27FC236}">
                <a16:creationId xmlns:a16="http://schemas.microsoft.com/office/drawing/2014/main" id="{F617705C-C62B-4936-9C7E-C9A94108A90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12442" y="1362756"/>
            <a:ext cx="5201023" cy="371873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9513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9EE76E20-EAE4-4F6A-B858-25BB47D54515}"/>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Filtrado en Series</a:t>
            </a:r>
          </a:p>
        </p:txBody>
      </p:sp>
      <p:sp>
        <p:nvSpPr>
          <p:cNvPr id="3" name="Marcador de contenido 2">
            <a:extLst>
              <a:ext uri="{FF2B5EF4-FFF2-40B4-BE49-F238E27FC236}">
                <a16:creationId xmlns:a16="http://schemas.microsoft.com/office/drawing/2014/main" id="{BBB21042-4A16-40E4-9C5A-EBC3AE95AA29}"/>
              </a:ext>
            </a:extLst>
          </p:cNvPr>
          <p:cNvSpPr>
            <a:spLocks noGrp="1"/>
          </p:cNvSpPr>
          <p:nvPr>
            <p:ph idx="1"/>
          </p:nvPr>
        </p:nvSpPr>
        <p:spPr>
          <a:xfrm>
            <a:off x="4810259" y="649480"/>
            <a:ext cx="6555347" cy="5546047"/>
          </a:xfrm>
        </p:spPr>
        <p:txBody>
          <a:bodyPr anchor="ctr">
            <a:normAutofit/>
          </a:bodyPr>
          <a:lstStyle/>
          <a:p>
            <a:r>
              <a:rPr lang="es-MX" sz="2000" dirty="0"/>
              <a:t>Para filtrar una serie y obtener con los valores que cumplen una determinada condición se utiliza el siguiente método:</a:t>
            </a:r>
          </a:p>
          <a:p>
            <a:pPr lvl="1"/>
            <a:r>
              <a:rPr lang="es-MX" sz="2000" dirty="0">
                <a:latin typeface="Courier New" panose="02070309020205020404" pitchFamily="49" charset="0"/>
                <a:cs typeface="Courier New" panose="02070309020205020404" pitchFamily="49" charset="0"/>
              </a:rPr>
              <a:t>s[</a:t>
            </a:r>
            <a:r>
              <a:rPr lang="es-MX" sz="2000" dirty="0" err="1">
                <a:latin typeface="Courier New" panose="02070309020205020404" pitchFamily="49" charset="0"/>
                <a:cs typeface="Courier New" panose="02070309020205020404" pitchFamily="49" charset="0"/>
              </a:rPr>
              <a:t>condicion</a:t>
            </a:r>
            <a:r>
              <a:rPr lang="es-MX" sz="2000" dirty="0">
                <a:latin typeface="Courier New" panose="02070309020205020404" pitchFamily="49" charset="0"/>
                <a:cs typeface="Courier New" panose="02070309020205020404" pitchFamily="49" charset="0"/>
              </a:rPr>
              <a:t>]</a:t>
            </a:r>
            <a:r>
              <a:rPr lang="es-MX" sz="2000" dirty="0"/>
              <a:t>: Devuelve una serie con los elementos de la serie s que se corresponden con el valor True de la lista booleana </a:t>
            </a:r>
            <a:r>
              <a:rPr lang="es-MX" sz="2000" dirty="0" err="1">
                <a:latin typeface="Courier New" panose="02070309020205020404" pitchFamily="49" charset="0"/>
                <a:cs typeface="Courier New" panose="02070309020205020404" pitchFamily="49" charset="0"/>
              </a:rPr>
              <a:t>condicion</a:t>
            </a:r>
            <a:r>
              <a:rPr lang="es-MX" sz="2000" dirty="0"/>
              <a:t>. </a:t>
            </a:r>
            <a:r>
              <a:rPr lang="es-MX" sz="2000" dirty="0" err="1">
                <a:latin typeface="Courier New" panose="02070309020205020404" pitchFamily="49" charset="0"/>
                <a:cs typeface="Courier New" panose="02070309020205020404" pitchFamily="49" charset="0"/>
              </a:rPr>
              <a:t>condicion</a:t>
            </a:r>
            <a:r>
              <a:rPr lang="es-MX" sz="2000" dirty="0"/>
              <a:t> debe ser una lista de valores booleanos de la misma longitud que la serie.</a:t>
            </a:r>
          </a:p>
          <a:p>
            <a:r>
              <a:rPr lang="es-MX" sz="2000" dirty="0"/>
              <a:t>Ejemplo:</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1" i="0" dirty="0" err="1">
                <a:solidFill>
                  <a:srgbClr val="333333"/>
                </a:solidFill>
                <a:effectLst/>
                <a:latin typeface="Courier New" panose="02070309020205020404" pitchFamily="49" charset="0"/>
                <a:cs typeface="Courier New" panose="02070309020205020404" pitchFamily="49" charset="0"/>
              </a:rPr>
              <a:t>import</a:t>
            </a:r>
            <a:r>
              <a:rPr lang="es-MX" sz="2000" b="0" i="0" dirty="0">
                <a:solidFill>
                  <a:srgbClr val="333333"/>
                </a:solidFill>
                <a:effectLst/>
                <a:latin typeface="Courier New" panose="02070309020205020404" pitchFamily="49" charset="0"/>
                <a:cs typeface="Courier New" panose="02070309020205020404" pitchFamily="49" charset="0"/>
              </a:rPr>
              <a:t> pandas </a:t>
            </a:r>
            <a:r>
              <a:rPr lang="es-MX" sz="2000" b="1" i="0" dirty="0">
                <a:solidFill>
                  <a:srgbClr val="333333"/>
                </a:solidFill>
                <a:effectLst/>
                <a:latin typeface="Courier New" panose="02070309020205020404" pitchFamily="49" charset="0"/>
                <a:cs typeface="Courier New" panose="02070309020205020404" pitchFamily="49" charset="0"/>
              </a:rPr>
              <a:t>as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pd</a:t>
            </a:r>
            <a:endParaRPr lang="es-MX" sz="2000" b="0" i="0" dirty="0">
              <a:solidFill>
                <a:srgbClr val="333333"/>
              </a:solidFill>
              <a:effectLst/>
              <a:latin typeface="Courier New" panose="02070309020205020404" pitchFamily="49" charset="0"/>
              <a:cs typeface="Courier New" panose="02070309020205020404" pitchFamily="49" charset="0"/>
            </a:endParaRP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a:solidFill>
                  <a:srgbClr val="333333"/>
                </a:solidFill>
                <a:effectLst/>
                <a:latin typeface="Courier New" panose="02070309020205020404" pitchFamily="49" charset="0"/>
                <a:cs typeface="Courier New" panose="02070309020205020404" pitchFamily="49" charset="0"/>
              </a:rPr>
              <a:t>s = </a:t>
            </a:r>
            <a:r>
              <a:rPr lang="es-MX" sz="2000" b="0" i="0" dirty="0" err="1">
                <a:solidFill>
                  <a:srgbClr val="333333"/>
                </a:solidFill>
                <a:effectLst/>
                <a:latin typeface="Courier New" panose="02070309020205020404" pitchFamily="49" charset="0"/>
                <a:cs typeface="Courier New" panose="02070309020205020404" pitchFamily="49" charset="0"/>
              </a:rPr>
              <a:t>pd.Series</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DD1144"/>
                </a:solidFill>
                <a:effectLst/>
                <a:latin typeface="Courier New" panose="02070309020205020404" pitchFamily="49" charset="0"/>
                <a:cs typeface="Courier New" panose="02070309020205020404" pitchFamily="49" charset="0"/>
              </a:rPr>
              <a:t>'Matemáticas'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6.0</a:t>
            </a:r>
            <a:r>
              <a:rPr lang="es-MX" sz="2000" b="0" i="0" dirty="0">
                <a:solidFill>
                  <a:srgbClr val="333333"/>
                </a:solidFill>
                <a:effectLst/>
                <a:latin typeface="Courier New" panose="02070309020205020404" pitchFamily="49" charset="0"/>
                <a:cs typeface="Courier New" panose="02070309020205020404" pitchFamily="49" charset="0"/>
              </a:rPr>
              <a:t>, </a:t>
            </a:r>
          </a:p>
          <a:p>
            <a:pPr marL="457200" lvl="1" indent="0">
              <a:buNone/>
            </a:pPr>
            <a:r>
              <a:rPr lang="es-MX" sz="2000" b="0" i="0" dirty="0">
                <a:solidFill>
                  <a:srgbClr val="DD1144"/>
                </a:solidFill>
                <a:effectLst/>
                <a:latin typeface="Courier New" panose="02070309020205020404" pitchFamily="49" charset="0"/>
                <a:cs typeface="Courier New" panose="02070309020205020404" pitchFamily="49" charset="0"/>
              </a:rPr>
              <a:t>'Economía'</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4.5</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'Programación'</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8.5</a:t>
            </a:r>
            <a:r>
              <a:rPr lang="es-MX" sz="20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print</a:t>
            </a:r>
            <a:r>
              <a:rPr lang="es-MX" sz="2000" b="0" i="0" dirty="0">
                <a:solidFill>
                  <a:srgbClr val="333333"/>
                </a:solidFill>
                <a:effectLst/>
                <a:latin typeface="Courier New" panose="02070309020205020404" pitchFamily="49" charset="0"/>
                <a:cs typeface="Courier New" panose="02070309020205020404" pitchFamily="49" charset="0"/>
              </a:rPr>
              <a:t>(s[s &gt; </a:t>
            </a:r>
            <a:r>
              <a:rPr lang="es-MX" sz="2000" b="0" i="0" dirty="0">
                <a:solidFill>
                  <a:srgbClr val="008080"/>
                </a:solidFill>
                <a:effectLst/>
                <a:latin typeface="Courier New" panose="02070309020205020404" pitchFamily="49" charset="0"/>
                <a:cs typeface="Courier New" panose="02070309020205020404" pitchFamily="49" charset="0"/>
              </a:rPr>
              <a:t>5</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effectLst/>
                <a:latin typeface="Courier New" panose="02070309020205020404" pitchFamily="49" charset="0"/>
                <a:cs typeface="Courier New" panose="02070309020205020404" pitchFamily="49" charset="0"/>
              </a:rPr>
              <a:t>)</a:t>
            </a:r>
            <a:endParaRPr lang="es-MX"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01162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6B40F27-D58C-4FDE-AAEA-6A9664474459}"/>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Ordenar los valores de una Serie</a:t>
            </a:r>
          </a:p>
        </p:txBody>
      </p:sp>
      <p:sp>
        <p:nvSpPr>
          <p:cNvPr id="3" name="Marcador de contenido 2">
            <a:extLst>
              <a:ext uri="{FF2B5EF4-FFF2-40B4-BE49-F238E27FC236}">
                <a16:creationId xmlns:a16="http://schemas.microsoft.com/office/drawing/2014/main" id="{B859FDAC-6568-49EE-9DA3-0543A14F5049}"/>
              </a:ext>
            </a:extLst>
          </p:cNvPr>
          <p:cNvSpPr>
            <a:spLocks noGrp="1"/>
          </p:cNvSpPr>
          <p:nvPr>
            <p:ph idx="1"/>
          </p:nvPr>
        </p:nvSpPr>
        <p:spPr>
          <a:xfrm>
            <a:off x="4810259" y="649480"/>
            <a:ext cx="6555347" cy="5546047"/>
          </a:xfrm>
        </p:spPr>
        <p:txBody>
          <a:bodyPr anchor="ctr">
            <a:normAutofit/>
          </a:bodyPr>
          <a:lstStyle/>
          <a:p>
            <a:r>
              <a:rPr lang="es-MX" sz="2000" dirty="0"/>
              <a:t>Para ordenar una serie se utilizan los siguientes métodos:</a:t>
            </a:r>
          </a:p>
          <a:p>
            <a:pPr lvl="1"/>
            <a:r>
              <a:rPr lang="es-MX" sz="2000" dirty="0" err="1">
                <a:latin typeface="Courier New" panose="02070309020205020404" pitchFamily="49" charset="0"/>
                <a:cs typeface="Courier New" panose="02070309020205020404" pitchFamily="49" charset="0"/>
              </a:rPr>
              <a:t>s.sort_values</a:t>
            </a:r>
            <a:r>
              <a:rPr lang="es-MX" sz="2000" dirty="0">
                <a:latin typeface="Courier New" panose="02070309020205020404" pitchFamily="49" charset="0"/>
                <a:cs typeface="Courier New" panose="02070309020205020404" pitchFamily="49" charset="0"/>
              </a:rPr>
              <a:t>(</a:t>
            </a:r>
            <a:r>
              <a:rPr lang="es-MX" sz="2000" dirty="0" err="1">
                <a:latin typeface="Courier New" panose="02070309020205020404" pitchFamily="49" charset="0"/>
                <a:cs typeface="Courier New" panose="02070309020205020404" pitchFamily="49" charset="0"/>
              </a:rPr>
              <a:t>ascending</a:t>
            </a:r>
            <a:r>
              <a:rPr lang="es-MX" sz="2000" dirty="0">
                <a:latin typeface="Courier New" panose="02070309020205020404" pitchFamily="49" charset="0"/>
                <a:cs typeface="Courier New" panose="02070309020205020404" pitchFamily="49" charset="0"/>
              </a:rPr>
              <a:t>=booleano):</a:t>
            </a:r>
            <a:r>
              <a:rPr lang="es-MX" sz="2000" dirty="0"/>
              <a:t> Devuelve la serie que resulta de ordenar los valores la serie </a:t>
            </a:r>
            <a:r>
              <a:rPr lang="es-MX" sz="2000" dirty="0">
                <a:latin typeface="Courier New" panose="02070309020205020404" pitchFamily="49" charset="0"/>
                <a:cs typeface="Courier New" panose="02070309020205020404" pitchFamily="49" charset="0"/>
              </a:rPr>
              <a:t>s</a:t>
            </a:r>
            <a:r>
              <a:rPr lang="es-MX" sz="2000" dirty="0"/>
              <a:t>. Si argumento del parámetro </a:t>
            </a:r>
            <a:r>
              <a:rPr lang="es-MX" sz="2000" dirty="0" err="1">
                <a:latin typeface="Courier New" panose="02070309020205020404" pitchFamily="49" charset="0"/>
                <a:cs typeface="Courier New" panose="02070309020205020404" pitchFamily="49" charset="0"/>
              </a:rPr>
              <a:t>ascending</a:t>
            </a:r>
            <a:r>
              <a:rPr lang="es-MX" sz="2000" dirty="0"/>
              <a:t> es </a:t>
            </a:r>
            <a:r>
              <a:rPr lang="es-MX" sz="2000" dirty="0">
                <a:latin typeface="Courier New" panose="02070309020205020404" pitchFamily="49" charset="0"/>
                <a:cs typeface="Courier New" panose="02070309020205020404" pitchFamily="49" charset="0"/>
              </a:rPr>
              <a:t>True</a:t>
            </a:r>
            <a:r>
              <a:rPr lang="es-MX" sz="2000" dirty="0"/>
              <a:t> el orden es creciente y si es </a:t>
            </a:r>
            <a:r>
              <a:rPr lang="es-MX" sz="2000" dirty="0">
                <a:latin typeface="Courier New" panose="02070309020205020404" pitchFamily="49" charset="0"/>
                <a:cs typeface="Courier New" panose="02070309020205020404" pitchFamily="49" charset="0"/>
              </a:rPr>
              <a:t>False</a:t>
            </a:r>
            <a:r>
              <a:rPr lang="es-MX" sz="2000" dirty="0"/>
              <a:t> decreciente.</a:t>
            </a:r>
          </a:p>
          <a:p>
            <a:pPr lvl="1"/>
            <a:r>
              <a:rPr lang="es-MX" sz="2000" dirty="0" err="1">
                <a:latin typeface="Courier New" panose="02070309020205020404" pitchFamily="49" charset="0"/>
                <a:cs typeface="Courier New" panose="02070309020205020404" pitchFamily="49" charset="0"/>
              </a:rPr>
              <a:t>df.sort_index</a:t>
            </a:r>
            <a:r>
              <a:rPr lang="es-MX" sz="2000" dirty="0">
                <a:latin typeface="Courier New" panose="02070309020205020404" pitchFamily="49" charset="0"/>
                <a:cs typeface="Courier New" panose="02070309020205020404" pitchFamily="49" charset="0"/>
              </a:rPr>
              <a:t>(</a:t>
            </a:r>
            <a:r>
              <a:rPr lang="es-MX" sz="2000" dirty="0" err="1">
                <a:latin typeface="Courier New" panose="02070309020205020404" pitchFamily="49" charset="0"/>
                <a:cs typeface="Courier New" panose="02070309020205020404" pitchFamily="49" charset="0"/>
              </a:rPr>
              <a:t>ascending</a:t>
            </a:r>
            <a:r>
              <a:rPr lang="es-MX" sz="2000" dirty="0">
                <a:latin typeface="Courier New" panose="02070309020205020404" pitchFamily="49" charset="0"/>
                <a:cs typeface="Courier New" panose="02070309020205020404" pitchFamily="49" charset="0"/>
              </a:rPr>
              <a:t>=booleano)</a:t>
            </a:r>
            <a:r>
              <a:rPr lang="es-MX" sz="2000" dirty="0"/>
              <a:t>: Devuelve la serie que resulta de ordenar el índice de la serie </a:t>
            </a:r>
            <a:r>
              <a:rPr lang="es-MX" sz="2000" dirty="0">
                <a:latin typeface="Courier New" panose="02070309020205020404" pitchFamily="49" charset="0"/>
                <a:cs typeface="Courier New" panose="02070309020205020404" pitchFamily="49" charset="0"/>
              </a:rPr>
              <a:t>s</a:t>
            </a:r>
            <a:r>
              <a:rPr lang="es-MX" sz="2000" dirty="0"/>
              <a:t>. Si el argumento del parámetro </a:t>
            </a:r>
            <a:r>
              <a:rPr lang="es-MX" sz="2000" dirty="0" err="1">
                <a:latin typeface="Courier New" panose="02070309020205020404" pitchFamily="49" charset="0"/>
                <a:cs typeface="Courier New" panose="02070309020205020404" pitchFamily="49" charset="0"/>
              </a:rPr>
              <a:t>ascending</a:t>
            </a:r>
            <a:r>
              <a:rPr lang="es-MX" sz="2000" dirty="0"/>
              <a:t> es </a:t>
            </a:r>
            <a:r>
              <a:rPr lang="es-MX" sz="2000" dirty="0">
                <a:latin typeface="Courier New" panose="02070309020205020404" pitchFamily="49" charset="0"/>
                <a:cs typeface="Courier New" panose="02070309020205020404" pitchFamily="49" charset="0"/>
              </a:rPr>
              <a:t>True</a:t>
            </a:r>
            <a:r>
              <a:rPr lang="es-MX" sz="2000" dirty="0"/>
              <a:t> el orden es creciente y si es </a:t>
            </a:r>
            <a:r>
              <a:rPr lang="es-MX" sz="2000" dirty="0">
                <a:latin typeface="Courier New" panose="02070309020205020404" pitchFamily="49" charset="0"/>
                <a:cs typeface="Courier New" panose="02070309020205020404" pitchFamily="49" charset="0"/>
              </a:rPr>
              <a:t>False</a:t>
            </a:r>
            <a:r>
              <a:rPr lang="es-MX" sz="2000" dirty="0"/>
              <a:t> decreciente.</a:t>
            </a:r>
          </a:p>
          <a:p>
            <a:r>
              <a:rPr lang="es-MX" sz="2000" dirty="0"/>
              <a:t>Ejemplo:</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1" i="0" dirty="0" err="1">
                <a:solidFill>
                  <a:srgbClr val="333333"/>
                </a:solidFill>
                <a:effectLst/>
                <a:latin typeface="Courier New" panose="02070309020205020404" pitchFamily="49" charset="0"/>
                <a:cs typeface="Courier New" panose="02070309020205020404" pitchFamily="49" charset="0"/>
              </a:rPr>
              <a:t>import</a:t>
            </a:r>
            <a:r>
              <a:rPr lang="es-MX" sz="2000" b="0" i="0" dirty="0">
                <a:solidFill>
                  <a:srgbClr val="333333"/>
                </a:solidFill>
                <a:effectLst/>
                <a:latin typeface="Courier New" panose="02070309020205020404" pitchFamily="49" charset="0"/>
                <a:cs typeface="Courier New" panose="02070309020205020404" pitchFamily="49" charset="0"/>
              </a:rPr>
              <a:t> pandas </a:t>
            </a:r>
            <a:r>
              <a:rPr lang="es-MX" sz="2000" b="1" i="0" dirty="0">
                <a:solidFill>
                  <a:srgbClr val="333333"/>
                </a:solidFill>
                <a:effectLst/>
                <a:latin typeface="Courier New" panose="02070309020205020404" pitchFamily="49" charset="0"/>
                <a:cs typeface="Courier New" panose="02070309020205020404" pitchFamily="49" charset="0"/>
              </a:rPr>
              <a:t>as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pd</a:t>
            </a:r>
            <a:endParaRPr lang="es-MX" sz="2000" b="0" i="0" dirty="0">
              <a:solidFill>
                <a:srgbClr val="333333"/>
              </a:solidFill>
              <a:effectLst/>
              <a:latin typeface="Courier New" panose="02070309020205020404" pitchFamily="49" charset="0"/>
              <a:cs typeface="Courier New" panose="02070309020205020404" pitchFamily="49" charset="0"/>
            </a:endParaRP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a:solidFill>
                  <a:srgbClr val="333333"/>
                </a:solidFill>
                <a:effectLst/>
                <a:latin typeface="Courier New" panose="02070309020205020404" pitchFamily="49" charset="0"/>
                <a:cs typeface="Courier New" panose="02070309020205020404" pitchFamily="49" charset="0"/>
              </a:rPr>
              <a:t>s = </a:t>
            </a:r>
            <a:r>
              <a:rPr lang="es-MX" sz="2000" b="0" i="0" dirty="0" err="1">
                <a:solidFill>
                  <a:srgbClr val="333333"/>
                </a:solidFill>
                <a:effectLst/>
                <a:latin typeface="Courier New" panose="02070309020205020404" pitchFamily="49" charset="0"/>
                <a:cs typeface="Courier New" panose="02070309020205020404" pitchFamily="49" charset="0"/>
              </a:rPr>
              <a:t>pd.Series</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DD1144"/>
                </a:solidFill>
                <a:effectLst/>
                <a:latin typeface="Courier New" panose="02070309020205020404" pitchFamily="49" charset="0"/>
                <a:cs typeface="Courier New" panose="02070309020205020404" pitchFamily="49" charset="0"/>
              </a:rPr>
              <a:t>'Matemáticas'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6.0</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'Economía'</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4.5</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'Programación'</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8.5</a:t>
            </a:r>
            <a:r>
              <a:rPr lang="es-MX" sz="20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print</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err="1">
                <a:solidFill>
                  <a:srgbClr val="333333"/>
                </a:solidFill>
                <a:effectLst/>
                <a:latin typeface="Courier New" panose="02070309020205020404" pitchFamily="49" charset="0"/>
                <a:cs typeface="Courier New" panose="02070309020205020404" pitchFamily="49" charset="0"/>
              </a:rPr>
              <a:t>s.sort_values</a:t>
            </a:r>
            <a:r>
              <a:rPr lang="es-MX" sz="20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print</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err="1">
                <a:solidFill>
                  <a:srgbClr val="333333"/>
                </a:solidFill>
                <a:effectLst/>
                <a:latin typeface="Courier New" panose="02070309020205020404" pitchFamily="49" charset="0"/>
                <a:cs typeface="Courier New" panose="02070309020205020404" pitchFamily="49" charset="0"/>
              </a:rPr>
              <a:t>s.sort_index</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err="1">
                <a:solidFill>
                  <a:srgbClr val="333333"/>
                </a:solidFill>
                <a:effectLst/>
                <a:latin typeface="Courier New" panose="02070309020205020404" pitchFamily="49" charset="0"/>
                <a:cs typeface="Courier New" panose="02070309020205020404" pitchFamily="49" charset="0"/>
              </a:rPr>
              <a:t>ascending</a:t>
            </a:r>
            <a:r>
              <a:rPr lang="es-MX" sz="2000" b="0" i="0" dirty="0">
                <a:solidFill>
                  <a:srgbClr val="333333"/>
                </a:solidFill>
                <a:effectLst/>
                <a:latin typeface="Courier New" panose="02070309020205020404" pitchFamily="49" charset="0"/>
                <a:cs typeface="Courier New" panose="02070309020205020404" pitchFamily="49" charset="0"/>
              </a:rPr>
              <a:t> = </a:t>
            </a:r>
            <a:r>
              <a:rPr lang="es-MX" sz="2000" b="0" i="0" dirty="0">
                <a:solidFill>
                  <a:srgbClr val="008080"/>
                </a:solidFill>
                <a:effectLst/>
                <a:latin typeface="Courier New" panose="02070309020205020404" pitchFamily="49" charset="0"/>
                <a:cs typeface="Courier New" panose="02070309020205020404" pitchFamily="49" charset="0"/>
              </a:rPr>
              <a:t>False</a:t>
            </a:r>
            <a:r>
              <a:rPr lang="es-MX" sz="2000" b="0" i="0" dirty="0">
                <a:solidFill>
                  <a:srgbClr val="333333"/>
                </a:solidFill>
                <a:effectLst/>
                <a:latin typeface="Courier New" panose="02070309020205020404" pitchFamily="49" charset="0"/>
                <a:cs typeface="Courier New" panose="02070309020205020404" pitchFamily="49" charset="0"/>
              </a:rPr>
              <a:t>))</a:t>
            </a:r>
            <a:endParaRPr lang="es-MX"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9555192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8746F222-5C70-4F06-B96D-BD6FC650A1AA}"/>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Eliminar datos No Numéricos</a:t>
            </a:r>
          </a:p>
        </p:txBody>
      </p:sp>
      <p:sp>
        <p:nvSpPr>
          <p:cNvPr id="3" name="Marcador de contenido 2">
            <a:extLst>
              <a:ext uri="{FF2B5EF4-FFF2-40B4-BE49-F238E27FC236}">
                <a16:creationId xmlns:a16="http://schemas.microsoft.com/office/drawing/2014/main" id="{448E5021-AA4E-4823-BDBB-133AABA92191}"/>
              </a:ext>
            </a:extLst>
          </p:cNvPr>
          <p:cNvSpPr>
            <a:spLocks noGrp="1"/>
          </p:cNvSpPr>
          <p:nvPr>
            <p:ph idx="1"/>
          </p:nvPr>
        </p:nvSpPr>
        <p:spPr>
          <a:xfrm>
            <a:off x="4810259" y="649480"/>
            <a:ext cx="6555347" cy="5546047"/>
          </a:xfrm>
        </p:spPr>
        <p:txBody>
          <a:bodyPr anchor="ctr">
            <a:normAutofit/>
          </a:bodyPr>
          <a:lstStyle/>
          <a:p>
            <a:r>
              <a:rPr lang="es-MX" sz="2000" dirty="0"/>
              <a:t>Los datos desconocidos representan en Pandas por </a:t>
            </a:r>
            <a:r>
              <a:rPr lang="es-MX" sz="2000" dirty="0" err="1">
                <a:latin typeface="Courier New" panose="02070309020205020404" pitchFamily="49" charset="0"/>
                <a:cs typeface="Courier New" panose="02070309020205020404" pitchFamily="49" charset="0"/>
              </a:rPr>
              <a:t>NaN</a:t>
            </a:r>
            <a:r>
              <a:rPr lang="es-MX" sz="2000" dirty="0"/>
              <a:t> y los nulos por </a:t>
            </a:r>
            <a:r>
              <a:rPr lang="es-MX" sz="2000" dirty="0" err="1">
                <a:latin typeface="Courier New" panose="02070309020205020404" pitchFamily="49" charset="0"/>
                <a:cs typeface="Courier New" panose="02070309020205020404" pitchFamily="49" charset="0"/>
              </a:rPr>
              <a:t>None</a:t>
            </a:r>
            <a:r>
              <a:rPr lang="es-MX" sz="2000" dirty="0"/>
              <a:t>. Tanto unos como otros suelen ser un problema a la hora de realizar algunos análisis de datos, por lo que es habitual eliminarlos. Para eliminarlos de una serie se utiliza el siguiente método:</a:t>
            </a:r>
          </a:p>
          <a:p>
            <a:pPr lvl="1"/>
            <a:r>
              <a:rPr lang="es-MX" sz="2000" dirty="0" err="1">
                <a:latin typeface="Courier New" panose="02070309020205020404" pitchFamily="49" charset="0"/>
                <a:cs typeface="Courier New" panose="02070309020205020404" pitchFamily="49" charset="0"/>
              </a:rPr>
              <a:t>s.dropna</a:t>
            </a:r>
            <a:r>
              <a:rPr lang="es-MX" sz="2000" dirty="0">
                <a:latin typeface="Courier New" panose="02070309020205020404" pitchFamily="49" charset="0"/>
                <a:cs typeface="Courier New" panose="02070309020205020404" pitchFamily="49" charset="0"/>
              </a:rPr>
              <a:t>()</a:t>
            </a:r>
            <a:r>
              <a:rPr lang="es-MX" sz="2000" dirty="0"/>
              <a:t>: Elimina los datos desconocidos o nulos de la serie </a:t>
            </a:r>
            <a:r>
              <a:rPr lang="es-MX" sz="2000" dirty="0">
                <a:latin typeface="Courier New" panose="02070309020205020404" pitchFamily="49" charset="0"/>
                <a:cs typeface="Courier New" panose="02070309020205020404" pitchFamily="49" charset="0"/>
              </a:rPr>
              <a:t>s</a:t>
            </a:r>
            <a:r>
              <a:rPr lang="es-MX" sz="2000" dirty="0"/>
              <a:t>.</a:t>
            </a:r>
          </a:p>
          <a:p>
            <a:r>
              <a:rPr lang="es-MX" sz="2000" i="0" dirty="0">
                <a:effectLst/>
                <a:ea typeface="STZhongsong" panose="020B0503020204020204" pitchFamily="2" charset="-122"/>
              </a:rPr>
              <a:t>Ejemplo:</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1" i="0" dirty="0" err="1">
                <a:solidFill>
                  <a:srgbClr val="333333"/>
                </a:solidFill>
                <a:effectLst/>
                <a:latin typeface="Courier New" panose="02070309020205020404" pitchFamily="49" charset="0"/>
                <a:cs typeface="Courier New" panose="02070309020205020404" pitchFamily="49" charset="0"/>
              </a:rPr>
              <a:t>import</a:t>
            </a:r>
            <a:r>
              <a:rPr lang="es-MX" sz="2000" b="0" i="0" dirty="0">
                <a:solidFill>
                  <a:srgbClr val="333333"/>
                </a:solidFill>
                <a:effectLst/>
                <a:latin typeface="Courier New" panose="02070309020205020404" pitchFamily="49" charset="0"/>
                <a:cs typeface="Courier New" panose="02070309020205020404" pitchFamily="49" charset="0"/>
              </a:rPr>
              <a:t> pandas </a:t>
            </a:r>
            <a:r>
              <a:rPr lang="es-MX" sz="2000" b="1" i="0" dirty="0">
                <a:solidFill>
                  <a:srgbClr val="333333"/>
                </a:solidFill>
                <a:effectLst/>
                <a:latin typeface="Courier New" panose="02070309020205020404" pitchFamily="49" charset="0"/>
                <a:cs typeface="Courier New" panose="02070309020205020404" pitchFamily="49" charset="0"/>
              </a:rPr>
              <a:t>as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pd</a:t>
            </a:r>
            <a:endParaRPr lang="es-MX" sz="2000" dirty="0">
              <a:solidFill>
                <a:srgbClr val="333333"/>
              </a:solidFill>
              <a:latin typeface="Courier New" panose="02070309020205020404" pitchFamily="49" charset="0"/>
              <a:cs typeface="Courier New" panose="02070309020205020404" pitchFamily="49" charset="0"/>
            </a:endParaRP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1" i="0" dirty="0" err="1">
                <a:solidFill>
                  <a:srgbClr val="333333"/>
                </a:solidFill>
                <a:effectLst/>
                <a:latin typeface="Courier New" panose="02070309020205020404" pitchFamily="49" charset="0"/>
                <a:cs typeface="Courier New" panose="02070309020205020404" pitchFamily="49" charset="0"/>
              </a:rPr>
              <a:t>import</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numpy</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1" i="0" dirty="0">
                <a:solidFill>
                  <a:srgbClr val="333333"/>
                </a:solidFill>
                <a:effectLst/>
                <a:latin typeface="Courier New" panose="02070309020205020404" pitchFamily="49" charset="0"/>
                <a:cs typeface="Courier New" panose="02070309020205020404" pitchFamily="49" charset="0"/>
              </a:rPr>
              <a:t>as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np</a:t>
            </a:r>
            <a:endParaRPr lang="es-MX" sz="2000" dirty="0">
              <a:solidFill>
                <a:srgbClr val="333333"/>
              </a:solidFill>
              <a:latin typeface="Courier New" panose="02070309020205020404" pitchFamily="49" charset="0"/>
              <a:cs typeface="Courier New" panose="02070309020205020404" pitchFamily="49" charset="0"/>
            </a:endParaRP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a:solidFill>
                  <a:srgbClr val="333333"/>
                </a:solidFill>
                <a:effectLst/>
                <a:latin typeface="Courier New" panose="02070309020205020404" pitchFamily="49" charset="0"/>
                <a:cs typeface="Courier New" panose="02070309020205020404" pitchFamily="49" charset="0"/>
              </a:rPr>
              <a:t>s = </a:t>
            </a:r>
            <a:r>
              <a:rPr lang="es-MX" sz="2000" b="0" i="0" dirty="0" err="1">
                <a:solidFill>
                  <a:srgbClr val="333333"/>
                </a:solidFill>
                <a:effectLst/>
                <a:latin typeface="Courier New" panose="02070309020205020404" pitchFamily="49" charset="0"/>
                <a:cs typeface="Courier New" panose="02070309020205020404" pitchFamily="49" charset="0"/>
              </a:rPr>
              <a:t>pd.Series</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DD1144"/>
                </a:solidFill>
                <a:effectLst/>
                <a:latin typeface="Courier New" panose="02070309020205020404" pitchFamily="49" charset="0"/>
                <a:cs typeface="Courier New" panose="02070309020205020404" pitchFamily="49" charset="0"/>
              </a:rPr>
              <a:t>'a'</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'b'</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008080"/>
                </a:solidFill>
                <a:effectLst/>
                <a:latin typeface="Courier New" panose="02070309020205020404" pitchFamily="49" charset="0"/>
                <a:cs typeface="Courier New" panose="02070309020205020404" pitchFamily="49" charset="0"/>
              </a:rPr>
              <a:t>None</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'c'</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np.NaN</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'd’</a:t>
            </a:r>
            <a:r>
              <a:rPr lang="es-MX" sz="20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a:solidFill>
                  <a:srgbClr val="333333"/>
                </a:solidFill>
                <a:effectLst/>
                <a:latin typeface="Courier New" panose="02070309020205020404" pitchFamily="49" charset="0"/>
                <a:cs typeface="Courier New" panose="02070309020205020404" pitchFamily="49" charset="0"/>
              </a:rPr>
              <a:t>s </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s.dropna</a:t>
            </a:r>
            <a:r>
              <a:rPr lang="es-MX" sz="2000" b="0" i="0" dirty="0">
                <a:solidFill>
                  <a:srgbClr val="333333"/>
                </a:solidFill>
                <a:effectLst/>
                <a:latin typeface="Courier New" panose="02070309020205020404" pitchFamily="49" charset="0"/>
                <a:cs typeface="Courier New" panose="02070309020205020404" pitchFamily="49" charset="0"/>
              </a:rPr>
              <a:t>()</a:t>
            </a:r>
            <a:endParaRPr lang="es-MX"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744294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AE0A413F-B3D7-4BEF-8AC7-064EEAA6C66B}"/>
              </a:ext>
            </a:extLst>
          </p:cNvPr>
          <p:cNvSpPr>
            <a:spLocks noGrp="1"/>
          </p:cNvSpPr>
          <p:nvPr>
            <p:ph type="title"/>
          </p:nvPr>
        </p:nvSpPr>
        <p:spPr>
          <a:xfrm>
            <a:off x="1136397" y="502021"/>
            <a:ext cx="4959603" cy="1642969"/>
          </a:xfrm>
        </p:spPr>
        <p:txBody>
          <a:bodyPr anchor="b">
            <a:normAutofit/>
          </a:bodyPr>
          <a:lstStyle/>
          <a:p>
            <a:r>
              <a:rPr lang="es-MX" sz="4000"/>
              <a:t>DataFrame</a:t>
            </a:r>
          </a:p>
        </p:txBody>
      </p:sp>
      <p:sp>
        <p:nvSpPr>
          <p:cNvPr id="3" name="Marcador de contenido 2">
            <a:extLst>
              <a:ext uri="{FF2B5EF4-FFF2-40B4-BE49-F238E27FC236}">
                <a16:creationId xmlns:a16="http://schemas.microsoft.com/office/drawing/2014/main" id="{6CD5D0D4-137C-432C-8BCB-71F346CAE21B}"/>
              </a:ext>
            </a:extLst>
          </p:cNvPr>
          <p:cNvSpPr>
            <a:spLocks noGrp="1"/>
          </p:cNvSpPr>
          <p:nvPr>
            <p:ph idx="1"/>
          </p:nvPr>
        </p:nvSpPr>
        <p:spPr>
          <a:xfrm>
            <a:off x="1136397" y="2418408"/>
            <a:ext cx="4959603" cy="3522569"/>
          </a:xfrm>
        </p:spPr>
        <p:txBody>
          <a:bodyPr anchor="t">
            <a:normAutofit/>
          </a:bodyPr>
          <a:lstStyle/>
          <a:p>
            <a:r>
              <a:rPr lang="es-MX" sz="1400"/>
              <a:t>Un objeto del tipo </a:t>
            </a:r>
            <a:r>
              <a:rPr lang="es-MX" sz="1400">
                <a:latin typeface="Courier New" panose="02070309020205020404" pitchFamily="49" charset="0"/>
                <a:cs typeface="Courier New" panose="02070309020205020404" pitchFamily="49" charset="0"/>
              </a:rPr>
              <a:t>DataFrame</a:t>
            </a:r>
            <a:r>
              <a:rPr lang="es-MX" sz="1400"/>
              <a:t> define un conjunto de datos estructurado en forma de tabla donde cada columna es un objeto de tipo </a:t>
            </a:r>
            <a:r>
              <a:rPr lang="es-MX" sz="1400">
                <a:latin typeface="Courier New" panose="02070309020205020404" pitchFamily="49" charset="0"/>
                <a:cs typeface="Courier New" panose="02070309020205020404" pitchFamily="49" charset="0"/>
              </a:rPr>
              <a:t>Series</a:t>
            </a:r>
            <a:r>
              <a:rPr lang="es-MX" sz="1400"/>
              <a:t>, es decir, todos los datos de una misma columna son del mismo tipo, y las filas son registros que pueden contender datos de distintos tipos.</a:t>
            </a:r>
          </a:p>
          <a:p>
            <a:r>
              <a:rPr lang="es-MX" sz="1400"/>
              <a:t>Un </a:t>
            </a:r>
            <a:r>
              <a:rPr lang="es-MX" sz="1400">
                <a:latin typeface="Courier New" panose="02070309020205020404" pitchFamily="49" charset="0"/>
                <a:cs typeface="Courier New" panose="02070309020205020404" pitchFamily="49" charset="0"/>
              </a:rPr>
              <a:t>DataFrame</a:t>
            </a:r>
            <a:r>
              <a:rPr lang="es-MX" sz="1400"/>
              <a:t> contiene dos índices, uno para las filas y otro para las columnas, y se puede acceder a sus elementos mediante los nombres de las filas y las columnas.</a:t>
            </a:r>
          </a:p>
          <a:p>
            <a:r>
              <a:rPr lang="es-MX" sz="1400"/>
              <a:t>Ejemplo:</a:t>
            </a:r>
          </a:p>
          <a:p>
            <a:pPr lvl="1"/>
            <a:r>
              <a:rPr lang="es-MX" sz="1400"/>
              <a:t>El siguiente </a:t>
            </a:r>
            <a:r>
              <a:rPr lang="es-MX" sz="1400">
                <a:latin typeface="Courier New" panose="02070309020205020404" pitchFamily="49" charset="0"/>
                <a:cs typeface="Courier New" panose="02070309020205020404" pitchFamily="49" charset="0"/>
              </a:rPr>
              <a:t>DataFrame</a:t>
            </a:r>
            <a:r>
              <a:rPr lang="es-MX" sz="1400"/>
              <a:t> contiene información sobre los alumnos de un curso. Cada fila corresponde a un alumno y cada columna a una variable.</a:t>
            </a:r>
          </a:p>
        </p:txBody>
      </p:sp>
      <p:pic>
        <p:nvPicPr>
          <p:cNvPr id="3074" name="Picture 2" descr="Ejemplo de DataFrame">
            <a:extLst>
              <a:ext uri="{FF2B5EF4-FFF2-40B4-BE49-F238E27FC236}">
                <a16:creationId xmlns:a16="http://schemas.microsoft.com/office/drawing/2014/main" id="{9172B28F-2532-4B49-AE91-15E2611E97E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12442" y="2194920"/>
            <a:ext cx="5201023" cy="2054403"/>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61364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EF1D901-9D52-41CF-8396-73CBC3A29536}"/>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Creación de un </a:t>
            </a:r>
            <a:r>
              <a:rPr lang="es-MX" sz="4000">
                <a:solidFill>
                  <a:srgbClr val="FFFFFF"/>
                </a:solidFill>
                <a:latin typeface="Courier New" panose="02070309020205020404" pitchFamily="49" charset="0"/>
                <a:cs typeface="Courier New" panose="02070309020205020404" pitchFamily="49" charset="0"/>
              </a:rPr>
              <a:t>DataFrame</a:t>
            </a:r>
          </a:p>
        </p:txBody>
      </p:sp>
      <p:sp>
        <p:nvSpPr>
          <p:cNvPr id="3" name="Marcador de contenido 2">
            <a:extLst>
              <a:ext uri="{FF2B5EF4-FFF2-40B4-BE49-F238E27FC236}">
                <a16:creationId xmlns:a16="http://schemas.microsoft.com/office/drawing/2014/main" id="{0733AE19-AB0B-40DA-B9F6-D66065D47123}"/>
              </a:ext>
            </a:extLst>
          </p:cNvPr>
          <p:cNvSpPr>
            <a:spLocks noGrp="1"/>
          </p:cNvSpPr>
          <p:nvPr>
            <p:ph idx="1"/>
          </p:nvPr>
        </p:nvSpPr>
        <p:spPr>
          <a:xfrm>
            <a:off x="1371599" y="2318197"/>
            <a:ext cx="9724031" cy="3683358"/>
          </a:xfrm>
        </p:spPr>
        <p:txBody>
          <a:bodyPr anchor="ctr">
            <a:normAutofit/>
          </a:bodyPr>
          <a:lstStyle/>
          <a:p>
            <a:r>
              <a:rPr lang="es-MX" sz="1700"/>
              <a:t>A partir de un diccionario de listas:</a:t>
            </a:r>
          </a:p>
          <a:p>
            <a:pPr lvl="1"/>
            <a:r>
              <a:rPr lang="es-MX" sz="1700"/>
              <a:t>Para crear un </a:t>
            </a:r>
            <a:r>
              <a:rPr lang="es-MX" sz="1700">
                <a:latin typeface="Courier New" panose="02070309020205020404" pitchFamily="49" charset="0"/>
                <a:cs typeface="Courier New" panose="02070309020205020404" pitchFamily="49" charset="0"/>
              </a:rPr>
              <a:t>DataFrame</a:t>
            </a:r>
            <a:r>
              <a:rPr lang="es-MX" sz="1700"/>
              <a:t> a partir de un diccionario cuyas claves son los nombres de las columnas y los valores son listas con los datos de las columnas se utiliza el método:</a:t>
            </a:r>
          </a:p>
          <a:p>
            <a:pPr lvl="2"/>
            <a:r>
              <a:rPr lang="es-MX" sz="1700">
                <a:latin typeface="Courier New" panose="02070309020205020404" pitchFamily="49" charset="0"/>
                <a:cs typeface="Courier New" panose="02070309020205020404" pitchFamily="49" charset="0"/>
              </a:rPr>
              <a:t>DataFrame(data=diccionario, index=filas, columns=columnas, dtype=tipos)</a:t>
            </a:r>
            <a:r>
              <a:rPr lang="es-MX" sz="1700"/>
              <a:t>: Devuelve un objeto del tipo </a:t>
            </a:r>
            <a:r>
              <a:rPr lang="es-MX" sz="1700">
                <a:latin typeface="Courier New" panose="02070309020205020404" pitchFamily="49" charset="0"/>
                <a:cs typeface="Courier New" panose="02070309020205020404" pitchFamily="49" charset="0"/>
              </a:rPr>
              <a:t>DataFrame</a:t>
            </a:r>
            <a:r>
              <a:rPr lang="es-MX" sz="1700"/>
              <a:t> cuyas columnas son las listas contenidas en los valores del diccionario </a:t>
            </a:r>
            <a:r>
              <a:rPr lang="es-MX" sz="1700">
                <a:latin typeface="Courier New" panose="02070309020205020404" pitchFamily="49" charset="0"/>
                <a:cs typeface="Courier New" panose="02070309020205020404" pitchFamily="49" charset="0"/>
              </a:rPr>
              <a:t>diccionario</a:t>
            </a:r>
            <a:r>
              <a:rPr lang="es-MX" sz="1700"/>
              <a:t>, los nombres de filas indicados en la lista </a:t>
            </a:r>
            <a:r>
              <a:rPr lang="es-MX" sz="1700">
                <a:latin typeface="Courier New" panose="02070309020205020404" pitchFamily="49" charset="0"/>
                <a:cs typeface="Courier New" panose="02070309020205020404" pitchFamily="49" charset="0"/>
              </a:rPr>
              <a:t>filas</a:t>
            </a:r>
            <a:r>
              <a:rPr lang="es-MX" sz="1700"/>
              <a:t>, los nombres de columnas indicados en la lista </a:t>
            </a:r>
            <a:r>
              <a:rPr lang="es-MX" sz="1700">
                <a:latin typeface="Courier New" panose="02070309020205020404" pitchFamily="49" charset="0"/>
                <a:cs typeface="Courier New" panose="02070309020205020404" pitchFamily="49" charset="0"/>
              </a:rPr>
              <a:t>columnas</a:t>
            </a:r>
            <a:r>
              <a:rPr lang="es-MX" sz="1700"/>
              <a:t> y los tipos indicados en la lista </a:t>
            </a:r>
            <a:r>
              <a:rPr lang="es-MX" sz="1700">
                <a:latin typeface="Courier New" panose="02070309020205020404" pitchFamily="49" charset="0"/>
                <a:cs typeface="Courier New" panose="02070309020205020404" pitchFamily="49" charset="0"/>
              </a:rPr>
              <a:t>tipos</a:t>
            </a:r>
            <a:r>
              <a:rPr lang="es-MX" sz="1700"/>
              <a:t>. La lista </a:t>
            </a:r>
            <a:r>
              <a:rPr lang="es-MX" sz="1700">
                <a:latin typeface="Courier New" panose="02070309020205020404" pitchFamily="49" charset="0"/>
                <a:cs typeface="Courier New" panose="02070309020205020404" pitchFamily="49" charset="0"/>
              </a:rPr>
              <a:t>filas</a:t>
            </a:r>
            <a:r>
              <a:rPr lang="es-MX" sz="1700"/>
              <a:t> tiene que tener el mismo tamaño que las listas del diccionario, mientras que las listas </a:t>
            </a:r>
            <a:r>
              <a:rPr lang="es-MX" sz="1700">
                <a:latin typeface="Courier New" panose="02070309020205020404" pitchFamily="49" charset="0"/>
                <a:cs typeface="Courier New" panose="02070309020205020404" pitchFamily="49" charset="0"/>
              </a:rPr>
              <a:t>columnas</a:t>
            </a:r>
            <a:r>
              <a:rPr lang="es-MX" sz="1700"/>
              <a:t> y tipos tienen que tener el mismo tamaño que el diccionario. Si no se pasa la lista de filas se utilizan como nombres los enteros empezando en 0. Si no se pasa la lista de columnas se utilizan como nombres las claves del diccionario. Si no se pasa la lista de tipos, se infiere.</a:t>
            </a:r>
          </a:p>
          <a:p>
            <a:pPr lvl="1"/>
            <a:r>
              <a:rPr lang="es-MX" sz="1700" b="1"/>
              <a:t>Los valores asociados a las claves del diccionario deben ser listas del mismo tamaño</a:t>
            </a:r>
            <a:r>
              <a:rPr lang="es-MX" sz="1700"/>
              <a:t>.</a:t>
            </a:r>
          </a:p>
        </p:txBody>
      </p:sp>
    </p:spTree>
    <p:extLst>
      <p:ext uri="{BB962C8B-B14F-4D97-AF65-F5344CB8AC3E}">
        <p14:creationId xmlns:p14="http://schemas.microsoft.com/office/powerpoint/2010/main" val="30804351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3D88D67-61DF-4828-99AD-A739C4671431}"/>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Creación de un </a:t>
            </a:r>
            <a:r>
              <a:rPr lang="es-MX" sz="4000">
                <a:solidFill>
                  <a:srgbClr val="FFFFFF"/>
                </a:solidFill>
                <a:latin typeface="Courier New" panose="02070309020205020404" pitchFamily="49" charset="0"/>
                <a:cs typeface="Courier New" panose="02070309020205020404" pitchFamily="49" charset="0"/>
              </a:rPr>
              <a:t>DataFrame</a:t>
            </a:r>
            <a:endParaRPr lang="es-MX" sz="4000">
              <a:solidFill>
                <a:srgbClr val="FFFFFF"/>
              </a:solidFill>
            </a:endParaRPr>
          </a:p>
        </p:txBody>
      </p:sp>
      <p:sp>
        <p:nvSpPr>
          <p:cNvPr id="3" name="Marcador de contenido 2">
            <a:extLst>
              <a:ext uri="{FF2B5EF4-FFF2-40B4-BE49-F238E27FC236}">
                <a16:creationId xmlns:a16="http://schemas.microsoft.com/office/drawing/2014/main" id="{9261F0C8-3475-4674-B731-DD15AEF35B72}"/>
              </a:ext>
            </a:extLst>
          </p:cNvPr>
          <p:cNvSpPr>
            <a:spLocks noGrp="1"/>
          </p:cNvSpPr>
          <p:nvPr>
            <p:ph idx="1"/>
          </p:nvPr>
        </p:nvSpPr>
        <p:spPr>
          <a:xfrm>
            <a:off x="1371599" y="2318197"/>
            <a:ext cx="9724031" cy="3683358"/>
          </a:xfrm>
        </p:spPr>
        <p:txBody>
          <a:bodyPr anchor="ctr">
            <a:normAutofit/>
          </a:bodyPr>
          <a:lstStyle/>
          <a:p>
            <a:r>
              <a:rPr lang="es-MX" sz="2000" dirty="0"/>
              <a:t>A partir de un diccionario de listas:</a:t>
            </a:r>
          </a:p>
          <a:p>
            <a:pPr lvl="1"/>
            <a:r>
              <a:rPr lang="es-MX" sz="2000" dirty="0"/>
              <a:t>Ejemplo:</a:t>
            </a: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1" i="0" dirty="0" err="1">
                <a:solidFill>
                  <a:srgbClr val="333333"/>
                </a:solidFill>
                <a:effectLst/>
                <a:latin typeface="Courier New" panose="02070309020205020404" pitchFamily="49" charset="0"/>
                <a:cs typeface="Courier New" panose="02070309020205020404" pitchFamily="49" charset="0"/>
              </a:rPr>
              <a:t>import</a:t>
            </a:r>
            <a:r>
              <a:rPr lang="es-MX" b="0" i="0" dirty="0">
                <a:solidFill>
                  <a:srgbClr val="333333"/>
                </a:solidFill>
                <a:effectLst/>
                <a:latin typeface="Courier New" panose="02070309020205020404" pitchFamily="49" charset="0"/>
                <a:cs typeface="Courier New" panose="02070309020205020404" pitchFamily="49" charset="0"/>
              </a:rPr>
              <a:t> pandas </a:t>
            </a:r>
            <a:r>
              <a:rPr lang="es-MX" b="1" i="0" dirty="0">
                <a:solidFill>
                  <a:srgbClr val="333333"/>
                </a:solidFill>
                <a:effectLst/>
                <a:latin typeface="Courier New" panose="02070309020205020404" pitchFamily="49" charset="0"/>
                <a:cs typeface="Courier New" panose="02070309020205020404" pitchFamily="49" charset="0"/>
              </a:rPr>
              <a:t>as</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err="1">
                <a:solidFill>
                  <a:srgbClr val="333333"/>
                </a:solidFill>
                <a:effectLst/>
                <a:latin typeface="Courier New" panose="02070309020205020404" pitchFamily="49" charset="0"/>
                <a:cs typeface="Courier New" panose="02070309020205020404" pitchFamily="49" charset="0"/>
              </a:rPr>
              <a:t>pd</a:t>
            </a:r>
            <a:endParaRPr lang="es-MX" dirty="0">
              <a:solidFill>
                <a:srgbClr val="333333"/>
              </a:solidFill>
              <a:latin typeface="Courier New" panose="02070309020205020404" pitchFamily="49" charset="0"/>
              <a:cs typeface="Courier New" panose="02070309020205020404" pitchFamily="49" charset="0"/>
            </a:endParaRP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0" i="0" dirty="0">
                <a:solidFill>
                  <a:srgbClr val="333333"/>
                </a:solidFill>
                <a:effectLst/>
                <a:latin typeface="Courier New" panose="02070309020205020404" pitchFamily="49" charset="0"/>
                <a:cs typeface="Courier New" panose="02070309020205020404" pitchFamily="49" charset="0"/>
              </a:rPr>
              <a:t>datos = {</a:t>
            </a:r>
            <a:r>
              <a:rPr lang="es-MX" b="0" i="0" dirty="0">
                <a:solidFill>
                  <a:srgbClr val="DD1144"/>
                </a:solidFill>
                <a:effectLst/>
                <a:latin typeface="Courier New" panose="02070309020205020404" pitchFamily="49" charset="0"/>
                <a:cs typeface="Courier New" panose="02070309020205020404" pitchFamily="49" charset="0"/>
              </a:rPr>
              <a:t>'nombre'</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a:solidFill>
                  <a:srgbClr val="DD1144"/>
                </a:solidFill>
                <a:effectLst/>
                <a:latin typeface="Courier New" panose="02070309020205020404" pitchFamily="49" charset="0"/>
                <a:cs typeface="Courier New" panose="02070309020205020404" pitchFamily="49" charset="0"/>
              </a:rPr>
              <a:t>'María'</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'Luis'</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'Carmen'</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'Antonio'</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'edad'</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a:solidFill>
                  <a:srgbClr val="008080"/>
                </a:solidFill>
                <a:effectLst/>
                <a:latin typeface="Courier New" panose="02070309020205020404" pitchFamily="49" charset="0"/>
                <a:cs typeface="Courier New" panose="02070309020205020404" pitchFamily="49" charset="0"/>
              </a:rPr>
              <a:t>18</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008080"/>
                </a:solidFill>
                <a:effectLst/>
                <a:latin typeface="Courier New" panose="02070309020205020404" pitchFamily="49" charset="0"/>
                <a:cs typeface="Courier New" panose="02070309020205020404" pitchFamily="49" charset="0"/>
              </a:rPr>
              <a:t>22</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008080"/>
                </a:solidFill>
                <a:effectLst/>
                <a:latin typeface="Courier New" panose="02070309020205020404" pitchFamily="49" charset="0"/>
                <a:cs typeface="Courier New" panose="02070309020205020404" pitchFamily="49" charset="0"/>
              </a:rPr>
              <a:t>20</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008080"/>
                </a:solidFill>
                <a:effectLst/>
                <a:latin typeface="Courier New" panose="02070309020205020404" pitchFamily="49" charset="0"/>
                <a:cs typeface="Courier New" panose="02070309020205020404" pitchFamily="49" charset="0"/>
              </a:rPr>
              <a:t>21</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'grado'</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a:solidFill>
                  <a:srgbClr val="DD1144"/>
                </a:solidFill>
                <a:effectLst/>
                <a:latin typeface="Courier New" panose="02070309020205020404" pitchFamily="49" charset="0"/>
                <a:cs typeface="Courier New" panose="02070309020205020404" pitchFamily="49" charset="0"/>
              </a:rPr>
              <a:t>'Economía'</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'Medicina'</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'Arquitectura'</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'Economía'</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'correo'</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a:solidFill>
                  <a:srgbClr val="DD1144"/>
                </a:solidFill>
                <a:effectLst/>
                <a:latin typeface="Courier New" panose="02070309020205020404" pitchFamily="49" charset="0"/>
                <a:cs typeface="Courier New" panose="02070309020205020404" pitchFamily="49" charset="0"/>
              </a:rPr>
              <a:t>'maria@gmail.com'</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'luis@yahoo.es'</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'carmen@gmail.com'</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'antonio@gmail.com’</a:t>
            </a:r>
            <a:r>
              <a:rPr lang="es-MX" b="0" i="0" dirty="0">
                <a:solidFill>
                  <a:srgbClr val="333333"/>
                </a:solidFill>
                <a:effectLst/>
                <a:latin typeface="Courier New" panose="02070309020205020404" pitchFamily="49" charset="0"/>
                <a:cs typeface="Courier New" panose="02070309020205020404" pitchFamily="49" charset="0"/>
              </a:rPr>
              <a:t>] }</a:t>
            </a: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0" i="0" dirty="0" err="1">
                <a:solidFill>
                  <a:srgbClr val="333333"/>
                </a:solidFill>
                <a:effectLst/>
                <a:latin typeface="Courier New" panose="02070309020205020404" pitchFamily="49" charset="0"/>
                <a:cs typeface="Courier New" panose="02070309020205020404" pitchFamily="49" charset="0"/>
              </a:rPr>
              <a:t>df</a:t>
            </a:r>
            <a:r>
              <a:rPr lang="es-MX" b="0" i="0" dirty="0">
                <a:solidFill>
                  <a:srgbClr val="333333"/>
                </a:solidFill>
                <a:effectLst/>
                <a:latin typeface="Courier New" panose="02070309020205020404" pitchFamily="49" charset="0"/>
                <a:cs typeface="Courier New" panose="02070309020205020404" pitchFamily="49" charset="0"/>
              </a:rPr>
              <a:t> = </a:t>
            </a:r>
            <a:r>
              <a:rPr lang="es-MX" b="0" i="0" dirty="0" err="1">
                <a:solidFill>
                  <a:srgbClr val="333333"/>
                </a:solidFill>
                <a:effectLst/>
                <a:latin typeface="Courier New" panose="02070309020205020404" pitchFamily="49" charset="0"/>
                <a:cs typeface="Courier New" panose="02070309020205020404" pitchFamily="49" charset="0"/>
              </a:rPr>
              <a:t>pd.DataFrame</a:t>
            </a:r>
            <a:r>
              <a:rPr lang="es-MX" b="0" i="0" dirty="0">
                <a:solidFill>
                  <a:srgbClr val="333333"/>
                </a:solidFill>
                <a:effectLst/>
                <a:latin typeface="Courier New" panose="02070309020205020404" pitchFamily="49" charset="0"/>
                <a:cs typeface="Courier New" panose="02070309020205020404" pitchFamily="49" charset="0"/>
              </a:rPr>
              <a:t>(datos)</a:t>
            </a: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0" i="0" dirty="0" err="1">
                <a:solidFill>
                  <a:srgbClr val="333333"/>
                </a:solidFill>
                <a:effectLst/>
                <a:latin typeface="Courier New" panose="02070309020205020404" pitchFamily="49" charset="0"/>
                <a:cs typeface="Courier New" panose="02070309020205020404" pitchFamily="49" charset="0"/>
              </a:rPr>
              <a:t>print</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err="1">
                <a:solidFill>
                  <a:srgbClr val="333333"/>
                </a:solidFill>
                <a:effectLst/>
                <a:latin typeface="Courier New" panose="02070309020205020404" pitchFamily="49" charset="0"/>
                <a:cs typeface="Courier New" panose="02070309020205020404" pitchFamily="49" charset="0"/>
              </a:rPr>
              <a:t>df</a:t>
            </a:r>
            <a:r>
              <a:rPr lang="es-MX" b="0" i="0" dirty="0">
                <a:solidFill>
                  <a:srgbClr val="333333"/>
                </a:solidFill>
                <a:effectLst/>
                <a:latin typeface="Courier New" panose="02070309020205020404" pitchFamily="49" charset="0"/>
                <a:cs typeface="Courier New" panose="02070309020205020404" pitchFamily="49" charset="0"/>
              </a:rPr>
              <a:t>)</a:t>
            </a:r>
            <a:endParaRPr lang="es-MX"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426392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77E9607-4BDB-4F32-81A2-4642F759A9EF}"/>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Creación de un </a:t>
            </a:r>
            <a:r>
              <a:rPr lang="es-MX" sz="4000">
                <a:solidFill>
                  <a:srgbClr val="FFFFFF"/>
                </a:solidFill>
                <a:latin typeface="Courier New" panose="02070309020205020404" pitchFamily="49" charset="0"/>
                <a:cs typeface="Courier New" panose="02070309020205020404" pitchFamily="49" charset="0"/>
              </a:rPr>
              <a:t>DataFrame</a:t>
            </a:r>
            <a:endParaRPr lang="es-MX" sz="4000">
              <a:solidFill>
                <a:srgbClr val="FFFFFF"/>
              </a:solidFill>
            </a:endParaRPr>
          </a:p>
        </p:txBody>
      </p:sp>
      <p:sp>
        <p:nvSpPr>
          <p:cNvPr id="3" name="Marcador de contenido 2">
            <a:extLst>
              <a:ext uri="{FF2B5EF4-FFF2-40B4-BE49-F238E27FC236}">
                <a16:creationId xmlns:a16="http://schemas.microsoft.com/office/drawing/2014/main" id="{595D9EA0-8070-4A42-BA7A-220363543CBF}"/>
              </a:ext>
            </a:extLst>
          </p:cNvPr>
          <p:cNvSpPr>
            <a:spLocks noGrp="1"/>
          </p:cNvSpPr>
          <p:nvPr>
            <p:ph idx="1"/>
          </p:nvPr>
        </p:nvSpPr>
        <p:spPr>
          <a:xfrm>
            <a:off x="1371599" y="2318197"/>
            <a:ext cx="9724031" cy="3683358"/>
          </a:xfrm>
        </p:spPr>
        <p:txBody>
          <a:bodyPr anchor="ctr">
            <a:normAutofit/>
          </a:bodyPr>
          <a:lstStyle/>
          <a:p>
            <a:r>
              <a:rPr lang="es-MX" sz="1700" dirty="0"/>
              <a:t>A partir de una listas de listas:</a:t>
            </a:r>
          </a:p>
          <a:p>
            <a:pPr lvl="1"/>
            <a:r>
              <a:rPr lang="es-MX" sz="1700" dirty="0"/>
              <a:t>Para crear un </a:t>
            </a:r>
            <a:r>
              <a:rPr lang="es-MX" sz="1700" dirty="0" err="1">
                <a:latin typeface="Courier New" panose="02070309020205020404" pitchFamily="49" charset="0"/>
                <a:cs typeface="Courier New" panose="02070309020205020404" pitchFamily="49" charset="0"/>
              </a:rPr>
              <a:t>DataFrame</a:t>
            </a:r>
            <a:r>
              <a:rPr lang="es-MX" sz="1700" dirty="0"/>
              <a:t> a partir de una lista de listas con los datos de las columnas se utiliza el siguiente método:</a:t>
            </a:r>
          </a:p>
          <a:p>
            <a:pPr lvl="2"/>
            <a:r>
              <a:rPr lang="es-MX" sz="1700" dirty="0" err="1">
                <a:latin typeface="Courier New" panose="02070309020205020404" pitchFamily="49" charset="0"/>
                <a:cs typeface="Courier New" panose="02070309020205020404" pitchFamily="49" charset="0"/>
              </a:rPr>
              <a:t>DataFrame</a:t>
            </a:r>
            <a:r>
              <a:rPr lang="es-MX" sz="1700" dirty="0">
                <a:latin typeface="Courier New" panose="02070309020205020404" pitchFamily="49" charset="0"/>
                <a:cs typeface="Courier New" panose="02070309020205020404" pitchFamily="49" charset="0"/>
              </a:rPr>
              <a:t>(data=listas, </a:t>
            </a:r>
            <a:r>
              <a:rPr lang="es-MX" sz="1700" dirty="0" err="1">
                <a:latin typeface="Courier New" panose="02070309020205020404" pitchFamily="49" charset="0"/>
                <a:cs typeface="Courier New" panose="02070309020205020404" pitchFamily="49" charset="0"/>
              </a:rPr>
              <a:t>index</a:t>
            </a:r>
            <a:r>
              <a:rPr lang="es-MX" sz="1700" dirty="0">
                <a:latin typeface="Courier New" panose="02070309020205020404" pitchFamily="49" charset="0"/>
                <a:cs typeface="Courier New" panose="02070309020205020404" pitchFamily="49" charset="0"/>
              </a:rPr>
              <a:t>=filas, </a:t>
            </a:r>
            <a:r>
              <a:rPr lang="es-MX" sz="1700" dirty="0" err="1">
                <a:latin typeface="Courier New" panose="02070309020205020404" pitchFamily="49" charset="0"/>
                <a:cs typeface="Courier New" panose="02070309020205020404" pitchFamily="49" charset="0"/>
              </a:rPr>
              <a:t>columns</a:t>
            </a:r>
            <a:r>
              <a:rPr lang="es-MX" sz="1700" dirty="0">
                <a:latin typeface="Courier New" panose="02070309020205020404" pitchFamily="49" charset="0"/>
                <a:cs typeface="Courier New" panose="02070309020205020404" pitchFamily="49" charset="0"/>
              </a:rPr>
              <a:t>=columnas, </a:t>
            </a:r>
            <a:r>
              <a:rPr lang="es-MX" sz="1700" dirty="0" err="1">
                <a:latin typeface="Courier New" panose="02070309020205020404" pitchFamily="49" charset="0"/>
                <a:cs typeface="Courier New" panose="02070309020205020404" pitchFamily="49" charset="0"/>
              </a:rPr>
              <a:t>dtype</a:t>
            </a:r>
            <a:r>
              <a:rPr lang="es-MX" sz="1700" dirty="0">
                <a:latin typeface="Courier New" panose="02070309020205020404" pitchFamily="49" charset="0"/>
                <a:cs typeface="Courier New" panose="02070309020205020404" pitchFamily="49" charset="0"/>
              </a:rPr>
              <a:t>=tipos)</a:t>
            </a:r>
            <a:r>
              <a:rPr lang="es-MX" sz="1700" dirty="0"/>
              <a:t>: Devuelve un objeto del tipo </a:t>
            </a:r>
            <a:r>
              <a:rPr lang="es-MX" sz="1700" dirty="0" err="1">
                <a:latin typeface="Courier New" panose="02070309020205020404" pitchFamily="49" charset="0"/>
                <a:cs typeface="Courier New" panose="02070309020205020404" pitchFamily="49" charset="0"/>
              </a:rPr>
              <a:t>DataFrame</a:t>
            </a:r>
            <a:r>
              <a:rPr lang="es-MX" sz="1700" dirty="0"/>
              <a:t> cuyas columnas son los valores de las listas de la lista </a:t>
            </a:r>
            <a:r>
              <a:rPr lang="es-MX" sz="1700" dirty="0">
                <a:latin typeface="Courier New" panose="02070309020205020404" pitchFamily="49" charset="0"/>
                <a:cs typeface="Courier New" panose="02070309020205020404" pitchFamily="49" charset="0"/>
              </a:rPr>
              <a:t>listas</a:t>
            </a:r>
            <a:r>
              <a:rPr lang="es-MX" sz="1700" dirty="0"/>
              <a:t>, los nombres de filas indicados en la lista </a:t>
            </a:r>
            <a:r>
              <a:rPr lang="es-MX" sz="1700" dirty="0">
                <a:latin typeface="Courier New" panose="02070309020205020404" pitchFamily="49" charset="0"/>
                <a:cs typeface="Courier New" panose="02070309020205020404" pitchFamily="49" charset="0"/>
              </a:rPr>
              <a:t>filas</a:t>
            </a:r>
            <a:r>
              <a:rPr lang="es-MX" sz="1700" dirty="0"/>
              <a:t>, los nombres de columnas indicados en la lista </a:t>
            </a:r>
            <a:r>
              <a:rPr lang="es-MX" sz="1700" dirty="0">
                <a:latin typeface="Courier New" panose="02070309020205020404" pitchFamily="49" charset="0"/>
                <a:cs typeface="Courier New" panose="02070309020205020404" pitchFamily="49" charset="0"/>
              </a:rPr>
              <a:t>columnas</a:t>
            </a:r>
            <a:r>
              <a:rPr lang="es-MX" sz="1700" dirty="0"/>
              <a:t> y los tipos indicados en la lista </a:t>
            </a:r>
            <a:r>
              <a:rPr lang="es-MX" sz="1700" dirty="0">
                <a:latin typeface="Courier New" panose="02070309020205020404" pitchFamily="49" charset="0"/>
                <a:cs typeface="Courier New" panose="02070309020205020404" pitchFamily="49" charset="0"/>
              </a:rPr>
              <a:t>tipos</a:t>
            </a:r>
            <a:r>
              <a:rPr lang="es-MX" sz="1700" dirty="0"/>
              <a:t>. La lista </a:t>
            </a:r>
            <a:r>
              <a:rPr lang="es-MX" sz="1700" dirty="0">
                <a:latin typeface="Courier New" panose="02070309020205020404" pitchFamily="49" charset="0"/>
                <a:cs typeface="Courier New" panose="02070309020205020404" pitchFamily="49" charset="0"/>
              </a:rPr>
              <a:t>filas</a:t>
            </a:r>
            <a:r>
              <a:rPr lang="es-MX" sz="1700" dirty="0"/>
              <a:t>, tiene que tener el mismo tamaño que la lista </a:t>
            </a:r>
            <a:r>
              <a:rPr lang="es-MX" sz="1700" dirty="0">
                <a:latin typeface="Courier New" panose="02070309020205020404" pitchFamily="49" charset="0"/>
                <a:cs typeface="Courier New" panose="02070309020205020404" pitchFamily="49" charset="0"/>
              </a:rPr>
              <a:t>listas</a:t>
            </a:r>
            <a:r>
              <a:rPr lang="es-MX" sz="1700" dirty="0"/>
              <a:t> mientras que las listas </a:t>
            </a:r>
            <a:r>
              <a:rPr lang="es-MX" sz="1700" dirty="0">
                <a:latin typeface="Courier New" panose="02070309020205020404" pitchFamily="49" charset="0"/>
                <a:cs typeface="Courier New" panose="02070309020205020404" pitchFamily="49" charset="0"/>
              </a:rPr>
              <a:t>columnas</a:t>
            </a:r>
            <a:r>
              <a:rPr lang="es-MX" sz="1700" dirty="0"/>
              <a:t> y tipos tienen que tener el mismo tamaño que las listas anidadas en </a:t>
            </a:r>
            <a:r>
              <a:rPr lang="es-MX" sz="1700" dirty="0">
                <a:latin typeface="Courier New" panose="02070309020205020404" pitchFamily="49" charset="0"/>
                <a:cs typeface="Courier New" panose="02070309020205020404" pitchFamily="49" charset="0"/>
              </a:rPr>
              <a:t>listas</a:t>
            </a:r>
            <a:r>
              <a:rPr lang="es-MX" sz="1700" dirty="0"/>
              <a:t>. Si no se pasa la lista de filas o de columnas se utilizan enteros empezando en 0. Si no se pasa la lista de tipos, se infiere.</a:t>
            </a:r>
          </a:p>
          <a:p>
            <a:pPr lvl="1"/>
            <a:r>
              <a:rPr lang="es-MX" sz="1700" dirty="0"/>
              <a:t> </a:t>
            </a:r>
            <a:r>
              <a:rPr lang="es-MX" sz="1700" b="1" dirty="0"/>
              <a:t>Si las listas anidadas en listas no tienen el mismo tamaño, las listas menores se rellenan con valores </a:t>
            </a:r>
            <a:r>
              <a:rPr lang="es-MX" sz="1700" b="1" dirty="0" err="1"/>
              <a:t>NaN</a:t>
            </a:r>
            <a:r>
              <a:rPr lang="es-MX" sz="1700" b="1" dirty="0"/>
              <a:t>.</a:t>
            </a:r>
          </a:p>
        </p:txBody>
      </p:sp>
    </p:spTree>
    <p:extLst>
      <p:ext uri="{BB962C8B-B14F-4D97-AF65-F5344CB8AC3E}">
        <p14:creationId xmlns:p14="http://schemas.microsoft.com/office/powerpoint/2010/main" val="38802323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77E9607-4BDB-4F32-81A2-4642F759A9EF}"/>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Creación de un </a:t>
            </a:r>
            <a:r>
              <a:rPr lang="es-MX" sz="4000">
                <a:solidFill>
                  <a:srgbClr val="FFFFFF"/>
                </a:solidFill>
                <a:latin typeface="Courier New" panose="02070309020205020404" pitchFamily="49" charset="0"/>
                <a:cs typeface="Courier New" panose="02070309020205020404" pitchFamily="49" charset="0"/>
              </a:rPr>
              <a:t>DataFrame</a:t>
            </a:r>
            <a:endParaRPr lang="es-MX" sz="4000">
              <a:solidFill>
                <a:srgbClr val="FFFFFF"/>
              </a:solidFill>
            </a:endParaRPr>
          </a:p>
        </p:txBody>
      </p:sp>
      <p:sp>
        <p:nvSpPr>
          <p:cNvPr id="3" name="Marcador de contenido 2">
            <a:extLst>
              <a:ext uri="{FF2B5EF4-FFF2-40B4-BE49-F238E27FC236}">
                <a16:creationId xmlns:a16="http://schemas.microsoft.com/office/drawing/2014/main" id="{595D9EA0-8070-4A42-BA7A-220363543CBF}"/>
              </a:ext>
            </a:extLst>
          </p:cNvPr>
          <p:cNvSpPr>
            <a:spLocks noGrp="1"/>
          </p:cNvSpPr>
          <p:nvPr>
            <p:ph idx="1"/>
          </p:nvPr>
        </p:nvSpPr>
        <p:spPr>
          <a:xfrm>
            <a:off x="1371599" y="2318197"/>
            <a:ext cx="9724031" cy="3683358"/>
          </a:xfrm>
        </p:spPr>
        <p:txBody>
          <a:bodyPr anchor="ctr">
            <a:normAutofit/>
          </a:bodyPr>
          <a:lstStyle/>
          <a:p>
            <a:r>
              <a:rPr lang="es-MX" sz="2000" dirty="0"/>
              <a:t>A partir de una listas de listas:</a:t>
            </a:r>
          </a:p>
          <a:p>
            <a:pPr lvl="1"/>
            <a:r>
              <a:rPr lang="es-MX" sz="2000" dirty="0"/>
              <a:t>Ejemplo:</a:t>
            </a:r>
          </a:p>
          <a:p>
            <a:pPr marL="914400" lvl="2" indent="0">
              <a:buNone/>
            </a:pPr>
            <a:r>
              <a:rPr lang="es-MX" b="1" i="0" dirty="0">
                <a:solidFill>
                  <a:srgbClr val="999999"/>
                </a:solidFill>
                <a:effectLst/>
                <a:latin typeface="Roboto Mono"/>
              </a:rPr>
              <a:t>&gt;&gt;&gt; </a:t>
            </a:r>
            <a:r>
              <a:rPr lang="es-MX" b="1" i="0" dirty="0" err="1">
                <a:solidFill>
                  <a:srgbClr val="333333"/>
                </a:solidFill>
                <a:effectLst/>
                <a:latin typeface="Roboto Mono"/>
              </a:rPr>
              <a:t>import</a:t>
            </a:r>
            <a:r>
              <a:rPr lang="es-MX" b="0" i="0" dirty="0">
                <a:solidFill>
                  <a:srgbClr val="333333"/>
                </a:solidFill>
                <a:effectLst/>
                <a:latin typeface="Roboto Mono"/>
              </a:rPr>
              <a:t> pandas </a:t>
            </a:r>
            <a:r>
              <a:rPr lang="es-MX" b="1" i="0" dirty="0">
                <a:solidFill>
                  <a:srgbClr val="333333"/>
                </a:solidFill>
                <a:effectLst/>
                <a:latin typeface="Roboto Mono"/>
              </a:rPr>
              <a:t>as</a:t>
            </a:r>
            <a:r>
              <a:rPr lang="es-MX" b="0" i="0" dirty="0">
                <a:solidFill>
                  <a:srgbClr val="333333"/>
                </a:solidFill>
                <a:effectLst/>
                <a:latin typeface="Roboto Mono"/>
              </a:rPr>
              <a:t> </a:t>
            </a:r>
            <a:r>
              <a:rPr lang="es-MX" b="0" i="0" dirty="0" err="1">
                <a:solidFill>
                  <a:srgbClr val="333333"/>
                </a:solidFill>
                <a:effectLst/>
                <a:latin typeface="Roboto Mono"/>
              </a:rPr>
              <a:t>pd</a:t>
            </a:r>
            <a:endParaRPr lang="es-MX" b="0" i="0" dirty="0">
              <a:solidFill>
                <a:srgbClr val="333333"/>
              </a:solidFill>
              <a:effectLst/>
              <a:latin typeface="Roboto Mono"/>
            </a:endParaRPr>
          </a:p>
          <a:p>
            <a:pPr marL="914400" lvl="2" indent="0">
              <a:buNone/>
            </a:pPr>
            <a:r>
              <a:rPr lang="es-MX" b="1" i="0" dirty="0">
                <a:solidFill>
                  <a:srgbClr val="999999"/>
                </a:solidFill>
                <a:effectLst/>
                <a:latin typeface="Roboto Mono"/>
              </a:rPr>
              <a:t>&gt;&gt;&gt; </a:t>
            </a:r>
            <a:r>
              <a:rPr lang="es-MX" b="0" i="0" dirty="0" err="1">
                <a:solidFill>
                  <a:srgbClr val="333333"/>
                </a:solidFill>
                <a:effectLst/>
                <a:latin typeface="Roboto Mono"/>
              </a:rPr>
              <a:t>df</a:t>
            </a:r>
            <a:r>
              <a:rPr lang="es-MX" b="0" i="0" dirty="0">
                <a:solidFill>
                  <a:srgbClr val="333333"/>
                </a:solidFill>
                <a:effectLst/>
                <a:latin typeface="Roboto Mono"/>
              </a:rPr>
              <a:t> = </a:t>
            </a:r>
            <a:r>
              <a:rPr lang="es-MX" b="0" i="0" dirty="0" err="1">
                <a:solidFill>
                  <a:srgbClr val="333333"/>
                </a:solidFill>
                <a:effectLst/>
                <a:latin typeface="Roboto Mono"/>
              </a:rPr>
              <a:t>pd.DataFrame</a:t>
            </a:r>
            <a:r>
              <a:rPr lang="es-MX" b="0" i="0" dirty="0">
                <a:solidFill>
                  <a:srgbClr val="333333"/>
                </a:solidFill>
                <a:effectLst/>
                <a:latin typeface="Roboto Mono"/>
              </a:rPr>
              <a:t>([[</a:t>
            </a:r>
            <a:r>
              <a:rPr lang="es-MX" b="0" i="0" dirty="0">
                <a:solidFill>
                  <a:srgbClr val="DD1144"/>
                </a:solidFill>
                <a:effectLst/>
                <a:latin typeface="Roboto Mono"/>
              </a:rPr>
              <a:t>'María'</a:t>
            </a:r>
            <a:r>
              <a:rPr lang="es-MX" b="0" i="0" dirty="0">
                <a:solidFill>
                  <a:srgbClr val="333333"/>
                </a:solidFill>
                <a:effectLst/>
                <a:latin typeface="Roboto Mono"/>
              </a:rPr>
              <a:t>, </a:t>
            </a:r>
            <a:r>
              <a:rPr lang="es-MX" b="0" i="0" dirty="0">
                <a:solidFill>
                  <a:srgbClr val="008080"/>
                </a:solidFill>
                <a:effectLst/>
                <a:latin typeface="Roboto Mono"/>
              </a:rPr>
              <a:t>18</a:t>
            </a:r>
            <a:r>
              <a:rPr lang="es-MX" b="0" i="0" dirty="0">
                <a:solidFill>
                  <a:srgbClr val="333333"/>
                </a:solidFill>
                <a:effectLst/>
                <a:latin typeface="Roboto Mono"/>
              </a:rPr>
              <a:t>], [</a:t>
            </a:r>
            <a:r>
              <a:rPr lang="es-MX" b="0" i="0" dirty="0">
                <a:solidFill>
                  <a:srgbClr val="DD1144"/>
                </a:solidFill>
                <a:effectLst/>
                <a:latin typeface="Roboto Mono"/>
              </a:rPr>
              <a:t>'Luis'</a:t>
            </a:r>
            <a:r>
              <a:rPr lang="es-MX" b="0" i="0" dirty="0">
                <a:solidFill>
                  <a:srgbClr val="333333"/>
                </a:solidFill>
                <a:effectLst/>
                <a:latin typeface="Roboto Mono"/>
              </a:rPr>
              <a:t>, </a:t>
            </a:r>
            <a:r>
              <a:rPr lang="es-MX" b="0" i="0" dirty="0">
                <a:solidFill>
                  <a:srgbClr val="008080"/>
                </a:solidFill>
                <a:effectLst/>
                <a:latin typeface="Roboto Mono"/>
              </a:rPr>
              <a:t>22</a:t>
            </a:r>
            <a:r>
              <a:rPr lang="es-MX" b="0" i="0" dirty="0">
                <a:solidFill>
                  <a:srgbClr val="333333"/>
                </a:solidFill>
                <a:effectLst/>
                <a:latin typeface="Roboto Mono"/>
              </a:rPr>
              <a:t>], [</a:t>
            </a:r>
            <a:r>
              <a:rPr lang="es-MX" b="0" i="0" dirty="0">
                <a:solidFill>
                  <a:srgbClr val="DD1144"/>
                </a:solidFill>
                <a:effectLst/>
                <a:latin typeface="Roboto Mono"/>
              </a:rPr>
              <a:t>'Carmen'</a:t>
            </a:r>
            <a:r>
              <a:rPr lang="es-MX" b="0" i="0" dirty="0">
                <a:solidFill>
                  <a:srgbClr val="333333"/>
                </a:solidFill>
                <a:effectLst/>
                <a:latin typeface="Roboto Mono"/>
              </a:rPr>
              <a:t>, </a:t>
            </a:r>
            <a:r>
              <a:rPr lang="es-MX" b="0" i="0" dirty="0">
                <a:solidFill>
                  <a:srgbClr val="008080"/>
                </a:solidFill>
                <a:effectLst/>
                <a:latin typeface="Roboto Mono"/>
              </a:rPr>
              <a:t>20</a:t>
            </a:r>
            <a:r>
              <a:rPr lang="es-MX" b="0" i="0" dirty="0">
                <a:solidFill>
                  <a:srgbClr val="333333"/>
                </a:solidFill>
                <a:effectLst/>
                <a:latin typeface="Roboto Mono"/>
              </a:rPr>
              <a:t>]], </a:t>
            </a:r>
            <a:r>
              <a:rPr lang="es-MX" b="0" i="0" dirty="0" err="1">
                <a:solidFill>
                  <a:srgbClr val="333333"/>
                </a:solidFill>
                <a:effectLst/>
                <a:latin typeface="Roboto Mono"/>
              </a:rPr>
              <a:t>columns</a:t>
            </a:r>
            <a:r>
              <a:rPr lang="es-MX" b="0" i="0" dirty="0">
                <a:solidFill>
                  <a:srgbClr val="333333"/>
                </a:solidFill>
                <a:effectLst/>
                <a:latin typeface="Roboto Mono"/>
              </a:rPr>
              <a:t>=[</a:t>
            </a:r>
            <a:r>
              <a:rPr lang="es-MX" b="0" i="0" dirty="0">
                <a:solidFill>
                  <a:srgbClr val="DD1144"/>
                </a:solidFill>
                <a:effectLst/>
                <a:latin typeface="Roboto Mono"/>
              </a:rPr>
              <a:t>'Nombre'</a:t>
            </a:r>
            <a:r>
              <a:rPr lang="es-MX" b="0" i="0" dirty="0">
                <a:solidFill>
                  <a:srgbClr val="333333"/>
                </a:solidFill>
                <a:effectLst/>
                <a:latin typeface="Roboto Mono"/>
              </a:rPr>
              <a:t>, </a:t>
            </a:r>
            <a:r>
              <a:rPr lang="es-MX" b="0" i="0" dirty="0">
                <a:solidFill>
                  <a:srgbClr val="DD1144"/>
                </a:solidFill>
                <a:effectLst/>
                <a:latin typeface="Roboto Mono"/>
              </a:rPr>
              <a:t>'Edad’</a:t>
            </a:r>
            <a:r>
              <a:rPr lang="es-MX" b="0" i="0" dirty="0">
                <a:solidFill>
                  <a:srgbClr val="333333"/>
                </a:solidFill>
                <a:effectLst/>
                <a:latin typeface="Roboto Mono"/>
              </a:rPr>
              <a:t>])</a:t>
            </a:r>
          </a:p>
          <a:p>
            <a:pPr marL="914400" lvl="2" indent="0">
              <a:buNone/>
            </a:pPr>
            <a:r>
              <a:rPr lang="es-MX" b="1" i="0" dirty="0">
                <a:solidFill>
                  <a:srgbClr val="999999"/>
                </a:solidFill>
                <a:effectLst/>
                <a:latin typeface="Roboto Mono"/>
              </a:rPr>
              <a:t>&gt;&gt;&gt; </a:t>
            </a:r>
            <a:r>
              <a:rPr lang="es-MX" b="0" i="0" dirty="0" err="1">
                <a:solidFill>
                  <a:srgbClr val="333333"/>
                </a:solidFill>
                <a:effectLst/>
                <a:latin typeface="Roboto Mono"/>
              </a:rPr>
              <a:t>print</a:t>
            </a:r>
            <a:r>
              <a:rPr lang="es-MX" b="0" i="0" dirty="0">
                <a:solidFill>
                  <a:srgbClr val="333333"/>
                </a:solidFill>
                <a:effectLst/>
                <a:latin typeface="Roboto Mono"/>
              </a:rPr>
              <a:t>(</a:t>
            </a:r>
            <a:r>
              <a:rPr lang="es-MX" b="0" i="0" dirty="0" err="1">
                <a:solidFill>
                  <a:srgbClr val="333333"/>
                </a:solidFill>
                <a:effectLst/>
                <a:latin typeface="Roboto Mono"/>
              </a:rPr>
              <a:t>df</a:t>
            </a:r>
            <a:r>
              <a:rPr lang="es-MX" b="0" i="0" dirty="0">
                <a:solidFill>
                  <a:srgbClr val="333333"/>
                </a:solidFill>
                <a:effectLst/>
                <a:latin typeface="Roboto Mono"/>
              </a:rPr>
              <a:t>)</a:t>
            </a:r>
            <a:endParaRPr lang="es-MX" b="1" dirty="0"/>
          </a:p>
        </p:txBody>
      </p:sp>
    </p:spTree>
    <p:extLst>
      <p:ext uri="{BB962C8B-B14F-4D97-AF65-F5344CB8AC3E}">
        <p14:creationId xmlns:p14="http://schemas.microsoft.com/office/powerpoint/2010/main" val="41900764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08809B9-090D-4A29-A41D-E3E3566AAA42}"/>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Creación de un </a:t>
            </a:r>
            <a:r>
              <a:rPr lang="es-MX" sz="4000">
                <a:solidFill>
                  <a:srgbClr val="FFFFFF"/>
                </a:solidFill>
                <a:latin typeface="Courier New" panose="02070309020205020404" pitchFamily="49" charset="0"/>
                <a:cs typeface="Courier New" panose="02070309020205020404" pitchFamily="49" charset="0"/>
              </a:rPr>
              <a:t>DataFrame</a:t>
            </a:r>
            <a:endParaRPr lang="es-MX" sz="4000">
              <a:solidFill>
                <a:srgbClr val="FFFFFF"/>
              </a:solidFill>
            </a:endParaRPr>
          </a:p>
        </p:txBody>
      </p:sp>
      <p:sp>
        <p:nvSpPr>
          <p:cNvPr id="3" name="Marcador de contenido 2">
            <a:extLst>
              <a:ext uri="{FF2B5EF4-FFF2-40B4-BE49-F238E27FC236}">
                <a16:creationId xmlns:a16="http://schemas.microsoft.com/office/drawing/2014/main" id="{D5972DA9-B3D8-484B-9F1B-D6CC17C74D80}"/>
              </a:ext>
            </a:extLst>
          </p:cNvPr>
          <p:cNvSpPr>
            <a:spLocks noGrp="1"/>
          </p:cNvSpPr>
          <p:nvPr>
            <p:ph idx="1"/>
          </p:nvPr>
        </p:nvSpPr>
        <p:spPr>
          <a:xfrm>
            <a:off x="1371599" y="2318197"/>
            <a:ext cx="9724031" cy="3683358"/>
          </a:xfrm>
        </p:spPr>
        <p:txBody>
          <a:bodyPr anchor="ctr">
            <a:normAutofit/>
          </a:bodyPr>
          <a:lstStyle/>
          <a:p>
            <a:r>
              <a:rPr lang="es-MX" sz="1900"/>
              <a:t>A partir de una lista de diccionarios:</a:t>
            </a:r>
          </a:p>
          <a:p>
            <a:pPr lvl="1"/>
            <a:r>
              <a:rPr lang="es-MX" sz="1900"/>
              <a:t>Para crear un </a:t>
            </a:r>
            <a:r>
              <a:rPr lang="es-MX" sz="1900">
                <a:latin typeface="Courier New" panose="02070309020205020404" pitchFamily="49" charset="0"/>
                <a:cs typeface="Courier New" panose="02070309020205020404" pitchFamily="49" charset="0"/>
              </a:rPr>
              <a:t>DataFrame</a:t>
            </a:r>
            <a:r>
              <a:rPr lang="es-MX" sz="1900"/>
              <a:t> a partir de una lista de diccionarios con los datos de las filas, se utiliza el siguiente método:</a:t>
            </a:r>
          </a:p>
          <a:p>
            <a:pPr lvl="2"/>
            <a:r>
              <a:rPr lang="es-MX" sz="1900">
                <a:latin typeface="Courier New" panose="02070309020205020404" pitchFamily="49" charset="0"/>
                <a:cs typeface="Courier New" panose="02070309020205020404" pitchFamily="49" charset="0"/>
              </a:rPr>
              <a:t>DataFrame(data=diccionarios, index=filas, columns=columnas, dtype=tipos):</a:t>
            </a:r>
            <a:r>
              <a:rPr lang="es-MX" sz="1900"/>
              <a:t> Devuelve un objeto del tipo </a:t>
            </a:r>
            <a:r>
              <a:rPr lang="es-MX" sz="1900">
                <a:latin typeface="Courier New" panose="02070309020205020404" pitchFamily="49" charset="0"/>
                <a:cs typeface="Courier New" panose="02070309020205020404" pitchFamily="49" charset="0"/>
              </a:rPr>
              <a:t>DataFrame</a:t>
            </a:r>
            <a:r>
              <a:rPr lang="es-MX" sz="1900"/>
              <a:t> cuyas filas contienen los valores de los diccionarios de la lista </a:t>
            </a:r>
            <a:r>
              <a:rPr lang="es-MX" sz="1900">
                <a:latin typeface="Courier New" panose="02070309020205020404" pitchFamily="49" charset="0"/>
                <a:cs typeface="Courier New" panose="02070309020205020404" pitchFamily="49" charset="0"/>
              </a:rPr>
              <a:t>diccionarios</a:t>
            </a:r>
            <a:r>
              <a:rPr lang="es-MX" sz="1900"/>
              <a:t>, los nombres de filas indicados en la lista </a:t>
            </a:r>
            <a:r>
              <a:rPr lang="es-MX" sz="1900">
                <a:latin typeface="Courier New" panose="02070309020205020404" pitchFamily="49" charset="0"/>
                <a:cs typeface="Courier New" panose="02070309020205020404" pitchFamily="49" charset="0"/>
              </a:rPr>
              <a:t>filas</a:t>
            </a:r>
            <a:r>
              <a:rPr lang="es-MX" sz="1900"/>
              <a:t>, los nombres de columnas indicados en la lista </a:t>
            </a:r>
            <a:r>
              <a:rPr lang="es-MX" sz="1900">
                <a:latin typeface="Courier New" panose="02070309020205020404" pitchFamily="49" charset="0"/>
                <a:cs typeface="Courier New" panose="02070309020205020404" pitchFamily="49" charset="0"/>
              </a:rPr>
              <a:t>columnas</a:t>
            </a:r>
            <a:r>
              <a:rPr lang="es-MX" sz="1900"/>
              <a:t> y los tipos indicados en la lista </a:t>
            </a:r>
            <a:r>
              <a:rPr lang="es-MX" sz="1900">
                <a:latin typeface="Courier New" panose="02070309020205020404" pitchFamily="49" charset="0"/>
                <a:cs typeface="Courier New" panose="02070309020205020404" pitchFamily="49" charset="0"/>
              </a:rPr>
              <a:t>tipos</a:t>
            </a:r>
            <a:r>
              <a:rPr lang="es-MX" sz="1900"/>
              <a:t>. La lista </a:t>
            </a:r>
            <a:r>
              <a:rPr lang="es-MX" sz="1900">
                <a:latin typeface="Courier New" panose="02070309020205020404" pitchFamily="49" charset="0"/>
                <a:cs typeface="Courier New" panose="02070309020205020404" pitchFamily="49" charset="0"/>
              </a:rPr>
              <a:t>filas</a:t>
            </a:r>
            <a:r>
              <a:rPr lang="es-MX" sz="1900"/>
              <a:t> tiene que tener el mismo tamaño que la lista </a:t>
            </a:r>
            <a:r>
              <a:rPr lang="es-MX" sz="1900">
                <a:latin typeface="Courier New" panose="02070309020205020404" pitchFamily="49" charset="0"/>
                <a:cs typeface="Courier New" panose="02070309020205020404" pitchFamily="49" charset="0"/>
              </a:rPr>
              <a:t>lista</a:t>
            </a:r>
            <a:r>
              <a:rPr lang="es-MX" sz="1900"/>
              <a:t>. Si no se pasa la lista de filas se utilizan enteros empezando en 0. Si no se pasa la lista de columnas se utilizan las claves de los diccionarios. Si no se pasa la lista de tipos, se infiere.</a:t>
            </a:r>
          </a:p>
          <a:p>
            <a:pPr lvl="1"/>
            <a:r>
              <a:rPr lang="es-MX" sz="1900" b="1"/>
              <a:t> Si los diccionarios no tienen las mismas claves, las claves que no aparecen en el diccionario se rellenan con valores NaN.</a:t>
            </a:r>
          </a:p>
        </p:txBody>
      </p:sp>
    </p:spTree>
    <p:extLst>
      <p:ext uri="{BB962C8B-B14F-4D97-AF65-F5344CB8AC3E}">
        <p14:creationId xmlns:p14="http://schemas.microsoft.com/office/powerpoint/2010/main" val="22148605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08809B9-090D-4A29-A41D-E3E3566AAA42}"/>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Creación de un </a:t>
            </a:r>
            <a:r>
              <a:rPr lang="es-MX" sz="4000">
                <a:solidFill>
                  <a:srgbClr val="FFFFFF"/>
                </a:solidFill>
                <a:latin typeface="Courier New" panose="02070309020205020404" pitchFamily="49" charset="0"/>
                <a:cs typeface="Courier New" panose="02070309020205020404" pitchFamily="49" charset="0"/>
              </a:rPr>
              <a:t>DataFrame</a:t>
            </a:r>
            <a:endParaRPr lang="es-MX" sz="4000">
              <a:solidFill>
                <a:srgbClr val="FFFFFF"/>
              </a:solidFill>
            </a:endParaRPr>
          </a:p>
        </p:txBody>
      </p:sp>
      <p:sp>
        <p:nvSpPr>
          <p:cNvPr id="3" name="Marcador de contenido 2">
            <a:extLst>
              <a:ext uri="{FF2B5EF4-FFF2-40B4-BE49-F238E27FC236}">
                <a16:creationId xmlns:a16="http://schemas.microsoft.com/office/drawing/2014/main" id="{D5972DA9-B3D8-484B-9F1B-D6CC17C74D80}"/>
              </a:ext>
            </a:extLst>
          </p:cNvPr>
          <p:cNvSpPr>
            <a:spLocks noGrp="1"/>
          </p:cNvSpPr>
          <p:nvPr>
            <p:ph idx="1"/>
          </p:nvPr>
        </p:nvSpPr>
        <p:spPr>
          <a:xfrm>
            <a:off x="1371599" y="2318197"/>
            <a:ext cx="9724031" cy="3683358"/>
          </a:xfrm>
        </p:spPr>
        <p:txBody>
          <a:bodyPr anchor="ctr">
            <a:normAutofit/>
          </a:bodyPr>
          <a:lstStyle/>
          <a:p>
            <a:r>
              <a:rPr lang="es-MX" sz="2000" dirty="0"/>
              <a:t>A partir de una lista de diccionarios:</a:t>
            </a:r>
          </a:p>
          <a:p>
            <a:pPr lvl="1"/>
            <a:r>
              <a:rPr lang="es-MX" sz="2000" dirty="0"/>
              <a:t>Ejemplo:</a:t>
            </a: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1" i="0" dirty="0" err="1">
                <a:solidFill>
                  <a:srgbClr val="333333"/>
                </a:solidFill>
                <a:effectLst/>
                <a:latin typeface="Courier New" panose="02070309020205020404" pitchFamily="49" charset="0"/>
                <a:cs typeface="Courier New" panose="02070309020205020404" pitchFamily="49" charset="0"/>
              </a:rPr>
              <a:t>import</a:t>
            </a:r>
            <a:r>
              <a:rPr lang="es-MX" b="0" i="0" dirty="0">
                <a:solidFill>
                  <a:srgbClr val="333333"/>
                </a:solidFill>
                <a:effectLst/>
                <a:latin typeface="Courier New" panose="02070309020205020404" pitchFamily="49" charset="0"/>
                <a:cs typeface="Courier New" panose="02070309020205020404" pitchFamily="49" charset="0"/>
              </a:rPr>
              <a:t> pandas </a:t>
            </a:r>
            <a:r>
              <a:rPr lang="es-MX" b="1" i="0" dirty="0">
                <a:solidFill>
                  <a:srgbClr val="333333"/>
                </a:solidFill>
                <a:effectLst/>
                <a:latin typeface="Courier New" panose="02070309020205020404" pitchFamily="49" charset="0"/>
                <a:cs typeface="Courier New" panose="02070309020205020404" pitchFamily="49" charset="0"/>
              </a:rPr>
              <a:t>as</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err="1">
                <a:solidFill>
                  <a:srgbClr val="333333"/>
                </a:solidFill>
                <a:effectLst/>
                <a:latin typeface="Courier New" panose="02070309020205020404" pitchFamily="49" charset="0"/>
                <a:cs typeface="Courier New" panose="02070309020205020404" pitchFamily="49" charset="0"/>
              </a:rPr>
              <a:t>pd</a:t>
            </a:r>
            <a:endParaRPr lang="es-MX" b="0" i="0" dirty="0">
              <a:solidFill>
                <a:srgbClr val="333333"/>
              </a:solidFill>
              <a:effectLst/>
              <a:latin typeface="Courier New" panose="02070309020205020404" pitchFamily="49" charset="0"/>
              <a:cs typeface="Courier New" panose="02070309020205020404" pitchFamily="49" charset="0"/>
            </a:endParaRP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0" i="0" dirty="0" err="1">
                <a:solidFill>
                  <a:srgbClr val="333333"/>
                </a:solidFill>
                <a:effectLst/>
                <a:latin typeface="Courier New" panose="02070309020205020404" pitchFamily="49" charset="0"/>
                <a:cs typeface="Courier New" panose="02070309020205020404" pitchFamily="49" charset="0"/>
              </a:rPr>
              <a:t>df</a:t>
            </a:r>
            <a:r>
              <a:rPr lang="es-MX" b="0" i="0" dirty="0">
                <a:solidFill>
                  <a:srgbClr val="333333"/>
                </a:solidFill>
                <a:effectLst/>
                <a:latin typeface="Courier New" panose="02070309020205020404" pitchFamily="49" charset="0"/>
                <a:cs typeface="Courier New" panose="02070309020205020404" pitchFamily="49" charset="0"/>
              </a:rPr>
              <a:t> = </a:t>
            </a:r>
            <a:r>
              <a:rPr lang="es-MX" b="0" i="0" dirty="0" err="1">
                <a:solidFill>
                  <a:srgbClr val="333333"/>
                </a:solidFill>
                <a:effectLst/>
                <a:latin typeface="Courier New" panose="02070309020205020404" pitchFamily="49" charset="0"/>
                <a:cs typeface="Courier New" panose="02070309020205020404" pitchFamily="49" charset="0"/>
              </a:rPr>
              <a:t>pd.DataFrame</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a:solidFill>
                  <a:srgbClr val="DD1144"/>
                </a:solidFill>
                <a:effectLst/>
                <a:latin typeface="Courier New" panose="02070309020205020404" pitchFamily="49" charset="0"/>
                <a:cs typeface="Courier New" panose="02070309020205020404" pitchFamily="49" charset="0"/>
              </a:rPr>
              <a:t>'</a:t>
            </a:r>
            <a:r>
              <a:rPr lang="es-MX" b="0" i="0" dirty="0" err="1">
                <a:solidFill>
                  <a:srgbClr val="DD1144"/>
                </a:solidFill>
                <a:effectLst/>
                <a:latin typeface="Courier New" panose="02070309020205020404" pitchFamily="49" charset="0"/>
                <a:cs typeface="Courier New" panose="02070309020205020404" pitchFamily="49" charset="0"/>
              </a:rPr>
              <a:t>Nombre'</a:t>
            </a:r>
            <a:r>
              <a:rPr lang="es-MX" b="0" i="0" dirty="0" err="1">
                <a:solidFill>
                  <a:srgbClr val="333333"/>
                </a:solidFill>
                <a:effectLst/>
                <a:latin typeface="Courier New" panose="02070309020205020404" pitchFamily="49" charset="0"/>
                <a:cs typeface="Courier New" panose="02070309020205020404" pitchFamily="49" charset="0"/>
              </a:rPr>
              <a:t>:</a:t>
            </a:r>
            <a:r>
              <a:rPr lang="es-MX" b="0" i="0" dirty="0" err="1">
                <a:solidFill>
                  <a:srgbClr val="DD1144"/>
                </a:solidFill>
                <a:effectLst/>
                <a:latin typeface="Courier New" panose="02070309020205020404" pitchFamily="49" charset="0"/>
                <a:cs typeface="Courier New" panose="02070309020205020404" pitchFamily="49" charset="0"/>
              </a:rPr>
              <a:t>'María</a:t>
            </a:r>
            <a:r>
              <a:rPr lang="es-MX" b="0" i="0" dirty="0">
                <a:solidFill>
                  <a:srgbClr val="DD1144"/>
                </a:solidFill>
                <a:effectLst/>
                <a:latin typeface="Courier New" panose="02070309020205020404" pitchFamily="49" charset="0"/>
                <a:cs typeface="Courier New" panose="02070309020205020404" pitchFamily="49" charset="0"/>
              </a:rPr>
              <a:t>'</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'Edad'</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a:solidFill>
                  <a:srgbClr val="008080"/>
                </a:solidFill>
                <a:effectLst/>
                <a:latin typeface="Courier New" panose="02070309020205020404" pitchFamily="49" charset="0"/>
                <a:cs typeface="Courier New" panose="02070309020205020404" pitchFamily="49" charset="0"/>
              </a:rPr>
              <a:t>18</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a:t>
            </a:r>
            <a:r>
              <a:rPr lang="es-MX" b="0" i="0" dirty="0" err="1">
                <a:solidFill>
                  <a:srgbClr val="DD1144"/>
                </a:solidFill>
                <a:effectLst/>
                <a:latin typeface="Courier New" panose="02070309020205020404" pitchFamily="49" charset="0"/>
                <a:cs typeface="Courier New" panose="02070309020205020404" pitchFamily="49" charset="0"/>
              </a:rPr>
              <a:t>Nombre'</a:t>
            </a:r>
            <a:r>
              <a:rPr lang="es-MX" b="0" i="0" dirty="0" err="1">
                <a:solidFill>
                  <a:srgbClr val="333333"/>
                </a:solidFill>
                <a:effectLst/>
                <a:latin typeface="Courier New" panose="02070309020205020404" pitchFamily="49" charset="0"/>
                <a:cs typeface="Courier New" panose="02070309020205020404" pitchFamily="49" charset="0"/>
              </a:rPr>
              <a:t>:</a:t>
            </a:r>
            <a:r>
              <a:rPr lang="es-MX" b="0" i="0" dirty="0" err="1">
                <a:solidFill>
                  <a:srgbClr val="DD1144"/>
                </a:solidFill>
                <a:effectLst/>
                <a:latin typeface="Courier New" panose="02070309020205020404" pitchFamily="49" charset="0"/>
                <a:cs typeface="Courier New" panose="02070309020205020404" pitchFamily="49" charset="0"/>
              </a:rPr>
              <a:t>'Luis</a:t>
            </a:r>
            <a:r>
              <a:rPr lang="es-MX" b="0" i="0" dirty="0">
                <a:solidFill>
                  <a:srgbClr val="DD1144"/>
                </a:solidFill>
                <a:effectLst/>
                <a:latin typeface="Courier New" panose="02070309020205020404" pitchFamily="49" charset="0"/>
                <a:cs typeface="Courier New" panose="02070309020205020404" pitchFamily="49" charset="0"/>
              </a:rPr>
              <a:t>'</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'Edad'</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a:solidFill>
                  <a:srgbClr val="008080"/>
                </a:solidFill>
                <a:effectLst/>
                <a:latin typeface="Courier New" panose="02070309020205020404" pitchFamily="49" charset="0"/>
                <a:cs typeface="Courier New" panose="02070309020205020404" pitchFamily="49" charset="0"/>
              </a:rPr>
              <a:t>22</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a:t>
            </a:r>
            <a:r>
              <a:rPr lang="es-MX" b="0" i="0" dirty="0" err="1">
                <a:solidFill>
                  <a:srgbClr val="DD1144"/>
                </a:solidFill>
                <a:effectLst/>
                <a:latin typeface="Courier New" panose="02070309020205020404" pitchFamily="49" charset="0"/>
                <a:cs typeface="Courier New" panose="02070309020205020404" pitchFamily="49" charset="0"/>
              </a:rPr>
              <a:t>Nombre'</a:t>
            </a:r>
            <a:r>
              <a:rPr lang="es-MX" b="0" i="0" dirty="0" err="1">
                <a:solidFill>
                  <a:srgbClr val="333333"/>
                </a:solidFill>
                <a:effectLst/>
                <a:latin typeface="Courier New" panose="02070309020205020404" pitchFamily="49" charset="0"/>
                <a:cs typeface="Courier New" panose="02070309020205020404" pitchFamily="49" charset="0"/>
              </a:rPr>
              <a:t>:</a:t>
            </a:r>
            <a:r>
              <a:rPr lang="es-MX" b="0" i="0" dirty="0" err="1">
                <a:solidFill>
                  <a:srgbClr val="DD1144"/>
                </a:solidFill>
                <a:effectLst/>
                <a:latin typeface="Courier New" panose="02070309020205020404" pitchFamily="49" charset="0"/>
                <a:cs typeface="Courier New" panose="02070309020205020404" pitchFamily="49" charset="0"/>
              </a:rPr>
              <a:t>'Carmen</a:t>
            </a:r>
            <a:r>
              <a:rPr lang="es-MX" b="0" i="0" dirty="0">
                <a:solidFill>
                  <a:srgbClr val="DD1144"/>
                </a:solidFill>
                <a:effectLst/>
                <a:latin typeface="Courier New" panose="02070309020205020404" pitchFamily="49" charset="0"/>
                <a:cs typeface="Courier New" panose="02070309020205020404" pitchFamily="49" charset="0"/>
              </a:rPr>
              <a:t>’</a:t>
            </a:r>
            <a:r>
              <a:rPr lang="es-MX" b="0" i="0" dirty="0">
                <a:solidFill>
                  <a:srgbClr val="333333"/>
                </a:solidFill>
                <a:effectLst/>
                <a:latin typeface="Courier New" panose="02070309020205020404" pitchFamily="49" charset="0"/>
                <a:cs typeface="Courier New" panose="02070309020205020404" pitchFamily="49" charset="0"/>
              </a:rPr>
              <a:t>}])</a:t>
            </a: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0" i="0" dirty="0" err="1">
                <a:solidFill>
                  <a:srgbClr val="333333"/>
                </a:solidFill>
                <a:effectLst/>
                <a:latin typeface="Courier New" panose="02070309020205020404" pitchFamily="49" charset="0"/>
                <a:cs typeface="Courier New" panose="02070309020205020404" pitchFamily="49" charset="0"/>
              </a:rPr>
              <a:t>print</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err="1">
                <a:solidFill>
                  <a:srgbClr val="333333"/>
                </a:solidFill>
                <a:effectLst/>
                <a:latin typeface="Courier New" panose="02070309020205020404" pitchFamily="49" charset="0"/>
                <a:cs typeface="Courier New" panose="02070309020205020404" pitchFamily="49" charset="0"/>
              </a:rPr>
              <a:t>df</a:t>
            </a:r>
            <a:r>
              <a:rPr lang="es-MX" b="0" i="0" dirty="0">
                <a:solidFill>
                  <a:srgbClr val="333333"/>
                </a:solidFill>
                <a:effectLst/>
                <a:latin typeface="Courier New" panose="02070309020205020404" pitchFamily="49" charset="0"/>
                <a:cs typeface="Courier New" panose="02070309020205020404" pitchFamily="49" charset="0"/>
              </a:rPr>
              <a:t>)</a:t>
            </a:r>
            <a:endParaRPr lang="es-MX"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030828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08809B9-090D-4A29-A41D-E3E3566AAA42}"/>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Creación de un </a:t>
            </a:r>
            <a:r>
              <a:rPr lang="es-MX" sz="4000">
                <a:solidFill>
                  <a:srgbClr val="FFFFFF"/>
                </a:solidFill>
                <a:latin typeface="Courier New" panose="02070309020205020404" pitchFamily="49" charset="0"/>
                <a:cs typeface="Courier New" panose="02070309020205020404" pitchFamily="49" charset="0"/>
              </a:rPr>
              <a:t>DataFrame</a:t>
            </a:r>
            <a:endParaRPr lang="es-MX" sz="4000">
              <a:solidFill>
                <a:srgbClr val="FFFFFF"/>
              </a:solidFill>
            </a:endParaRPr>
          </a:p>
        </p:txBody>
      </p:sp>
      <p:sp>
        <p:nvSpPr>
          <p:cNvPr id="3" name="Marcador de contenido 2">
            <a:extLst>
              <a:ext uri="{FF2B5EF4-FFF2-40B4-BE49-F238E27FC236}">
                <a16:creationId xmlns:a16="http://schemas.microsoft.com/office/drawing/2014/main" id="{D5972DA9-B3D8-484B-9F1B-D6CC17C74D80}"/>
              </a:ext>
            </a:extLst>
          </p:cNvPr>
          <p:cNvSpPr>
            <a:spLocks noGrp="1"/>
          </p:cNvSpPr>
          <p:nvPr>
            <p:ph idx="1"/>
          </p:nvPr>
        </p:nvSpPr>
        <p:spPr>
          <a:xfrm>
            <a:off x="1371599" y="2318197"/>
            <a:ext cx="9724031" cy="3683358"/>
          </a:xfrm>
        </p:spPr>
        <p:txBody>
          <a:bodyPr anchor="ctr">
            <a:normAutofit/>
          </a:bodyPr>
          <a:lstStyle/>
          <a:p>
            <a:r>
              <a:rPr lang="es-MX" sz="2000"/>
              <a:t>A partir de un array:</a:t>
            </a:r>
          </a:p>
          <a:p>
            <a:pPr lvl="1"/>
            <a:r>
              <a:rPr lang="es-MX" sz="2000"/>
              <a:t>Para crear un </a:t>
            </a:r>
            <a:r>
              <a:rPr lang="es-MX" sz="2000">
                <a:latin typeface="Courier New" panose="02070309020205020404" pitchFamily="49" charset="0"/>
                <a:cs typeface="Courier New" panose="02070309020205020404" pitchFamily="49" charset="0"/>
              </a:rPr>
              <a:t>DataFrame</a:t>
            </a:r>
            <a:r>
              <a:rPr lang="es-MX" sz="2000"/>
              <a:t> a partir de un array de NumPy se utiliza el siguiente método:</a:t>
            </a:r>
          </a:p>
          <a:p>
            <a:pPr lvl="2"/>
            <a:r>
              <a:rPr lang="es-MX">
                <a:latin typeface="Courier New" panose="02070309020205020404" pitchFamily="49" charset="0"/>
                <a:cs typeface="Courier New" panose="02070309020205020404" pitchFamily="49" charset="0"/>
              </a:rPr>
              <a:t>DataFrame</a:t>
            </a:r>
            <a:r>
              <a:rPr lang="es-MX" dirty="0">
                <a:latin typeface="Courier New" panose="02070309020205020404" pitchFamily="49" charset="0"/>
                <a:cs typeface="Courier New" panose="02070309020205020404" pitchFamily="49" charset="0"/>
              </a:rPr>
              <a:t>(data=array, </a:t>
            </a:r>
            <a:r>
              <a:rPr lang="es-MX">
                <a:latin typeface="Courier New" panose="02070309020205020404" pitchFamily="49" charset="0"/>
                <a:cs typeface="Courier New" panose="02070309020205020404" pitchFamily="49" charset="0"/>
              </a:rPr>
              <a:t>index</a:t>
            </a:r>
            <a:r>
              <a:rPr lang="es-MX" dirty="0">
                <a:latin typeface="Courier New" panose="02070309020205020404" pitchFamily="49" charset="0"/>
                <a:cs typeface="Courier New" panose="02070309020205020404" pitchFamily="49" charset="0"/>
              </a:rPr>
              <a:t>=filas, </a:t>
            </a:r>
            <a:r>
              <a:rPr lang="es-MX">
                <a:latin typeface="Courier New" panose="02070309020205020404" pitchFamily="49" charset="0"/>
                <a:cs typeface="Courier New" panose="02070309020205020404" pitchFamily="49" charset="0"/>
              </a:rPr>
              <a:t>columns</a:t>
            </a:r>
            <a:r>
              <a:rPr lang="es-MX" dirty="0">
                <a:latin typeface="Courier New" panose="02070309020205020404" pitchFamily="49" charset="0"/>
                <a:cs typeface="Courier New" panose="02070309020205020404" pitchFamily="49" charset="0"/>
              </a:rPr>
              <a:t>=columnas, </a:t>
            </a:r>
            <a:r>
              <a:rPr lang="es-MX">
                <a:latin typeface="Courier New" panose="02070309020205020404" pitchFamily="49" charset="0"/>
                <a:cs typeface="Courier New" panose="02070309020205020404" pitchFamily="49" charset="0"/>
              </a:rPr>
              <a:t>dtype</a:t>
            </a:r>
            <a:r>
              <a:rPr lang="es-MX" dirty="0">
                <a:latin typeface="Courier New" panose="02070309020205020404" pitchFamily="49" charset="0"/>
                <a:cs typeface="Courier New" panose="02070309020205020404" pitchFamily="49" charset="0"/>
              </a:rPr>
              <a:t>=tipo)</a:t>
            </a:r>
            <a:r>
              <a:rPr lang="es-MX" dirty="0"/>
              <a:t>: </a:t>
            </a:r>
            <a:r>
              <a:rPr lang="es-MX"/>
              <a:t>Devuelde</a:t>
            </a:r>
            <a:r>
              <a:rPr lang="es-MX" dirty="0"/>
              <a:t> un objeto del tipo </a:t>
            </a:r>
            <a:r>
              <a:rPr lang="es-MX">
                <a:latin typeface="Courier New" panose="02070309020205020404" pitchFamily="49" charset="0"/>
                <a:cs typeface="Courier New" panose="02070309020205020404" pitchFamily="49" charset="0"/>
              </a:rPr>
              <a:t>DataFrame</a:t>
            </a:r>
            <a:r>
              <a:rPr lang="es-MX" dirty="0"/>
              <a:t> cuyas filas y columnas son las del array </a:t>
            </a:r>
            <a:r>
              <a:rPr lang="es-MX">
                <a:latin typeface="Courier New" panose="02070309020205020404" pitchFamily="49" charset="0"/>
                <a:cs typeface="Courier New" panose="02070309020205020404" pitchFamily="49" charset="0"/>
              </a:rPr>
              <a:t>array</a:t>
            </a:r>
            <a:r>
              <a:rPr lang="es-MX" dirty="0"/>
              <a:t>, los nombres de filas indicados en la lista </a:t>
            </a:r>
            <a:r>
              <a:rPr lang="es-MX" dirty="0">
                <a:latin typeface="Courier New" panose="02070309020205020404" pitchFamily="49" charset="0"/>
                <a:cs typeface="Courier New" panose="02070309020205020404" pitchFamily="49" charset="0"/>
              </a:rPr>
              <a:t>filas</a:t>
            </a:r>
            <a:r>
              <a:rPr lang="es-MX" dirty="0"/>
              <a:t>, los nombres de columnas indicados en la lista </a:t>
            </a:r>
            <a:r>
              <a:rPr lang="es-MX" dirty="0">
                <a:latin typeface="Courier New" panose="02070309020205020404" pitchFamily="49" charset="0"/>
                <a:cs typeface="Courier New" panose="02070309020205020404" pitchFamily="49" charset="0"/>
              </a:rPr>
              <a:t>columnas</a:t>
            </a:r>
            <a:r>
              <a:rPr lang="es-MX" dirty="0"/>
              <a:t> y el tipo indicado en </a:t>
            </a:r>
            <a:r>
              <a:rPr lang="es-MX" dirty="0">
                <a:latin typeface="Courier New" panose="02070309020205020404" pitchFamily="49" charset="0"/>
                <a:cs typeface="Courier New" panose="02070309020205020404" pitchFamily="49" charset="0"/>
              </a:rPr>
              <a:t>tipo</a:t>
            </a:r>
            <a:r>
              <a:rPr lang="es-MX" dirty="0"/>
              <a:t>. La lista </a:t>
            </a:r>
            <a:r>
              <a:rPr lang="es-MX" dirty="0">
                <a:latin typeface="Courier New" panose="02070309020205020404" pitchFamily="49" charset="0"/>
                <a:cs typeface="Courier New" panose="02070309020205020404" pitchFamily="49" charset="0"/>
              </a:rPr>
              <a:t>filas</a:t>
            </a:r>
            <a:r>
              <a:rPr lang="es-MX" dirty="0"/>
              <a:t> tiene que tener el mismo tamaño que el número de filas del </a:t>
            </a:r>
            <a:r>
              <a:rPr lang="es-MX" dirty="0">
                <a:latin typeface="Courier New" panose="02070309020205020404" pitchFamily="49" charset="0"/>
                <a:cs typeface="Courier New" panose="02070309020205020404" pitchFamily="49" charset="0"/>
              </a:rPr>
              <a:t>array</a:t>
            </a:r>
            <a:r>
              <a:rPr lang="es-MX" dirty="0"/>
              <a:t> y la lista </a:t>
            </a:r>
            <a:r>
              <a:rPr lang="es-MX" dirty="0">
                <a:latin typeface="Courier New" panose="02070309020205020404" pitchFamily="49" charset="0"/>
                <a:cs typeface="Courier New" panose="02070309020205020404" pitchFamily="49" charset="0"/>
              </a:rPr>
              <a:t>columnas</a:t>
            </a:r>
            <a:r>
              <a:rPr lang="es-MX" dirty="0"/>
              <a:t> el mismo tamaño que el número de columnas del </a:t>
            </a:r>
            <a:r>
              <a:rPr lang="es-MX" dirty="0">
                <a:latin typeface="Courier New" panose="02070309020205020404" pitchFamily="49" charset="0"/>
                <a:cs typeface="Courier New" panose="02070309020205020404" pitchFamily="49" charset="0"/>
              </a:rPr>
              <a:t>array</a:t>
            </a:r>
            <a:r>
              <a:rPr lang="es-MX" dirty="0"/>
              <a:t>. Si no se pasa la lista de filas se utilizan enteros empezando en 0. Si no se pasa la lista de columnas se utilizan las claves de los diccionarios. Si no se pasa la lista de tipos, se infiere.</a:t>
            </a:r>
          </a:p>
        </p:txBody>
      </p:sp>
    </p:spTree>
    <p:extLst>
      <p:ext uri="{BB962C8B-B14F-4D97-AF65-F5344CB8AC3E}">
        <p14:creationId xmlns:p14="http://schemas.microsoft.com/office/powerpoint/2010/main" val="4447703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08809B9-090D-4A29-A41D-E3E3566AAA42}"/>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Creación de un </a:t>
            </a:r>
            <a:r>
              <a:rPr lang="es-MX" sz="4000">
                <a:solidFill>
                  <a:srgbClr val="FFFFFF"/>
                </a:solidFill>
                <a:latin typeface="Courier New" panose="02070309020205020404" pitchFamily="49" charset="0"/>
                <a:cs typeface="Courier New" panose="02070309020205020404" pitchFamily="49" charset="0"/>
              </a:rPr>
              <a:t>DataFrame</a:t>
            </a:r>
            <a:endParaRPr lang="es-MX" sz="4000">
              <a:solidFill>
                <a:srgbClr val="FFFFFF"/>
              </a:solidFill>
            </a:endParaRPr>
          </a:p>
        </p:txBody>
      </p:sp>
      <p:sp>
        <p:nvSpPr>
          <p:cNvPr id="3" name="Marcador de contenido 2">
            <a:extLst>
              <a:ext uri="{FF2B5EF4-FFF2-40B4-BE49-F238E27FC236}">
                <a16:creationId xmlns:a16="http://schemas.microsoft.com/office/drawing/2014/main" id="{D5972DA9-B3D8-484B-9F1B-D6CC17C74D80}"/>
              </a:ext>
            </a:extLst>
          </p:cNvPr>
          <p:cNvSpPr>
            <a:spLocks noGrp="1"/>
          </p:cNvSpPr>
          <p:nvPr>
            <p:ph idx="1"/>
          </p:nvPr>
        </p:nvSpPr>
        <p:spPr>
          <a:xfrm>
            <a:off x="1371599" y="2318197"/>
            <a:ext cx="9724031" cy="3683358"/>
          </a:xfrm>
        </p:spPr>
        <p:txBody>
          <a:bodyPr anchor="ctr">
            <a:normAutofit/>
          </a:bodyPr>
          <a:lstStyle/>
          <a:p>
            <a:r>
              <a:rPr lang="es-MX" sz="2000" dirty="0"/>
              <a:t>A partir de un array:</a:t>
            </a:r>
          </a:p>
          <a:p>
            <a:pPr lvl="1"/>
            <a:r>
              <a:rPr lang="es-MX" sz="2000" dirty="0"/>
              <a:t>Ejemplo:</a:t>
            </a:r>
          </a:p>
          <a:p>
            <a:pPr marL="914400" lvl="2" indent="0">
              <a:buNone/>
            </a:pPr>
            <a:r>
              <a:rPr lang="en-US" b="1" i="0" dirty="0">
                <a:solidFill>
                  <a:srgbClr val="999999"/>
                </a:solidFill>
                <a:effectLst/>
                <a:latin typeface="Roboto Mono"/>
              </a:rPr>
              <a:t>&gt;&gt;&gt; </a:t>
            </a:r>
            <a:r>
              <a:rPr lang="en-US" b="1" i="0" dirty="0">
                <a:solidFill>
                  <a:srgbClr val="333333"/>
                </a:solidFill>
                <a:effectLst/>
                <a:latin typeface="Roboto Mono"/>
              </a:rPr>
              <a:t>import</a:t>
            </a:r>
            <a:r>
              <a:rPr lang="en-US" b="0" i="0" dirty="0">
                <a:solidFill>
                  <a:srgbClr val="333333"/>
                </a:solidFill>
                <a:effectLst/>
                <a:latin typeface="Roboto Mono"/>
              </a:rPr>
              <a:t> pandas </a:t>
            </a:r>
            <a:r>
              <a:rPr lang="en-US" b="1" i="0" dirty="0">
                <a:solidFill>
                  <a:srgbClr val="333333"/>
                </a:solidFill>
                <a:effectLst/>
                <a:latin typeface="Roboto Mono"/>
              </a:rPr>
              <a:t>as</a:t>
            </a:r>
            <a:r>
              <a:rPr lang="en-US" b="0" i="0" dirty="0">
                <a:solidFill>
                  <a:srgbClr val="333333"/>
                </a:solidFill>
                <a:effectLst/>
                <a:latin typeface="Roboto Mono"/>
              </a:rPr>
              <a:t> pd</a:t>
            </a:r>
          </a:p>
          <a:p>
            <a:pPr marL="914400" lvl="2" indent="0">
              <a:buNone/>
            </a:pPr>
            <a:r>
              <a:rPr lang="en-US" b="1" i="0" dirty="0">
                <a:solidFill>
                  <a:srgbClr val="999999"/>
                </a:solidFill>
                <a:effectLst/>
                <a:latin typeface="Roboto Mono"/>
              </a:rPr>
              <a:t>&gt;&gt;&gt; </a:t>
            </a:r>
            <a:r>
              <a:rPr lang="en-US" b="0" i="0" dirty="0">
                <a:solidFill>
                  <a:srgbClr val="333333"/>
                </a:solidFill>
                <a:effectLst/>
                <a:latin typeface="Roboto Mono"/>
              </a:rPr>
              <a:t>df = </a:t>
            </a:r>
            <a:r>
              <a:rPr lang="en-US" b="0" i="0" dirty="0" err="1">
                <a:solidFill>
                  <a:srgbClr val="333333"/>
                </a:solidFill>
                <a:effectLst/>
                <a:latin typeface="Roboto Mono"/>
              </a:rPr>
              <a:t>pd.DataFrame</a:t>
            </a:r>
            <a:r>
              <a:rPr lang="en-US" b="0" i="0" dirty="0">
                <a:solidFill>
                  <a:srgbClr val="333333"/>
                </a:solidFill>
                <a:effectLst/>
                <a:latin typeface="Roboto Mono"/>
              </a:rPr>
              <a:t>(</a:t>
            </a:r>
            <a:r>
              <a:rPr lang="en-US" b="0" i="0" dirty="0" err="1">
                <a:solidFill>
                  <a:srgbClr val="333333"/>
                </a:solidFill>
                <a:effectLst/>
                <a:latin typeface="Roboto Mono"/>
              </a:rPr>
              <a:t>np.random.randn</a:t>
            </a:r>
            <a:r>
              <a:rPr lang="en-US" b="0" i="0" dirty="0">
                <a:solidFill>
                  <a:srgbClr val="333333"/>
                </a:solidFill>
                <a:effectLst/>
                <a:latin typeface="Roboto Mono"/>
              </a:rPr>
              <a:t>(</a:t>
            </a:r>
            <a:r>
              <a:rPr lang="en-US" b="0" i="0" dirty="0">
                <a:solidFill>
                  <a:srgbClr val="008080"/>
                </a:solidFill>
                <a:effectLst/>
                <a:latin typeface="Roboto Mono"/>
              </a:rPr>
              <a:t>4</a:t>
            </a:r>
            <a:r>
              <a:rPr lang="en-US" b="0" i="0" dirty="0">
                <a:solidFill>
                  <a:srgbClr val="333333"/>
                </a:solidFill>
                <a:effectLst/>
                <a:latin typeface="Roboto Mono"/>
              </a:rPr>
              <a:t>, </a:t>
            </a:r>
            <a:r>
              <a:rPr lang="en-US" b="0" i="0" dirty="0">
                <a:solidFill>
                  <a:srgbClr val="008080"/>
                </a:solidFill>
                <a:effectLst/>
                <a:latin typeface="Roboto Mono"/>
              </a:rPr>
              <a:t>3</a:t>
            </a:r>
            <a:r>
              <a:rPr lang="en-US" b="0" i="0" dirty="0">
                <a:solidFill>
                  <a:srgbClr val="333333"/>
                </a:solidFill>
                <a:effectLst/>
                <a:latin typeface="Roboto Mono"/>
              </a:rPr>
              <a:t>), columns=[</a:t>
            </a:r>
            <a:r>
              <a:rPr lang="en-US" b="0" i="0" dirty="0">
                <a:solidFill>
                  <a:srgbClr val="DD1144"/>
                </a:solidFill>
                <a:effectLst/>
                <a:latin typeface="Roboto Mono"/>
              </a:rPr>
              <a:t>'a'</a:t>
            </a:r>
            <a:r>
              <a:rPr lang="en-US" b="0" i="0" dirty="0">
                <a:solidFill>
                  <a:srgbClr val="333333"/>
                </a:solidFill>
                <a:effectLst/>
                <a:latin typeface="Roboto Mono"/>
              </a:rPr>
              <a:t>, </a:t>
            </a:r>
            <a:r>
              <a:rPr lang="en-US" b="0" i="0" dirty="0">
                <a:solidFill>
                  <a:srgbClr val="DD1144"/>
                </a:solidFill>
                <a:effectLst/>
                <a:latin typeface="Roboto Mono"/>
              </a:rPr>
              <a:t>'b'</a:t>
            </a:r>
            <a:r>
              <a:rPr lang="en-US" b="0" i="0" dirty="0">
                <a:solidFill>
                  <a:srgbClr val="333333"/>
                </a:solidFill>
                <a:effectLst/>
                <a:latin typeface="Roboto Mono"/>
              </a:rPr>
              <a:t>, </a:t>
            </a:r>
            <a:r>
              <a:rPr lang="en-US" b="0" i="0" dirty="0">
                <a:solidFill>
                  <a:srgbClr val="DD1144"/>
                </a:solidFill>
                <a:effectLst/>
                <a:latin typeface="Roboto Mono"/>
              </a:rPr>
              <a:t>'c’</a:t>
            </a:r>
            <a:r>
              <a:rPr lang="en-US" b="0" i="0" dirty="0">
                <a:solidFill>
                  <a:srgbClr val="333333"/>
                </a:solidFill>
                <a:effectLst/>
                <a:latin typeface="Roboto Mono"/>
              </a:rPr>
              <a:t>])</a:t>
            </a:r>
          </a:p>
          <a:p>
            <a:pPr marL="914400" lvl="2" indent="0">
              <a:buNone/>
            </a:pPr>
            <a:r>
              <a:rPr lang="en-US" b="1" i="0" dirty="0">
                <a:solidFill>
                  <a:srgbClr val="999999"/>
                </a:solidFill>
                <a:effectLst/>
                <a:latin typeface="Roboto Mono"/>
              </a:rPr>
              <a:t>&gt;&gt;&gt; </a:t>
            </a:r>
            <a:r>
              <a:rPr lang="en-US" b="0" i="0" dirty="0">
                <a:solidFill>
                  <a:srgbClr val="333333"/>
                </a:solidFill>
                <a:effectLst/>
                <a:latin typeface="Roboto Mono"/>
              </a:rPr>
              <a:t>print(df)</a:t>
            </a:r>
            <a:endParaRPr lang="es-MX" dirty="0"/>
          </a:p>
        </p:txBody>
      </p:sp>
    </p:spTree>
    <p:extLst>
      <p:ext uri="{BB962C8B-B14F-4D97-AF65-F5344CB8AC3E}">
        <p14:creationId xmlns:p14="http://schemas.microsoft.com/office/powerpoint/2010/main" val="38974309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08809B9-090D-4A29-A41D-E3E3566AAA42}"/>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Creación de un </a:t>
            </a:r>
            <a:r>
              <a:rPr lang="es-MX" sz="4000">
                <a:solidFill>
                  <a:srgbClr val="FFFFFF"/>
                </a:solidFill>
                <a:latin typeface="Courier New" panose="02070309020205020404" pitchFamily="49" charset="0"/>
                <a:cs typeface="Courier New" panose="02070309020205020404" pitchFamily="49" charset="0"/>
              </a:rPr>
              <a:t>DataFrame</a:t>
            </a:r>
            <a:endParaRPr lang="es-MX" sz="4000">
              <a:solidFill>
                <a:srgbClr val="FFFFFF"/>
              </a:solidFill>
            </a:endParaRPr>
          </a:p>
        </p:txBody>
      </p:sp>
      <p:sp>
        <p:nvSpPr>
          <p:cNvPr id="3" name="Marcador de contenido 2">
            <a:extLst>
              <a:ext uri="{FF2B5EF4-FFF2-40B4-BE49-F238E27FC236}">
                <a16:creationId xmlns:a16="http://schemas.microsoft.com/office/drawing/2014/main" id="{D5972DA9-B3D8-484B-9F1B-D6CC17C74D80}"/>
              </a:ext>
            </a:extLst>
          </p:cNvPr>
          <p:cNvSpPr>
            <a:spLocks noGrp="1"/>
          </p:cNvSpPr>
          <p:nvPr>
            <p:ph idx="1"/>
          </p:nvPr>
        </p:nvSpPr>
        <p:spPr>
          <a:xfrm>
            <a:off x="1371599" y="2318197"/>
            <a:ext cx="9724031" cy="3683358"/>
          </a:xfrm>
        </p:spPr>
        <p:txBody>
          <a:bodyPr anchor="ctr">
            <a:normAutofit/>
          </a:bodyPr>
          <a:lstStyle/>
          <a:p>
            <a:r>
              <a:rPr lang="es-MX" sz="1400" dirty="0"/>
              <a:t>A partir de un archivo CSV o Excel:</a:t>
            </a:r>
          </a:p>
          <a:p>
            <a:pPr lvl="1"/>
            <a:r>
              <a:rPr lang="es-MX" sz="1400" dirty="0"/>
              <a:t>Dependiendo del tipo de archivo, existen distintas funciones para importar un </a:t>
            </a:r>
            <a:r>
              <a:rPr lang="es-MX" sz="1400" dirty="0" err="1">
                <a:latin typeface="Courier New" panose="02070309020205020404" pitchFamily="49" charset="0"/>
                <a:cs typeface="Courier New" panose="02070309020205020404" pitchFamily="49" charset="0"/>
              </a:rPr>
              <a:t>DataFrame</a:t>
            </a:r>
            <a:r>
              <a:rPr lang="es-MX" sz="1400" dirty="0"/>
              <a:t> desde un archivo.</a:t>
            </a:r>
          </a:p>
          <a:p>
            <a:pPr lvl="2"/>
            <a:r>
              <a:rPr lang="es-MX" sz="1400" dirty="0" err="1">
                <a:latin typeface="Courier New" panose="02070309020205020404" pitchFamily="49" charset="0"/>
                <a:cs typeface="Courier New" panose="02070309020205020404" pitchFamily="49" charset="0"/>
              </a:rPr>
              <a:t>read_csv</a:t>
            </a:r>
            <a:r>
              <a:rPr lang="es-MX" sz="1400" dirty="0">
                <a:latin typeface="Courier New" panose="02070309020205020404" pitchFamily="49" charset="0"/>
                <a:cs typeface="Courier New" panose="02070309020205020404" pitchFamily="49" charset="0"/>
              </a:rPr>
              <a:t>(archivo.csv, </a:t>
            </a:r>
            <a:r>
              <a:rPr lang="es-MX" sz="1400" dirty="0" err="1">
                <a:latin typeface="Courier New" panose="02070309020205020404" pitchFamily="49" charset="0"/>
                <a:cs typeface="Courier New" panose="02070309020205020404" pitchFamily="49" charset="0"/>
              </a:rPr>
              <a:t>sep</a:t>
            </a:r>
            <a:r>
              <a:rPr lang="es-MX" sz="1400" dirty="0">
                <a:latin typeface="Courier New" panose="02070309020205020404" pitchFamily="49" charset="0"/>
                <a:cs typeface="Courier New" panose="02070309020205020404" pitchFamily="49" charset="0"/>
              </a:rPr>
              <a:t>=separador, </a:t>
            </a:r>
            <a:r>
              <a:rPr lang="es-MX" sz="1400" dirty="0" err="1">
                <a:latin typeface="Courier New" panose="02070309020205020404" pitchFamily="49" charset="0"/>
                <a:cs typeface="Courier New" panose="02070309020205020404" pitchFamily="49" charset="0"/>
              </a:rPr>
              <a:t>header</a:t>
            </a:r>
            <a:r>
              <a:rPr lang="es-MX" sz="1400" dirty="0">
                <a:latin typeface="Courier New" panose="02070309020205020404" pitchFamily="49" charset="0"/>
                <a:cs typeface="Courier New" panose="02070309020205020404" pitchFamily="49" charset="0"/>
              </a:rPr>
              <a:t>=n, </a:t>
            </a:r>
            <a:r>
              <a:rPr lang="es-MX" sz="1400" dirty="0" err="1">
                <a:latin typeface="Courier New" panose="02070309020205020404" pitchFamily="49" charset="0"/>
                <a:cs typeface="Courier New" panose="02070309020205020404" pitchFamily="49" charset="0"/>
              </a:rPr>
              <a:t>index_col</a:t>
            </a:r>
            <a:r>
              <a:rPr lang="es-MX" sz="1400" dirty="0">
                <a:latin typeface="Courier New" panose="02070309020205020404" pitchFamily="49" charset="0"/>
                <a:cs typeface="Courier New" panose="02070309020205020404" pitchFamily="49" charset="0"/>
              </a:rPr>
              <a:t>=m, </a:t>
            </a:r>
            <a:r>
              <a:rPr lang="es-MX" sz="1400" dirty="0" err="1">
                <a:latin typeface="Courier New" panose="02070309020205020404" pitchFamily="49" charset="0"/>
                <a:cs typeface="Courier New" panose="02070309020205020404" pitchFamily="49" charset="0"/>
              </a:rPr>
              <a:t>na_values</a:t>
            </a:r>
            <a:r>
              <a:rPr lang="es-MX" sz="1400" dirty="0">
                <a:latin typeface="Courier New" panose="02070309020205020404" pitchFamily="49" charset="0"/>
                <a:cs typeface="Courier New" panose="02070309020205020404" pitchFamily="49" charset="0"/>
              </a:rPr>
              <a:t>=no-validos, decimal=separador-decimal)</a:t>
            </a:r>
            <a:r>
              <a:rPr lang="es-MX" sz="1400" dirty="0"/>
              <a:t>: Devuelve un objeto del tipo </a:t>
            </a:r>
            <a:r>
              <a:rPr lang="es-MX" sz="1400" dirty="0" err="1">
                <a:latin typeface="Courier New" panose="02070309020205020404" pitchFamily="49" charset="0"/>
                <a:cs typeface="Courier New" panose="02070309020205020404" pitchFamily="49" charset="0"/>
              </a:rPr>
              <a:t>DataFrame</a:t>
            </a:r>
            <a:r>
              <a:rPr lang="es-MX" sz="1400" dirty="0"/>
              <a:t> con los datos del archivo CSV </a:t>
            </a:r>
            <a:r>
              <a:rPr lang="es-MX" sz="1400" dirty="0">
                <a:latin typeface="Courier New" panose="02070309020205020404" pitchFamily="49" charset="0"/>
                <a:cs typeface="Courier New" panose="02070309020205020404" pitchFamily="49" charset="0"/>
              </a:rPr>
              <a:t>archivo.csv</a:t>
            </a:r>
            <a:r>
              <a:rPr lang="es-MX" sz="1400" dirty="0"/>
              <a:t> usando como separador de los datos la cadena </a:t>
            </a:r>
            <a:r>
              <a:rPr lang="es-MX" sz="1400" dirty="0">
                <a:latin typeface="Courier New" panose="02070309020205020404" pitchFamily="49" charset="0"/>
                <a:cs typeface="Courier New" panose="02070309020205020404" pitchFamily="49" charset="0"/>
              </a:rPr>
              <a:t>separador</a:t>
            </a:r>
            <a:r>
              <a:rPr lang="es-MX" sz="1400" dirty="0"/>
              <a:t>. Como nombres de columnas se utiliza los valores de la fila </a:t>
            </a:r>
            <a:r>
              <a:rPr lang="es-MX" sz="1400" dirty="0">
                <a:latin typeface="Courier New" panose="02070309020205020404" pitchFamily="49" charset="0"/>
                <a:cs typeface="Courier New" panose="02070309020205020404" pitchFamily="49" charset="0"/>
              </a:rPr>
              <a:t>n</a:t>
            </a:r>
            <a:r>
              <a:rPr lang="es-MX" sz="1400" dirty="0"/>
              <a:t> y como nombres de filas los valores de la columna </a:t>
            </a:r>
            <a:r>
              <a:rPr lang="es-MX" sz="1400" dirty="0">
                <a:latin typeface="Courier New" panose="02070309020205020404" pitchFamily="49" charset="0"/>
                <a:cs typeface="Courier New" panose="02070309020205020404" pitchFamily="49" charset="0"/>
              </a:rPr>
              <a:t>m</a:t>
            </a:r>
            <a:r>
              <a:rPr lang="es-MX" sz="1400" dirty="0"/>
              <a:t>. Si no se indica </a:t>
            </a:r>
            <a:r>
              <a:rPr lang="es-MX" sz="1400" dirty="0">
                <a:latin typeface="Courier New" panose="02070309020205020404" pitchFamily="49" charset="0"/>
                <a:cs typeface="Courier New" panose="02070309020205020404" pitchFamily="49" charset="0"/>
              </a:rPr>
              <a:t>m</a:t>
            </a:r>
            <a:r>
              <a:rPr lang="es-MX" sz="1400" dirty="0"/>
              <a:t> se utilizan como nombres de filas los enteros empezando en 0. Los valores incluidos en la lista </a:t>
            </a:r>
            <a:r>
              <a:rPr lang="es-MX" sz="1400" dirty="0">
                <a:latin typeface="Courier New" panose="02070309020205020404" pitchFamily="49" charset="0"/>
                <a:cs typeface="Courier New" panose="02070309020205020404" pitchFamily="49" charset="0"/>
              </a:rPr>
              <a:t>no-validos</a:t>
            </a:r>
            <a:r>
              <a:rPr lang="es-MX" sz="1400" dirty="0"/>
              <a:t> se convierten en </a:t>
            </a:r>
            <a:r>
              <a:rPr lang="es-MX" sz="1400" dirty="0" err="1">
                <a:latin typeface="Courier New" panose="02070309020205020404" pitchFamily="49" charset="0"/>
                <a:cs typeface="Courier New" panose="02070309020205020404" pitchFamily="49" charset="0"/>
              </a:rPr>
              <a:t>NaN</a:t>
            </a:r>
            <a:r>
              <a:rPr lang="es-MX" sz="1400" dirty="0"/>
              <a:t>. Para los datos numéricos se utiliza como separador de decimales el carácter indicado en </a:t>
            </a:r>
            <a:r>
              <a:rPr lang="es-MX" sz="1400" dirty="0">
                <a:latin typeface="Courier New" panose="02070309020205020404" pitchFamily="49" charset="0"/>
                <a:cs typeface="Courier New" panose="02070309020205020404" pitchFamily="49" charset="0"/>
              </a:rPr>
              <a:t>separador-decimal</a:t>
            </a:r>
            <a:r>
              <a:rPr lang="es-MX" sz="1400" dirty="0"/>
              <a:t>.</a:t>
            </a:r>
          </a:p>
          <a:p>
            <a:pPr lvl="2"/>
            <a:r>
              <a:rPr lang="es-MX" sz="1400" dirty="0" err="1">
                <a:latin typeface="Courier New" panose="02070309020205020404" pitchFamily="49" charset="0"/>
                <a:cs typeface="Courier New" panose="02070309020205020404" pitchFamily="49" charset="0"/>
              </a:rPr>
              <a:t>read_excel</a:t>
            </a:r>
            <a:r>
              <a:rPr lang="es-MX" sz="1400" dirty="0">
                <a:latin typeface="Courier New" panose="02070309020205020404" pitchFamily="49" charset="0"/>
                <a:cs typeface="Courier New" panose="02070309020205020404" pitchFamily="49" charset="0"/>
              </a:rPr>
              <a:t>(archivo.xlsx, </a:t>
            </a:r>
            <a:r>
              <a:rPr lang="es-MX" sz="1400" dirty="0" err="1">
                <a:latin typeface="Courier New" panose="02070309020205020404" pitchFamily="49" charset="0"/>
                <a:cs typeface="Courier New" panose="02070309020205020404" pitchFamily="49" charset="0"/>
              </a:rPr>
              <a:t>sheet_name</a:t>
            </a:r>
            <a:r>
              <a:rPr lang="es-MX" sz="1400" dirty="0">
                <a:latin typeface="Courier New" panose="02070309020205020404" pitchFamily="49" charset="0"/>
                <a:cs typeface="Courier New" panose="02070309020205020404" pitchFamily="49" charset="0"/>
              </a:rPr>
              <a:t>=hoja, </a:t>
            </a:r>
            <a:r>
              <a:rPr lang="es-MX" sz="1400" dirty="0" err="1">
                <a:latin typeface="Courier New" panose="02070309020205020404" pitchFamily="49" charset="0"/>
                <a:cs typeface="Courier New" panose="02070309020205020404" pitchFamily="49" charset="0"/>
              </a:rPr>
              <a:t>header</a:t>
            </a:r>
            <a:r>
              <a:rPr lang="es-MX" sz="1400" dirty="0">
                <a:latin typeface="Courier New" panose="02070309020205020404" pitchFamily="49" charset="0"/>
                <a:cs typeface="Courier New" panose="02070309020205020404" pitchFamily="49" charset="0"/>
              </a:rPr>
              <a:t>=n, </a:t>
            </a:r>
            <a:r>
              <a:rPr lang="es-MX" sz="1400" dirty="0" err="1">
                <a:latin typeface="Courier New" panose="02070309020205020404" pitchFamily="49" charset="0"/>
                <a:cs typeface="Courier New" panose="02070309020205020404" pitchFamily="49" charset="0"/>
              </a:rPr>
              <a:t>index_col</a:t>
            </a:r>
            <a:r>
              <a:rPr lang="es-MX" sz="1400" dirty="0">
                <a:latin typeface="Courier New" panose="02070309020205020404" pitchFamily="49" charset="0"/>
                <a:cs typeface="Courier New" panose="02070309020205020404" pitchFamily="49" charset="0"/>
              </a:rPr>
              <a:t>=m, </a:t>
            </a:r>
            <a:r>
              <a:rPr lang="es-MX" sz="1400" dirty="0" err="1">
                <a:latin typeface="Courier New" panose="02070309020205020404" pitchFamily="49" charset="0"/>
                <a:cs typeface="Courier New" panose="02070309020205020404" pitchFamily="49" charset="0"/>
              </a:rPr>
              <a:t>na_values</a:t>
            </a:r>
            <a:r>
              <a:rPr lang="es-MX" sz="1400" dirty="0">
                <a:latin typeface="Courier New" panose="02070309020205020404" pitchFamily="49" charset="0"/>
                <a:cs typeface="Courier New" panose="02070309020205020404" pitchFamily="49" charset="0"/>
              </a:rPr>
              <a:t>=no-validos, decimal=separador-decimal)</a:t>
            </a:r>
            <a:r>
              <a:rPr lang="es-MX" sz="1400" dirty="0"/>
              <a:t>: Devuelve un objeto del tipo </a:t>
            </a:r>
            <a:r>
              <a:rPr lang="es-MX" sz="1400" dirty="0" err="1">
                <a:latin typeface="Courier New" panose="02070309020205020404" pitchFamily="49" charset="0"/>
                <a:cs typeface="Courier New" panose="02070309020205020404" pitchFamily="49" charset="0"/>
              </a:rPr>
              <a:t>DataFrame</a:t>
            </a:r>
            <a:r>
              <a:rPr lang="es-MX" sz="1400" dirty="0"/>
              <a:t> con los datos de la hoja de cálculo </a:t>
            </a:r>
            <a:r>
              <a:rPr lang="es-MX" sz="1400" dirty="0">
                <a:latin typeface="Courier New" panose="02070309020205020404" pitchFamily="49" charset="0"/>
                <a:cs typeface="Courier New" panose="02070309020205020404" pitchFamily="49" charset="0"/>
              </a:rPr>
              <a:t>hoja</a:t>
            </a:r>
            <a:r>
              <a:rPr lang="es-MX" sz="1400" dirty="0"/>
              <a:t> del archivo Excel </a:t>
            </a:r>
            <a:r>
              <a:rPr lang="es-MX" sz="1400" dirty="0">
                <a:latin typeface="Courier New" panose="02070309020205020404" pitchFamily="49" charset="0"/>
                <a:cs typeface="Courier New" panose="02070309020205020404" pitchFamily="49" charset="0"/>
              </a:rPr>
              <a:t>archivo.xlsx</a:t>
            </a:r>
            <a:r>
              <a:rPr lang="es-MX" sz="1400" dirty="0"/>
              <a:t>. Como nombres de columnas se utiliza los valores de la fila </a:t>
            </a:r>
            <a:r>
              <a:rPr lang="es-MX" sz="1400" dirty="0">
                <a:latin typeface="Courier New" panose="02070309020205020404" pitchFamily="49" charset="0"/>
                <a:cs typeface="Courier New" panose="02070309020205020404" pitchFamily="49" charset="0"/>
              </a:rPr>
              <a:t>n</a:t>
            </a:r>
            <a:r>
              <a:rPr lang="es-MX" sz="1400" dirty="0"/>
              <a:t> y como nombres de filas los valores de la columna </a:t>
            </a:r>
            <a:r>
              <a:rPr lang="es-MX" sz="1400" dirty="0">
                <a:latin typeface="Courier New" panose="02070309020205020404" pitchFamily="49" charset="0"/>
                <a:cs typeface="Courier New" panose="02070309020205020404" pitchFamily="49" charset="0"/>
              </a:rPr>
              <a:t>m</a:t>
            </a:r>
            <a:r>
              <a:rPr lang="es-MX" sz="1400" dirty="0"/>
              <a:t>. Si no se indica </a:t>
            </a:r>
            <a:r>
              <a:rPr lang="es-MX" sz="1400" dirty="0">
                <a:latin typeface="Courier New" panose="02070309020205020404" pitchFamily="49" charset="0"/>
                <a:cs typeface="Courier New" panose="02070309020205020404" pitchFamily="49" charset="0"/>
              </a:rPr>
              <a:t>m</a:t>
            </a:r>
            <a:r>
              <a:rPr lang="es-MX" sz="1400" dirty="0"/>
              <a:t> se utilizan como nombres de filas los enteros empezando en 0. Los valores incluidos en la lista </a:t>
            </a:r>
            <a:r>
              <a:rPr lang="es-MX" sz="1400" dirty="0">
                <a:latin typeface="Courier New" panose="02070309020205020404" pitchFamily="49" charset="0"/>
                <a:cs typeface="Courier New" panose="02070309020205020404" pitchFamily="49" charset="0"/>
              </a:rPr>
              <a:t>no-validos</a:t>
            </a:r>
            <a:r>
              <a:rPr lang="es-MX" sz="1400" dirty="0"/>
              <a:t> se convierten en </a:t>
            </a:r>
            <a:r>
              <a:rPr lang="es-MX" sz="1400" dirty="0" err="1">
                <a:latin typeface="Courier New" panose="02070309020205020404" pitchFamily="49" charset="0"/>
                <a:cs typeface="Courier New" panose="02070309020205020404" pitchFamily="49" charset="0"/>
              </a:rPr>
              <a:t>NaN</a:t>
            </a:r>
            <a:r>
              <a:rPr lang="es-MX" sz="1400" dirty="0"/>
              <a:t>. Para los datos numéricos se utiliza como separador de decimales el carácter indicado en </a:t>
            </a:r>
            <a:r>
              <a:rPr lang="es-MX" sz="1400" dirty="0">
                <a:latin typeface="Courier New" panose="02070309020205020404" pitchFamily="49" charset="0"/>
                <a:cs typeface="Courier New" panose="02070309020205020404" pitchFamily="49" charset="0"/>
              </a:rPr>
              <a:t>separador-decimal</a:t>
            </a:r>
            <a:r>
              <a:rPr lang="es-MX" sz="1400" dirty="0"/>
              <a:t>.</a:t>
            </a:r>
          </a:p>
        </p:txBody>
      </p:sp>
    </p:spTree>
    <p:extLst>
      <p:ext uri="{BB962C8B-B14F-4D97-AF65-F5344CB8AC3E}">
        <p14:creationId xmlns:p14="http://schemas.microsoft.com/office/powerpoint/2010/main" val="5694639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08809B9-090D-4A29-A41D-E3E3566AAA42}"/>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Creación de un </a:t>
            </a:r>
            <a:r>
              <a:rPr lang="es-MX" sz="4000">
                <a:solidFill>
                  <a:srgbClr val="FFFFFF"/>
                </a:solidFill>
                <a:latin typeface="Courier New" panose="02070309020205020404" pitchFamily="49" charset="0"/>
                <a:cs typeface="Courier New" panose="02070309020205020404" pitchFamily="49" charset="0"/>
              </a:rPr>
              <a:t>DataFrame</a:t>
            </a:r>
            <a:endParaRPr lang="es-MX" sz="4000">
              <a:solidFill>
                <a:srgbClr val="FFFFFF"/>
              </a:solidFill>
            </a:endParaRPr>
          </a:p>
        </p:txBody>
      </p:sp>
      <p:sp>
        <p:nvSpPr>
          <p:cNvPr id="3" name="Marcador de contenido 2">
            <a:extLst>
              <a:ext uri="{FF2B5EF4-FFF2-40B4-BE49-F238E27FC236}">
                <a16:creationId xmlns:a16="http://schemas.microsoft.com/office/drawing/2014/main" id="{D5972DA9-B3D8-484B-9F1B-D6CC17C74D80}"/>
              </a:ext>
            </a:extLst>
          </p:cNvPr>
          <p:cNvSpPr>
            <a:spLocks noGrp="1"/>
          </p:cNvSpPr>
          <p:nvPr>
            <p:ph idx="1"/>
          </p:nvPr>
        </p:nvSpPr>
        <p:spPr>
          <a:xfrm>
            <a:off x="1371599" y="2318197"/>
            <a:ext cx="9724031" cy="3683358"/>
          </a:xfrm>
        </p:spPr>
        <p:txBody>
          <a:bodyPr anchor="ctr">
            <a:normAutofit/>
          </a:bodyPr>
          <a:lstStyle/>
          <a:p>
            <a:r>
              <a:rPr lang="es-MX" sz="2000" dirty="0"/>
              <a:t>A partir de un archivo CSV o Excel:</a:t>
            </a:r>
          </a:p>
          <a:p>
            <a:pPr lvl="1"/>
            <a:r>
              <a:rPr lang="es-MX" sz="2000" dirty="0"/>
              <a:t>Ejemplo:</a:t>
            </a: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1" i="0" dirty="0" err="1">
                <a:solidFill>
                  <a:srgbClr val="333333"/>
                </a:solidFill>
                <a:effectLst/>
                <a:latin typeface="Courier New" panose="02070309020205020404" pitchFamily="49" charset="0"/>
                <a:cs typeface="Courier New" panose="02070309020205020404" pitchFamily="49" charset="0"/>
              </a:rPr>
              <a:t>import</a:t>
            </a:r>
            <a:r>
              <a:rPr lang="es-MX" b="0" i="0" dirty="0">
                <a:solidFill>
                  <a:srgbClr val="333333"/>
                </a:solidFill>
                <a:effectLst/>
                <a:latin typeface="Courier New" panose="02070309020205020404" pitchFamily="49" charset="0"/>
                <a:cs typeface="Courier New" panose="02070309020205020404" pitchFamily="49" charset="0"/>
              </a:rPr>
              <a:t> pandas </a:t>
            </a:r>
            <a:r>
              <a:rPr lang="es-MX" b="1" i="0" dirty="0">
                <a:solidFill>
                  <a:srgbClr val="333333"/>
                </a:solidFill>
                <a:effectLst/>
                <a:latin typeface="Courier New" panose="02070309020205020404" pitchFamily="49" charset="0"/>
                <a:cs typeface="Courier New" panose="02070309020205020404" pitchFamily="49" charset="0"/>
              </a:rPr>
              <a:t>as</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err="1">
                <a:solidFill>
                  <a:srgbClr val="333333"/>
                </a:solidFill>
                <a:effectLst/>
                <a:latin typeface="Courier New" panose="02070309020205020404" pitchFamily="49" charset="0"/>
                <a:cs typeface="Courier New" panose="02070309020205020404" pitchFamily="49" charset="0"/>
              </a:rPr>
              <a:t>pd</a:t>
            </a:r>
            <a:endParaRPr lang="es-MX" dirty="0">
              <a:solidFill>
                <a:srgbClr val="333333"/>
              </a:solidFill>
              <a:latin typeface="Courier New" panose="02070309020205020404" pitchFamily="49" charset="0"/>
              <a:cs typeface="Courier New" panose="02070309020205020404" pitchFamily="49" charset="0"/>
            </a:endParaRP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0" i="1" dirty="0">
                <a:solidFill>
                  <a:srgbClr val="999988"/>
                </a:solidFill>
                <a:effectLst/>
                <a:latin typeface="Courier New" panose="02070309020205020404" pitchFamily="49" charset="0"/>
                <a:cs typeface="Courier New" panose="02070309020205020404" pitchFamily="49" charset="0"/>
              </a:rPr>
              <a:t># Importación del archivo datos-colesteroles.csv</a:t>
            </a:r>
            <a:r>
              <a:rPr lang="es-MX" b="0" i="0" dirty="0">
                <a:solidFill>
                  <a:srgbClr val="333333"/>
                </a:solidFill>
                <a:effectLst/>
                <a:latin typeface="Courier New" panose="02070309020205020404" pitchFamily="49" charset="0"/>
                <a:cs typeface="Courier New" panose="02070309020205020404" pitchFamily="49" charset="0"/>
              </a:rPr>
              <a:t> </a:t>
            </a: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0" i="0" dirty="0" err="1">
                <a:solidFill>
                  <a:srgbClr val="333333"/>
                </a:solidFill>
                <a:effectLst/>
                <a:latin typeface="Courier New" panose="02070309020205020404" pitchFamily="49" charset="0"/>
                <a:cs typeface="Courier New" panose="02070309020205020404" pitchFamily="49" charset="0"/>
              </a:rPr>
              <a:t>df</a:t>
            </a:r>
            <a:r>
              <a:rPr lang="es-MX" b="0" i="0" dirty="0">
                <a:solidFill>
                  <a:srgbClr val="333333"/>
                </a:solidFill>
                <a:effectLst/>
                <a:latin typeface="Courier New" panose="02070309020205020404" pitchFamily="49" charset="0"/>
                <a:cs typeface="Courier New" panose="02070309020205020404" pitchFamily="49" charset="0"/>
              </a:rPr>
              <a:t> = </a:t>
            </a:r>
            <a:r>
              <a:rPr lang="es-MX" b="0" i="0" dirty="0" err="1">
                <a:solidFill>
                  <a:srgbClr val="333333"/>
                </a:solidFill>
                <a:effectLst/>
                <a:latin typeface="Courier New" panose="02070309020205020404" pitchFamily="49" charset="0"/>
                <a:cs typeface="Courier New" panose="02070309020205020404" pitchFamily="49" charset="0"/>
              </a:rPr>
              <a:t>pd.read_csv</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'https://raw.githubusercontent.com/</a:t>
            </a:r>
            <a:r>
              <a:rPr lang="es-MX" b="0" i="0" dirty="0" err="1">
                <a:solidFill>
                  <a:srgbClr val="DD1144"/>
                </a:solidFill>
                <a:effectLst/>
                <a:latin typeface="Courier New" panose="02070309020205020404" pitchFamily="49" charset="0"/>
                <a:cs typeface="Courier New" panose="02070309020205020404" pitchFamily="49" charset="0"/>
              </a:rPr>
              <a:t>asalber</a:t>
            </a:r>
            <a:r>
              <a:rPr lang="es-MX" b="0" i="0" dirty="0">
                <a:solidFill>
                  <a:srgbClr val="DD1144"/>
                </a:solidFill>
                <a:effectLst/>
                <a:latin typeface="Courier New" panose="02070309020205020404" pitchFamily="49" charset="0"/>
                <a:cs typeface="Courier New" panose="02070309020205020404" pitchFamily="49" charset="0"/>
              </a:rPr>
              <a:t>/manual-</a:t>
            </a:r>
            <a:r>
              <a:rPr lang="es-MX" b="0" i="0" dirty="0" err="1">
                <a:solidFill>
                  <a:srgbClr val="DD1144"/>
                </a:solidFill>
                <a:effectLst/>
                <a:latin typeface="Courier New" panose="02070309020205020404" pitchFamily="49" charset="0"/>
                <a:cs typeface="Courier New" panose="02070309020205020404" pitchFamily="49" charset="0"/>
              </a:rPr>
              <a:t>python</a:t>
            </a:r>
            <a:r>
              <a:rPr lang="es-MX" b="0" i="0" dirty="0">
                <a:solidFill>
                  <a:srgbClr val="DD1144"/>
                </a:solidFill>
                <a:effectLst/>
                <a:latin typeface="Courier New" panose="02070309020205020404" pitchFamily="49" charset="0"/>
                <a:cs typeface="Courier New" panose="02070309020205020404" pitchFamily="49" charset="0"/>
              </a:rPr>
              <a:t>/master/datos/colesteroles.csv'</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err="1">
                <a:solidFill>
                  <a:srgbClr val="333333"/>
                </a:solidFill>
                <a:effectLst/>
                <a:latin typeface="Courier New" panose="02070309020205020404" pitchFamily="49" charset="0"/>
                <a:cs typeface="Courier New" panose="02070309020205020404" pitchFamily="49" charset="0"/>
              </a:rPr>
              <a:t>sep</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a:solidFill>
                  <a:srgbClr val="DD1144"/>
                </a:solidFill>
                <a:effectLst/>
                <a:latin typeface="Courier New" panose="02070309020205020404" pitchFamily="49" charset="0"/>
                <a:cs typeface="Courier New" panose="02070309020205020404" pitchFamily="49" charset="0"/>
              </a:rPr>
              <a:t>';'</a:t>
            </a:r>
            <a:r>
              <a:rPr lang="es-MX" b="0" i="0" dirty="0">
                <a:solidFill>
                  <a:srgbClr val="333333"/>
                </a:solidFill>
                <a:effectLst/>
                <a:latin typeface="Courier New" panose="02070309020205020404" pitchFamily="49" charset="0"/>
                <a:cs typeface="Courier New" panose="02070309020205020404" pitchFamily="49" charset="0"/>
              </a:rPr>
              <a:t>, decimal=</a:t>
            </a:r>
            <a:r>
              <a:rPr lang="es-MX" b="0" i="0" dirty="0">
                <a:solidFill>
                  <a:srgbClr val="DD1144"/>
                </a:solidFill>
                <a:effectLst/>
                <a:latin typeface="Courier New" panose="02070309020205020404" pitchFamily="49" charset="0"/>
                <a:cs typeface="Courier New" panose="02070309020205020404" pitchFamily="49" charset="0"/>
              </a:rPr>
              <a:t>',’</a:t>
            </a:r>
            <a:r>
              <a:rPr lang="es-MX" b="0" i="0" dirty="0">
                <a:solidFill>
                  <a:srgbClr val="333333"/>
                </a:solidFill>
                <a:effectLst/>
                <a:latin typeface="Courier New" panose="02070309020205020404" pitchFamily="49" charset="0"/>
                <a:cs typeface="Courier New" panose="02070309020205020404" pitchFamily="49" charset="0"/>
              </a:rPr>
              <a:t>)</a:t>
            </a: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0" i="0" dirty="0" err="1">
                <a:solidFill>
                  <a:srgbClr val="333333"/>
                </a:solidFill>
                <a:effectLst/>
                <a:latin typeface="Courier New" panose="02070309020205020404" pitchFamily="49" charset="0"/>
                <a:cs typeface="Courier New" panose="02070309020205020404" pitchFamily="49" charset="0"/>
              </a:rPr>
              <a:t>print</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err="1">
                <a:solidFill>
                  <a:srgbClr val="333333"/>
                </a:solidFill>
                <a:effectLst/>
                <a:latin typeface="Courier New" panose="02070309020205020404" pitchFamily="49" charset="0"/>
                <a:cs typeface="Courier New" panose="02070309020205020404" pitchFamily="49" charset="0"/>
              </a:rPr>
              <a:t>df.head</a:t>
            </a:r>
            <a:r>
              <a:rPr lang="es-MX" b="0" i="0" dirty="0">
                <a:solidFill>
                  <a:srgbClr val="333333"/>
                </a:solidFill>
                <a:effectLst/>
                <a:latin typeface="Courier New" panose="02070309020205020404" pitchFamily="49" charset="0"/>
                <a:cs typeface="Courier New" panose="02070309020205020404" pitchFamily="49" charset="0"/>
              </a:rPr>
              <a:t>())</a:t>
            </a:r>
            <a:endParaRPr lang="es-MX"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984890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D125C9EB-D9AD-4C99-93B8-0A5CB5BDACF6}"/>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Exportación de un </a:t>
            </a:r>
            <a:r>
              <a:rPr lang="es-MX" sz="4000">
                <a:solidFill>
                  <a:srgbClr val="FFFFFF"/>
                </a:solidFill>
                <a:latin typeface="Courier New" panose="02070309020205020404" pitchFamily="49" charset="0"/>
                <a:cs typeface="Courier New" panose="02070309020205020404" pitchFamily="49" charset="0"/>
              </a:rPr>
              <a:t>DataFrame</a:t>
            </a:r>
            <a:r>
              <a:rPr lang="es-MX" sz="4000">
                <a:solidFill>
                  <a:srgbClr val="FFFFFF"/>
                </a:solidFill>
              </a:rPr>
              <a:t> a un archivo</a:t>
            </a:r>
          </a:p>
        </p:txBody>
      </p:sp>
      <p:sp>
        <p:nvSpPr>
          <p:cNvPr id="3" name="Marcador de contenido 2">
            <a:extLst>
              <a:ext uri="{FF2B5EF4-FFF2-40B4-BE49-F238E27FC236}">
                <a16:creationId xmlns:a16="http://schemas.microsoft.com/office/drawing/2014/main" id="{B768642D-446C-4B40-95C6-4B1AB38FD760}"/>
              </a:ext>
            </a:extLst>
          </p:cNvPr>
          <p:cNvSpPr>
            <a:spLocks noGrp="1"/>
          </p:cNvSpPr>
          <p:nvPr>
            <p:ph idx="1"/>
          </p:nvPr>
        </p:nvSpPr>
        <p:spPr>
          <a:xfrm>
            <a:off x="1371599" y="2318197"/>
            <a:ext cx="9724031" cy="3683358"/>
          </a:xfrm>
        </p:spPr>
        <p:txBody>
          <a:bodyPr anchor="ctr">
            <a:normAutofit/>
          </a:bodyPr>
          <a:lstStyle/>
          <a:p>
            <a:r>
              <a:rPr lang="es-MX" sz="1900" dirty="0"/>
              <a:t>También existen funciones para exportar un </a:t>
            </a:r>
            <a:r>
              <a:rPr lang="es-MX" sz="1900" dirty="0" err="1">
                <a:latin typeface="Courier New" panose="02070309020205020404" pitchFamily="49" charset="0"/>
                <a:cs typeface="Courier New" panose="02070309020205020404" pitchFamily="49" charset="0"/>
              </a:rPr>
              <a:t>DataFrame</a:t>
            </a:r>
            <a:r>
              <a:rPr lang="es-MX" sz="1900" dirty="0"/>
              <a:t> a un archivo con diferentes formatos.</a:t>
            </a:r>
          </a:p>
          <a:p>
            <a:pPr lvl="1"/>
            <a:r>
              <a:rPr lang="es-MX" sz="1900" dirty="0" err="1">
                <a:latin typeface="Courier New" panose="02070309020205020404" pitchFamily="49" charset="0"/>
                <a:cs typeface="Courier New" panose="02070309020205020404" pitchFamily="49" charset="0"/>
              </a:rPr>
              <a:t>df.to_csv</a:t>
            </a:r>
            <a:r>
              <a:rPr lang="es-MX" sz="1900" dirty="0">
                <a:latin typeface="Courier New" panose="02070309020205020404" pitchFamily="49" charset="0"/>
                <a:cs typeface="Courier New" panose="02070309020205020404" pitchFamily="49" charset="0"/>
              </a:rPr>
              <a:t>(archivo.csv, </a:t>
            </a:r>
            <a:r>
              <a:rPr lang="es-MX" sz="1900" dirty="0" err="1">
                <a:latin typeface="Courier New" panose="02070309020205020404" pitchFamily="49" charset="0"/>
                <a:cs typeface="Courier New" panose="02070309020205020404" pitchFamily="49" charset="0"/>
              </a:rPr>
              <a:t>sep</a:t>
            </a:r>
            <a:r>
              <a:rPr lang="es-MX" sz="1900" dirty="0">
                <a:latin typeface="Courier New" panose="02070309020205020404" pitchFamily="49" charset="0"/>
                <a:cs typeface="Courier New" panose="02070309020205020404" pitchFamily="49" charset="0"/>
              </a:rPr>
              <a:t>=separador, </a:t>
            </a:r>
            <a:r>
              <a:rPr lang="es-MX" sz="1900" dirty="0" err="1">
                <a:latin typeface="Courier New" panose="02070309020205020404" pitchFamily="49" charset="0"/>
                <a:cs typeface="Courier New" panose="02070309020205020404" pitchFamily="49" charset="0"/>
              </a:rPr>
              <a:t>columns</a:t>
            </a:r>
            <a:r>
              <a:rPr lang="es-MX" sz="1900" dirty="0">
                <a:latin typeface="Courier New" panose="02070309020205020404" pitchFamily="49" charset="0"/>
                <a:cs typeface="Courier New" panose="02070309020205020404" pitchFamily="49" charset="0"/>
              </a:rPr>
              <a:t>=booleano, </a:t>
            </a:r>
            <a:r>
              <a:rPr lang="es-MX" sz="1900" dirty="0" err="1">
                <a:latin typeface="Courier New" panose="02070309020205020404" pitchFamily="49" charset="0"/>
                <a:cs typeface="Courier New" panose="02070309020205020404" pitchFamily="49" charset="0"/>
              </a:rPr>
              <a:t>index</a:t>
            </a:r>
            <a:r>
              <a:rPr lang="es-MX" sz="1900" dirty="0">
                <a:latin typeface="Courier New" panose="02070309020205020404" pitchFamily="49" charset="0"/>
                <a:cs typeface="Courier New" panose="02070309020205020404" pitchFamily="49" charset="0"/>
              </a:rPr>
              <a:t>=booleano)</a:t>
            </a:r>
            <a:r>
              <a:rPr lang="es-MX" sz="1900" dirty="0"/>
              <a:t>: Exporta el </a:t>
            </a:r>
            <a:r>
              <a:rPr lang="es-MX" sz="1900" dirty="0" err="1"/>
              <a:t>DataFrame</a:t>
            </a:r>
            <a:r>
              <a:rPr lang="es-MX" sz="1900" dirty="0"/>
              <a:t> </a:t>
            </a:r>
            <a:r>
              <a:rPr lang="es-MX" sz="1900" dirty="0" err="1">
                <a:latin typeface="Courier New" panose="02070309020205020404" pitchFamily="49" charset="0"/>
                <a:cs typeface="Courier New" panose="02070309020205020404" pitchFamily="49" charset="0"/>
              </a:rPr>
              <a:t>df</a:t>
            </a:r>
            <a:r>
              <a:rPr lang="es-MX" sz="1900" dirty="0"/>
              <a:t> al archivo </a:t>
            </a:r>
            <a:r>
              <a:rPr lang="es-MX" sz="1900" dirty="0">
                <a:latin typeface="Courier New" panose="02070309020205020404" pitchFamily="49" charset="0"/>
                <a:cs typeface="Courier New" panose="02070309020205020404" pitchFamily="49" charset="0"/>
              </a:rPr>
              <a:t>archivo.csv </a:t>
            </a:r>
            <a:r>
              <a:rPr lang="es-MX" sz="1900" dirty="0"/>
              <a:t>en formato CSV usando como separador de los datos la cadena </a:t>
            </a:r>
            <a:r>
              <a:rPr lang="es-MX" sz="1900" dirty="0">
                <a:latin typeface="Courier New" panose="02070309020205020404" pitchFamily="49" charset="0"/>
                <a:cs typeface="Courier New" panose="02070309020205020404" pitchFamily="49" charset="0"/>
              </a:rPr>
              <a:t>separador</a:t>
            </a:r>
            <a:r>
              <a:rPr lang="es-MX" sz="1900" dirty="0"/>
              <a:t>. Si se pasa </a:t>
            </a:r>
            <a:r>
              <a:rPr lang="es-MX" sz="1900" dirty="0">
                <a:latin typeface="Courier New" panose="02070309020205020404" pitchFamily="49" charset="0"/>
                <a:cs typeface="Courier New" panose="02070309020205020404" pitchFamily="49" charset="0"/>
              </a:rPr>
              <a:t>True</a:t>
            </a:r>
            <a:r>
              <a:rPr lang="es-MX" sz="1900" dirty="0"/>
              <a:t> al parámetro </a:t>
            </a:r>
            <a:r>
              <a:rPr lang="es-MX" sz="1900" dirty="0" err="1">
                <a:latin typeface="Courier New" panose="02070309020205020404" pitchFamily="49" charset="0"/>
                <a:cs typeface="Courier New" panose="02070309020205020404" pitchFamily="49" charset="0"/>
              </a:rPr>
              <a:t>columns</a:t>
            </a:r>
            <a:r>
              <a:rPr lang="es-MX" sz="1900" dirty="0"/>
              <a:t> se exporta también la fila con los nombres de columnas y si se pasa </a:t>
            </a:r>
            <a:r>
              <a:rPr lang="es-MX" sz="1900" dirty="0">
                <a:latin typeface="Courier New" panose="02070309020205020404" pitchFamily="49" charset="0"/>
                <a:cs typeface="Courier New" panose="02070309020205020404" pitchFamily="49" charset="0"/>
              </a:rPr>
              <a:t>True</a:t>
            </a:r>
            <a:r>
              <a:rPr lang="es-MX" sz="1900" dirty="0"/>
              <a:t> al parámetro </a:t>
            </a:r>
            <a:r>
              <a:rPr lang="es-MX" sz="1900" dirty="0" err="1">
                <a:latin typeface="Courier New" panose="02070309020205020404" pitchFamily="49" charset="0"/>
                <a:cs typeface="Courier New" panose="02070309020205020404" pitchFamily="49" charset="0"/>
              </a:rPr>
              <a:t>index</a:t>
            </a:r>
            <a:r>
              <a:rPr lang="es-MX" sz="1900" dirty="0"/>
              <a:t> se exporta también la columna con los nombres de las filas.</a:t>
            </a:r>
          </a:p>
          <a:p>
            <a:pPr lvl="1"/>
            <a:r>
              <a:rPr lang="es-MX" sz="1900" dirty="0" err="1">
                <a:latin typeface="Courier New" panose="02070309020205020404" pitchFamily="49" charset="0"/>
                <a:cs typeface="Courier New" panose="02070309020205020404" pitchFamily="49" charset="0"/>
              </a:rPr>
              <a:t>df.to_excel</a:t>
            </a:r>
            <a:r>
              <a:rPr lang="es-MX" sz="1900" dirty="0">
                <a:latin typeface="Courier New" panose="02070309020205020404" pitchFamily="49" charset="0"/>
                <a:cs typeface="Courier New" panose="02070309020205020404" pitchFamily="49" charset="0"/>
              </a:rPr>
              <a:t>(archivo.xlsx, </a:t>
            </a:r>
            <a:r>
              <a:rPr lang="es-MX" sz="1900" dirty="0" err="1">
                <a:latin typeface="Courier New" panose="02070309020205020404" pitchFamily="49" charset="0"/>
                <a:cs typeface="Courier New" panose="02070309020205020404" pitchFamily="49" charset="0"/>
              </a:rPr>
              <a:t>sheet_name</a:t>
            </a:r>
            <a:r>
              <a:rPr lang="es-MX" sz="1900" dirty="0">
                <a:latin typeface="Courier New" panose="02070309020205020404" pitchFamily="49" charset="0"/>
                <a:cs typeface="Courier New" panose="02070309020205020404" pitchFamily="49" charset="0"/>
              </a:rPr>
              <a:t> = hoja, </a:t>
            </a:r>
            <a:r>
              <a:rPr lang="es-MX" sz="1900" dirty="0" err="1">
                <a:latin typeface="Courier New" panose="02070309020205020404" pitchFamily="49" charset="0"/>
                <a:cs typeface="Courier New" panose="02070309020205020404" pitchFamily="49" charset="0"/>
              </a:rPr>
              <a:t>columns</a:t>
            </a:r>
            <a:r>
              <a:rPr lang="es-MX" sz="1900" dirty="0">
                <a:latin typeface="Courier New" panose="02070309020205020404" pitchFamily="49" charset="0"/>
                <a:cs typeface="Courier New" panose="02070309020205020404" pitchFamily="49" charset="0"/>
              </a:rPr>
              <a:t>=booleano, </a:t>
            </a:r>
            <a:r>
              <a:rPr lang="es-MX" sz="1900" dirty="0" err="1">
                <a:latin typeface="Courier New" panose="02070309020205020404" pitchFamily="49" charset="0"/>
                <a:cs typeface="Courier New" panose="02070309020205020404" pitchFamily="49" charset="0"/>
              </a:rPr>
              <a:t>index</a:t>
            </a:r>
            <a:r>
              <a:rPr lang="es-MX" sz="1900" dirty="0">
                <a:latin typeface="Courier New" panose="02070309020205020404" pitchFamily="49" charset="0"/>
                <a:cs typeface="Courier New" panose="02070309020205020404" pitchFamily="49" charset="0"/>
              </a:rPr>
              <a:t>=booleano)</a:t>
            </a:r>
            <a:r>
              <a:rPr lang="es-MX" sz="1900" dirty="0"/>
              <a:t>: Exporta el </a:t>
            </a:r>
            <a:r>
              <a:rPr lang="es-MX" sz="1900" dirty="0" err="1"/>
              <a:t>DataFrame</a:t>
            </a:r>
            <a:r>
              <a:rPr lang="es-MX" sz="1900" dirty="0"/>
              <a:t> </a:t>
            </a:r>
            <a:r>
              <a:rPr lang="es-MX" sz="1900" dirty="0" err="1">
                <a:latin typeface="Courier New" panose="02070309020205020404" pitchFamily="49" charset="0"/>
                <a:cs typeface="Courier New" panose="02070309020205020404" pitchFamily="49" charset="0"/>
              </a:rPr>
              <a:t>df</a:t>
            </a:r>
            <a:r>
              <a:rPr lang="es-MX" sz="1900" dirty="0"/>
              <a:t> a la hoja de cálculo </a:t>
            </a:r>
            <a:r>
              <a:rPr lang="es-MX" sz="1900" dirty="0">
                <a:latin typeface="Courier New" panose="02070309020205020404" pitchFamily="49" charset="0"/>
                <a:cs typeface="Courier New" panose="02070309020205020404" pitchFamily="49" charset="0"/>
              </a:rPr>
              <a:t>hoja</a:t>
            </a:r>
            <a:r>
              <a:rPr lang="es-MX" sz="1900" dirty="0"/>
              <a:t> del archivo </a:t>
            </a:r>
            <a:r>
              <a:rPr lang="es-MX" sz="1900" dirty="0">
                <a:latin typeface="Courier New" panose="02070309020205020404" pitchFamily="49" charset="0"/>
                <a:cs typeface="Courier New" panose="02070309020205020404" pitchFamily="49" charset="0"/>
              </a:rPr>
              <a:t>archivo.xlsx</a:t>
            </a:r>
            <a:r>
              <a:rPr lang="es-MX" sz="1900" dirty="0"/>
              <a:t> en formato Excel. Si se pasa </a:t>
            </a:r>
            <a:r>
              <a:rPr lang="es-MX" sz="1900" dirty="0">
                <a:latin typeface="Courier New" panose="02070309020205020404" pitchFamily="49" charset="0"/>
                <a:cs typeface="Courier New" panose="02070309020205020404" pitchFamily="49" charset="0"/>
              </a:rPr>
              <a:t>True</a:t>
            </a:r>
            <a:r>
              <a:rPr lang="es-MX" sz="1900" dirty="0"/>
              <a:t> al parámetro </a:t>
            </a:r>
            <a:r>
              <a:rPr lang="es-MX" sz="1900" dirty="0" err="1">
                <a:latin typeface="Courier New" panose="02070309020205020404" pitchFamily="49" charset="0"/>
                <a:cs typeface="Courier New" panose="02070309020205020404" pitchFamily="49" charset="0"/>
              </a:rPr>
              <a:t>columns</a:t>
            </a:r>
            <a:r>
              <a:rPr lang="es-MX" sz="1900" dirty="0"/>
              <a:t> se exporta también la fila con los nombres de columnas y si se pasa </a:t>
            </a:r>
            <a:r>
              <a:rPr lang="es-MX" sz="1900" dirty="0">
                <a:latin typeface="Courier New" panose="02070309020205020404" pitchFamily="49" charset="0"/>
                <a:cs typeface="Courier New" panose="02070309020205020404" pitchFamily="49" charset="0"/>
              </a:rPr>
              <a:t>True</a:t>
            </a:r>
            <a:r>
              <a:rPr lang="es-MX" sz="1900" dirty="0"/>
              <a:t> al parámetro </a:t>
            </a:r>
            <a:r>
              <a:rPr lang="es-MX" sz="1900" dirty="0" err="1">
                <a:latin typeface="Courier New" panose="02070309020205020404" pitchFamily="49" charset="0"/>
                <a:cs typeface="Courier New" panose="02070309020205020404" pitchFamily="49" charset="0"/>
              </a:rPr>
              <a:t>index</a:t>
            </a:r>
            <a:r>
              <a:rPr lang="es-MX" sz="1900" dirty="0"/>
              <a:t> se exporta también la columna con los nombres de las filas.</a:t>
            </a:r>
          </a:p>
        </p:txBody>
      </p:sp>
    </p:spTree>
    <p:extLst>
      <p:ext uri="{BB962C8B-B14F-4D97-AF65-F5344CB8AC3E}">
        <p14:creationId xmlns:p14="http://schemas.microsoft.com/office/powerpoint/2010/main" val="12709675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07CDB4D-BA68-40D8-BAC1-A6FDA4698C6D}"/>
              </a:ext>
            </a:extLst>
          </p:cNvPr>
          <p:cNvSpPr>
            <a:spLocks noGrp="1"/>
          </p:cNvSpPr>
          <p:nvPr>
            <p:ph type="title"/>
          </p:nvPr>
        </p:nvSpPr>
        <p:spPr>
          <a:xfrm>
            <a:off x="1136397" y="502021"/>
            <a:ext cx="9688296" cy="1642969"/>
          </a:xfrm>
        </p:spPr>
        <p:txBody>
          <a:bodyPr anchor="b">
            <a:normAutofit/>
          </a:bodyPr>
          <a:lstStyle/>
          <a:p>
            <a:r>
              <a:rPr lang="es-MX" sz="4000"/>
              <a:t>Atributos de un </a:t>
            </a:r>
            <a:r>
              <a:rPr lang="es-MX" sz="4000">
                <a:latin typeface="Courier New" panose="02070309020205020404" pitchFamily="49" charset="0"/>
                <a:cs typeface="Courier New" panose="02070309020205020404" pitchFamily="49" charset="0"/>
              </a:rPr>
              <a:t>DataFrame</a:t>
            </a:r>
          </a:p>
        </p:txBody>
      </p:sp>
      <p:sp>
        <p:nvSpPr>
          <p:cNvPr id="3" name="Marcador de contenido 2">
            <a:extLst>
              <a:ext uri="{FF2B5EF4-FFF2-40B4-BE49-F238E27FC236}">
                <a16:creationId xmlns:a16="http://schemas.microsoft.com/office/drawing/2014/main" id="{1EC5BD66-7BE6-4FFD-9B0D-A42869408CA2}"/>
              </a:ext>
            </a:extLst>
          </p:cNvPr>
          <p:cNvSpPr>
            <a:spLocks noGrp="1"/>
          </p:cNvSpPr>
          <p:nvPr>
            <p:ph idx="1"/>
          </p:nvPr>
        </p:nvSpPr>
        <p:spPr>
          <a:xfrm>
            <a:off x="1136397" y="2418409"/>
            <a:ext cx="9688296" cy="3454358"/>
          </a:xfrm>
        </p:spPr>
        <p:txBody>
          <a:bodyPr anchor="t">
            <a:normAutofit/>
          </a:bodyPr>
          <a:lstStyle/>
          <a:p>
            <a:r>
              <a:rPr lang="es-MX" sz="1700" dirty="0"/>
              <a:t>Existen varias propiedades o métodos para ver las características de un </a:t>
            </a:r>
            <a:r>
              <a:rPr lang="es-MX" sz="1700" dirty="0" err="1">
                <a:latin typeface="Courier New" panose="02070309020205020404" pitchFamily="49" charset="0"/>
                <a:cs typeface="Courier New" panose="02070309020205020404" pitchFamily="49" charset="0"/>
              </a:rPr>
              <a:t>DataFrame</a:t>
            </a:r>
            <a:r>
              <a:rPr lang="es-MX" sz="1700" dirty="0">
                <a:latin typeface="Courier New" panose="02070309020205020404" pitchFamily="49" charset="0"/>
                <a:cs typeface="Courier New" panose="02070309020205020404" pitchFamily="49" charset="0"/>
              </a:rPr>
              <a:t>.</a:t>
            </a:r>
          </a:p>
          <a:p>
            <a:pPr lvl="1"/>
            <a:r>
              <a:rPr lang="es-MX" sz="1700" dirty="0">
                <a:latin typeface="Courier New" panose="02070309020205020404" pitchFamily="49" charset="0"/>
                <a:cs typeface="Courier New" panose="02070309020205020404" pitchFamily="49" charset="0"/>
              </a:rPr>
              <a:t>df.info()</a:t>
            </a:r>
            <a:r>
              <a:rPr lang="es-MX" sz="1700" dirty="0"/>
              <a:t>: Devuelve información (número de filas, número de columnas, índices, tipo de las columnas y memoria usado) sobre el </a:t>
            </a:r>
            <a:r>
              <a:rPr lang="es-MX" sz="1700" dirty="0" err="1"/>
              <a:t>DataFrame</a:t>
            </a:r>
            <a:r>
              <a:rPr lang="es-MX" sz="1700" dirty="0"/>
              <a:t> </a:t>
            </a:r>
            <a:r>
              <a:rPr lang="es-MX" sz="1700" dirty="0" err="1">
                <a:latin typeface="Courier New" panose="02070309020205020404" pitchFamily="49" charset="0"/>
                <a:cs typeface="Courier New" panose="02070309020205020404" pitchFamily="49" charset="0"/>
              </a:rPr>
              <a:t>df</a:t>
            </a:r>
            <a:r>
              <a:rPr lang="es-MX" sz="1700" dirty="0"/>
              <a:t>.</a:t>
            </a:r>
          </a:p>
          <a:p>
            <a:pPr lvl="1"/>
            <a:r>
              <a:rPr lang="es-MX" sz="1700" dirty="0" err="1">
                <a:latin typeface="Courier New" panose="02070309020205020404" pitchFamily="49" charset="0"/>
                <a:cs typeface="Courier New" panose="02070309020205020404" pitchFamily="49" charset="0"/>
              </a:rPr>
              <a:t>df.shape</a:t>
            </a:r>
            <a:r>
              <a:rPr lang="es-MX" sz="1700" dirty="0"/>
              <a:t>: Devuelve una tupla con el número de filas y columnas del </a:t>
            </a:r>
            <a:r>
              <a:rPr lang="es-MX" sz="1700" dirty="0" err="1"/>
              <a:t>DataFrame</a:t>
            </a:r>
            <a:r>
              <a:rPr lang="es-MX" sz="1700" dirty="0"/>
              <a:t> </a:t>
            </a:r>
            <a:r>
              <a:rPr lang="es-MX" sz="1700" dirty="0" err="1">
                <a:latin typeface="Courier New" panose="02070309020205020404" pitchFamily="49" charset="0"/>
                <a:cs typeface="Courier New" panose="02070309020205020404" pitchFamily="49" charset="0"/>
              </a:rPr>
              <a:t>df</a:t>
            </a:r>
            <a:r>
              <a:rPr lang="es-MX" sz="1700" dirty="0"/>
              <a:t>.</a:t>
            </a:r>
          </a:p>
          <a:p>
            <a:pPr lvl="1"/>
            <a:r>
              <a:rPr lang="es-MX" sz="1700" dirty="0" err="1">
                <a:latin typeface="Courier New" panose="02070309020205020404" pitchFamily="49" charset="0"/>
                <a:cs typeface="Courier New" panose="02070309020205020404" pitchFamily="49" charset="0"/>
              </a:rPr>
              <a:t>df.size</a:t>
            </a:r>
            <a:r>
              <a:rPr lang="es-MX" sz="1700" dirty="0"/>
              <a:t>: Devuelve el número de elementos del </a:t>
            </a:r>
            <a:r>
              <a:rPr lang="es-MX" sz="1700" dirty="0" err="1"/>
              <a:t>DataFrame</a:t>
            </a:r>
            <a:r>
              <a:rPr lang="es-MX" sz="1700" dirty="0"/>
              <a:t>.</a:t>
            </a:r>
          </a:p>
          <a:p>
            <a:pPr lvl="1"/>
            <a:r>
              <a:rPr lang="es-MX" sz="1700" dirty="0" err="1">
                <a:latin typeface="Courier New" panose="02070309020205020404" pitchFamily="49" charset="0"/>
                <a:cs typeface="Courier New" panose="02070309020205020404" pitchFamily="49" charset="0"/>
              </a:rPr>
              <a:t>df.columns</a:t>
            </a:r>
            <a:r>
              <a:rPr lang="es-MX" sz="1700" dirty="0"/>
              <a:t>: Devuelve una lista con los nombres de las columnas del </a:t>
            </a:r>
            <a:r>
              <a:rPr lang="es-MX" sz="1700" dirty="0" err="1"/>
              <a:t>DataFrame</a:t>
            </a:r>
            <a:r>
              <a:rPr lang="es-MX" sz="1700" dirty="0"/>
              <a:t> </a:t>
            </a:r>
            <a:r>
              <a:rPr lang="es-MX" sz="1700" dirty="0" err="1">
                <a:latin typeface="Courier New" panose="02070309020205020404" pitchFamily="49" charset="0"/>
                <a:cs typeface="Courier New" panose="02070309020205020404" pitchFamily="49" charset="0"/>
              </a:rPr>
              <a:t>df</a:t>
            </a:r>
            <a:r>
              <a:rPr lang="es-MX" sz="1700" dirty="0"/>
              <a:t>.</a:t>
            </a:r>
          </a:p>
          <a:p>
            <a:pPr lvl="1"/>
            <a:r>
              <a:rPr lang="es-MX" sz="1700" dirty="0" err="1">
                <a:latin typeface="Courier New" panose="02070309020205020404" pitchFamily="49" charset="0"/>
                <a:cs typeface="Courier New" panose="02070309020205020404" pitchFamily="49" charset="0"/>
              </a:rPr>
              <a:t>df.index</a:t>
            </a:r>
            <a:r>
              <a:rPr lang="es-MX" sz="1700" dirty="0"/>
              <a:t>: Devuelve una lista con los nombres de las filas del </a:t>
            </a:r>
            <a:r>
              <a:rPr lang="es-MX" sz="1700" dirty="0" err="1"/>
              <a:t>DataFrame</a:t>
            </a:r>
            <a:r>
              <a:rPr lang="es-MX" sz="1700" dirty="0"/>
              <a:t> </a:t>
            </a:r>
            <a:r>
              <a:rPr lang="es-MX" sz="1700" dirty="0" err="1">
                <a:latin typeface="Courier New" panose="02070309020205020404" pitchFamily="49" charset="0"/>
                <a:cs typeface="Courier New" panose="02070309020205020404" pitchFamily="49" charset="0"/>
              </a:rPr>
              <a:t>df</a:t>
            </a:r>
            <a:r>
              <a:rPr lang="es-MX" sz="1700" dirty="0"/>
              <a:t>.</a:t>
            </a:r>
          </a:p>
          <a:p>
            <a:pPr lvl="1"/>
            <a:r>
              <a:rPr lang="es-MX" sz="1700" dirty="0" err="1">
                <a:latin typeface="Courier New" panose="02070309020205020404" pitchFamily="49" charset="0"/>
                <a:cs typeface="Courier New" panose="02070309020205020404" pitchFamily="49" charset="0"/>
              </a:rPr>
              <a:t>df.dtypes</a:t>
            </a:r>
            <a:r>
              <a:rPr lang="es-MX" sz="1700" dirty="0"/>
              <a:t>: Devuelve una serie con los tipos de datos de las columnas del </a:t>
            </a:r>
            <a:r>
              <a:rPr lang="es-MX" sz="1700" dirty="0" err="1"/>
              <a:t>DataFrame</a:t>
            </a:r>
            <a:r>
              <a:rPr lang="es-MX" sz="1700" dirty="0"/>
              <a:t> </a:t>
            </a:r>
            <a:r>
              <a:rPr lang="es-MX" sz="1700" dirty="0" err="1">
                <a:latin typeface="Courier New" panose="02070309020205020404" pitchFamily="49" charset="0"/>
                <a:cs typeface="Courier New" panose="02070309020205020404" pitchFamily="49" charset="0"/>
              </a:rPr>
              <a:t>df</a:t>
            </a:r>
            <a:r>
              <a:rPr lang="es-MX" sz="1700" dirty="0"/>
              <a:t>.</a:t>
            </a:r>
          </a:p>
          <a:p>
            <a:pPr lvl="1"/>
            <a:r>
              <a:rPr lang="es-MX" sz="1700" dirty="0" err="1">
                <a:latin typeface="Courier New" panose="02070309020205020404" pitchFamily="49" charset="0"/>
                <a:cs typeface="Courier New" panose="02070309020205020404" pitchFamily="49" charset="0"/>
              </a:rPr>
              <a:t>df.head</a:t>
            </a:r>
            <a:r>
              <a:rPr lang="es-MX" sz="1700" dirty="0">
                <a:latin typeface="Courier New" panose="02070309020205020404" pitchFamily="49" charset="0"/>
                <a:cs typeface="Courier New" panose="02070309020205020404" pitchFamily="49" charset="0"/>
              </a:rPr>
              <a:t>(n)</a:t>
            </a:r>
            <a:r>
              <a:rPr lang="es-MX" sz="1700" dirty="0"/>
              <a:t>: Devuelve las n primeras filas del </a:t>
            </a:r>
            <a:r>
              <a:rPr lang="es-MX" sz="1700" dirty="0" err="1"/>
              <a:t>DataFrame</a:t>
            </a:r>
            <a:r>
              <a:rPr lang="es-MX" sz="1700" dirty="0"/>
              <a:t> </a:t>
            </a:r>
            <a:r>
              <a:rPr lang="es-MX" sz="1700" dirty="0" err="1">
                <a:latin typeface="Courier New" panose="02070309020205020404" pitchFamily="49" charset="0"/>
                <a:cs typeface="Courier New" panose="02070309020205020404" pitchFamily="49" charset="0"/>
              </a:rPr>
              <a:t>df</a:t>
            </a:r>
            <a:r>
              <a:rPr lang="es-MX" sz="1700" dirty="0"/>
              <a:t>.</a:t>
            </a:r>
          </a:p>
          <a:p>
            <a:pPr lvl="1"/>
            <a:r>
              <a:rPr lang="es-MX" sz="1700" dirty="0" err="1">
                <a:latin typeface="Courier New" panose="02070309020205020404" pitchFamily="49" charset="0"/>
                <a:cs typeface="Courier New" panose="02070309020205020404" pitchFamily="49" charset="0"/>
              </a:rPr>
              <a:t>df.tail</a:t>
            </a:r>
            <a:r>
              <a:rPr lang="es-MX" sz="1700" dirty="0">
                <a:latin typeface="Courier New" panose="02070309020205020404" pitchFamily="49" charset="0"/>
                <a:cs typeface="Courier New" panose="02070309020205020404" pitchFamily="49" charset="0"/>
              </a:rPr>
              <a:t>(n)</a:t>
            </a:r>
            <a:r>
              <a:rPr lang="es-MX" sz="1700" dirty="0"/>
              <a:t>: Devuelve las n últimas filas del </a:t>
            </a:r>
            <a:r>
              <a:rPr lang="es-MX" sz="1700" dirty="0" err="1"/>
              <a:t>DataFrame</a:t>
            </a:r>
            <a:r>
              <a:rPr lang="es-MX" sz="1700" dirty="0"/>
              <a:t> </a:t>
            </a:r>
            <a:r>
              <a:rPr lang="es-MX" sz="1700" dirty="0" err="1">
                <a:latin typeface="Courier New" panose="02070309020205020404" pitchFamily="49" charset="0"/>
                <a:cs typeface="Courier New" panose="02070309020205020404" pitchFamily="49" charset="0"/>
              </a:rPr>
              <a:t>df</a:t>
            </a:r>
            <a:r>
              <a:rPr lang="es-MX" sz="1700" dirty="0"/>
              <a:t>.</a:t>
            </a:r>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08311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07CDB4D-BA68-40D8-BAC1-A6FDA4698C6D}"/>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Atributos de un </a:t>
            </a:r>
            <a:r>
              <a:rPr lang="es-MX" sz="4000">
                <a:solidFill>
                  <a:srgbClr val="FFFFFF"/>
                </a:solidFill>
                <a:latin typeface="Courier New" panose="02070309020205020404" pitchFamily="49" charset="0"/>
                <a:cs typeface="Courier New" panose="02070309020205020404" pitchFamily="49" charset="0"/>
              </a:rPr>
              <a:t>DataFrame</a:t>
            </a:r>
          </a:p>
        </p:txBody>
      </p:sp>
      <p:sp>
        <p:nvSpPr>
          <p:cNvPr id="3" name="Marcador de contenido 2">
            <a:extLst>
              <a:ext uri="{FF2B5EF4-FFF2-40B4-BE49-F238E27FC236}">
                <a16:creationId xmlns:a16="http://schemas.microsoft.com/office/drawing/2014/main" id="{1EC5BD66-7BE6-4FFD-9B0D-A42869408CA2}"/>
              </a:ext>
            </a:extLst>
          </p:cNvPr>
          <p:cNvSpPr>
            <a:spLocks noGrp="1"/>
          </p:cNvSpPr>
          <p:nvPr>
            <p:ph idx="1"/>
          </p:nvPr>
        </p:nvSpPr>
        <p:spPr>
          <a:xfrm>
            <a:off x="1371599" y="2318197"/>
            <a:ext cx="9724031" cy="3683358"/>
          </a:xfrm>
        </p:spPr>
        <p:txBody>
          <a:bodyPr anchor="ctr">
            <a:normAutofit/>
          </a:bodyPr>
          <a:lstStyle/>
          <a:p>
            <a:r>
              <a:rPr lang="es-MX" sz="1700" dirty="0"/>
              <a:t>Ejemplo:</a:t>
            </a: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1" i="0" dirty="0" err="1">
                <a:solidFill>
                  <a:srgbClr val="333333"/>
                </a:solidFill>
                <a:effectLst/>
                <a:latin typeface="Courier New" panose="02070309020205020404" pitchFamily="49" charset="0"/>
                <a:cs typeface="Courier New" panose="02070309020205020404" pitchFamily="49" charset="0"/>
              </a:rPr>
              <a:t>import</a:t>
            </a:r>
            <a:r>
              <a:rPr lang="es-MX" sz="1800" b="0" i="0" dirty="0">
                <a:solidFill>
                  <a:srgbClr val="333333"/>
                </a:solidFill>
                <a:effectLst/>
                <a:latin typeface="Courier New" panose="02070309020205020404" pitchFamily="49" charset="0"/>
                <a:cs typeface="Courier New" panose="02070309020205020404" pitchFamily="49" charset="0"/>
              </a:rPr>
              <a:t> pandas </a:t>
            </a:r>
            <a:r>
              <a:rPr lang="es-MX" sz="1800" b="1" i="0" dirty="0">
                <a:solidFill>
                  <a:srgbClr val="333333"/>
                </a:solidFill>
                <a:effectLst/>
                <a:latin typeface="Courier New" panose="02070309020205020404" pitchFamily="49" charset="0"/>
                <a:cs typeface="Courier New" panose="02070309020205020404" pitchFamily="49" charset="0"/>
              </a:rPr>
              <a:t>as</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pd</a:t>
            </a:r>
            <a:endParaRPr lang="es-MX" sz="1800" b="0" i="0" dirty="0">
              <a:solidFill>
                <a:srgbClr val="333333"/>
              </a:solidFill>
              <a:effectLst/>
              <a:latin typeface="Courier New" panose="02070309020205020404" pitchFamily="49" charset="0"/>
              <a:cs typeface="Courier New" panose="02070309020205020404" pitchFamily="49" charset="0"/>
            </a:endParaRP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df</a:t>
            </a:r>
            <a:r>
              <a:rPr lang="es-MX" sz="1800" b="0" i="0" dirty="0">
                <a:solidFill>
                  <a:srgbClr val="333333"/>
                </a:solidFill>
                <a:effectLst/>
                <a:latin typeface="Courier New" panose="02070309020205020404" pitchFamily="49" charset="0"/>
                <a:cs typeface="Courier New" panose="02070309020205020404" pitchFamily="49" charset="0"/>
              </a:rPr>
              <a:t> = </a:t>
            </a:r>
            <a:r>
              <a:rPr lang="es-MX" sz="1800" b="0" i="0" dirty="0" err="1">
                <a:solidFill>
                  <a:srgbClr val="333333"/>
                </a:solidFill>
                <a:effectLst/>
                <a:latin typeface="Courier New" panose="02070309020205020404" pitchFamily="49" charset="0"/>
                <a:cs typeface="Courier New" panose="02070309020205020404" pitchFamily="49" charset="0"/>
              </a:rPr>
              <a:t>pd.read_csv</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'https://raw.githubusercontent.com/</a:t>
            </a:r>
            <a:r>
              <a:rPr lang="es-MX" sz="1800" b="0" i="0" dirty="0" err="1">
                <a:solidFill>
                  <a:srgbClr val="DD1144"/>
                </a:solidFill>
                <a:effectLst/>
                <a:latin typeface="Courier New" panose="02070309020205020404" pitchFamily="49" charset="0"/>
                <a:cs typeface="Courier New" panose="02070309020205020404" pitchFamily="49" charset="0"/>
              </a:rPr>
              <a:t>asalber</a:t>
            </a:r>
            <a:r>
              <a:rPr lang="es-MX" sz="1800" b="0" i="0" dirty="0">
                <a:solidFill>
                  <a:srgbClr val="DD1144"/>
                </a:solidFill>
                <a:effectLst/>
                <a:latin typeface="Courier New" panose="02070309020205020404" pitchFamily="49" charset="0"/>
                <a:cs typeface="Courier New" panose="02070309020205020404" pitchFamily="49" charset="0"/>
              </a:rPr>
              <a:t>/manual-</a:t>
            </a:r>
            <a:r>
              <a:rPr lang="es-MX" sz="1800" b="0" i="0" dirty="0" err="1">
                <a:solidFill>
                  <a:srgbClr val="DD1144"/>
                </a:solidFill>
                <a:effectLst/>
                <a:latin typeface="Courier New" panose="02070309020205020404" pitchFamily="49" charset="0"/>
                <a:cs typeface="Courier New" panose="02070309020205020404" pitchFamily="49" charset="0"/>
              </a:rPr>
              <a:t>python</a:t>
            </a:r>
            <a:r>
              <a:rPr lang="es-MX" sz="1800" b="0" i="0" dirty="0">
                <a:solidFill>
                  <a:srgbClr val="DD1144"/>
                </a:solidFill>
                <a:effectLst/>
                <a:latin typeface="Courier New" panose="02070309020205020404" pitchFamily="49" charset="0"/>
                <a:cs typeface="Courier New" panose="02070309020205020404" pitchFamily="49" charset="0"/>
              </a:rPr>
              <a:t>/master/datos/colesterol.csv’</a:t>
            </a:r>
            <a:r>
              <a:rPr lang="es-MX" sz="18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a:solidFill>
                  <a:srgbClr val="333333"/>
                </a:solidFill>
                <a:effectLst/>
                <a:latin typeface="Courier New" panose="02070309020205020404" pitchFamily="49" charset="0"/>
                <a:cs typeface="Courier New" panose="02070309020205020404" pitchFamily="49" charset="0"/>
              </a:rPr>
              <a:t>df.info() </a:t>
            </a: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df.shape</a:t>
            </a:r>
            <a:endParaRPr lang="es-MX" sz="1800" b="0" i="0" dirty="0">
              <a:solidFill>
                <a:srgbClr val="333333"/>
              </a:solidFill>
              <a:effectLst/>
              <a:latin typeface="Courier New" panose="02070309020205020404" pitchFamily="49" charset="0"/>
              <a:cs typeface="Courier New" panose="02070309020205020404" pitchFamily="49" charset="0"/>
            </a:endParaRP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df.size</a:t>
            </a:r>
            <a:endParaRPr lang="es-MX" sz="1800" b="0" i="0" dirty="0">
              <a:solidFill>
                <a:srgbClr val="333333"/>
              </a:solidFill>
              <a:effectLst/>
              <a:latin typeface="Courier New" panose="02070309020205020404" pitchFamily="49" charset="0"/>
              <a:cs typeface="Courier New" panose="02070309020205020404" pitchFamily="49" charset="0"/>
            </a:endParaRP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df.columns</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Index</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'nombre'</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'edad'</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'sexo'</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'peso'</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'altura'</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'colesterol'</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dtype</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a:t>
            </a:r>
            <a:r>
              <a:rPr lang="es-MX" sz="1800" b="0" i="0" dirty="0" err="1">
                <a:solidFill>
                  <a:srgbClr val="DD1144"/>
                </a:solidFill>
                <a:effectLst/>
                <a:latin typeface="Courier New" panose="02070309020205020404" pitchFamily="49" charset="0"/>
                <a:cs typeface="Courier New" panose="02070309020205020404" pitchFamily="49" charset="0"/>
              </a:rPr>
              <a:t>object</a:t>
            </a:r>
            <a:r>
              <a:rPr lang="es-MX" sz="1800" b="0" i="0" dirty="0">
                <a:solidFill>
                  <a:srgbClr val="DD1144"/>
                </a:solidFill>
                <a:effectLst/>
                <a:latin typeface="Courier New" panose="02070309020205020404" pitchFamily="49" charset="0"/>
                <a:cs typeface="Courier New" panose="02070309020205020404" pitchFamily="49" charset="0"/>
              </a:rPr>
              <a:t>’</a:t>
            </a:r>
            <a:r>
              <a:rPr lang="es-MX" sz="18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df.index</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RangeIndex</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start</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008080"/>
                </a:solidFill>
                <a:effectLst/>
                <a:latin typeface="Courier New" panose="02070309020205020404" pitchFamily="49" charset="0"/>
                <a:cs typeface="Courier New" panose="02070309020205020404" pitchFamily="49" charset="0"/>
              </a:rPr>
              <a:t>0</a:t>
            </a:r>
            <a:r>
              <a:rPr lang="es-MX" sz="1800" b="0" i="0" dirty="0">
                <a:solidFill>
                  <a:srgbClr val="333333"/>
                </a:solidFill>
                <a:effectLst/>
                <a:latin typeface="Courier New" panose="02070309020205020404" pitchFamily="49" charset="0"/>
                <a:cs typeface="Courier New" panose="02070309020205020404" pitchFamily="49" charset="0"/>
              </a:rPr>
              <a:t>, stop=</a:t>
            </a:r>
            <a:r>
              <a:rPr lang="es-MX" sz="1800" b="0" i="0" dirty="0">
                <a:solidFill>
                  <a:srgbClr val="008080"/>
                </a:solidFill>
                <a:effectLst/>
                <a:latin typeface="Courier New" panose="02070309020205020404" pitchFamily="49" charset="0"/>
                <a:cs typeface="Courier New" panose="02070309020205020404" pitchFamily="49" charset="0"/>
              </a:rPr>
              <a:t>14</a:t>
            </a:r>
            <a:r>
              <a:rPr lang="es-MX" sz="1800" b="0" i="0" dirty="0">
                <a:solidFill>
                  <a:srgbClr val="333333"/>
                </a:solidFill>
                <a:effectLst/>
                <a:latin typeface="Courier New" panose="02070309020205020404" pitchFamily="49" charset="0"/>
                <a:cs typeface="Courier New" panose="02070309020205020404" pitchFamily="49" charset="0"/>
              </a:rPr>
              <a:t>, step=</a:t>
            </a:r>
            <a:r>
              <a:rPr lang="es-MX" sz="1800" b="0" i="0" dirty="0">
                <a:solidFill>
                  <a:srgbClr val="008080"/>
                </a:solidFill>
                <a:effectLst/>
                <a:latin typeface="Courier New" panose="02070309020205020404" pitchFamily="49" charset="0"/>
                <a:cs typeface="Courier New" panose="02070309020205020404" pitchFamily="49" charset="0"/>
              </a:rPr>
              <a:t>1</a:t>
            </a:r>
            <a:r>
              <a:rPr lang="es-MX" sz="18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df.dtypes</a:t>
            </a:r>
            <a:endParaRPr lang="es-MX" sz="1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919583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42EECA0-E56B-44E5-BFCB-FBE0CE878C28}"/>
              </a:ext>
            </a:extLst>
          </p:cNvPr>
          <p:cNvSpPr>
            <a:spLocks noGrp="1"/>
          </p:cNvSpPr>
          <p:nvPr>
            <p:ph type="title"/>
          </p:nvPr>
        </p:nvSpPr>
        <p:spPr>
          <a:xfrm>
            <a:off x="1371599" y="294538"/>
            <a:ext cx="9895951" cy="1033669"/>
          </a:xfrm>
        </p:spPr>
        <p:txBody>
          <a:bodyPr>
            <a:normAutofit/>
          </a:bodyPr>
          <a:lstStyle/>
          <a:p>
            <a:r>
              <a:rPr lang="es-MX" sz="3100">
                <a:solidFill>
                  <a:srgbClr val="FFFFFF"/>
                </a:solidFill>
              </a:rPr>
              <a:t>Renombrar los nombres de las filas y las columnas de un </a:t>
            </a:r>
            <a:r>
              <a:rPr lang="es-MX" sz="3100">
                <a:solidFill>
                  <a:srgbClr val="FFFFFF"/>
                </a:solidFill>
                <a:latin typeface="Courier New" panose="02070309020205020404" pitchFamily="49" charset="0"/>
                <a:cs typeface="Courier New" panose="02070309020205020404" pitchFamily="49" charset="0"/>
              </a:rPr>
              <a:t>DataFrame</a:t>
            </a:r>
          </a:p>
        </p:txBody>
      </p:sp>
      <p:sp>
        <p:nvSpPr>
          <p:cNvPr id="3" name="Marcador de contenido 2">
            <a:extLst>
              <a:ext uri="{FF2B5EF4-FFF2-40B4-BE49-F238E27FC236}">
                <a16:creationId xmlns:a16="http://schemas.microsoft.com/office/drawing/2014/main" id="{81860A8D-E868-40D2-8538-8C497AEC2C25}"/>
              </a:ext>
            </a:extLst>
          </p:cNvPr>
          <p:cNvSpPr>
            <a:spLocks noGrp="1"/>
          </p:cNvSpPr>
          <p:nvPr>
            <p:ph idx="1"/>
          </p:nvPr>
        </p:nvSpPr>
        <p:spPr>
          <a:xfrm>
            <a:off x="1371599" y="2318197"/>
            <a:ext cx="9724031" cy="3683358"/>
          </a:xfrm>
        </p:spPr>
        <p:txBody>
          <a:bodyPr anchor="ctr">
            <a:normAutofit/>
          </a:bodyPr>
          <a:lstStyle/>
          <a:p>
            <a:r>
              <a:rPr lang="es-MX" sz="1700" dirty="0"/>
              <a:t>Para cambiar el nombre de las filas y las columnas de un </a:t>
            </a:r>
            <a:r>
              <a:rPr lang="es-MX" sz="1700" dirty="0" err="1">
                <a:latin typeface="Courier New" panose="02070309020205020404" pitchFamily="49" charset="0"/>
                <a:cs typeface="Courier New" panose="02070309020205020404" pitchFamily="49" charset="0"/>
              </a:rPr>
              <a:t>DataFrame</a:t>
            </a:r>
            <a:r>
              <a:rPr lang="es-MX" sz="1700" dirty="0"/>
              <a:t> se utiliza el siguiente método:</a:t>
            </a:r>
          </a:p>
          <a:p>
            <a:pPr lvl="1"/>
            <a:r>
              <a:rPr lang="es-MX" sz="1700" dirty="0" err="1">
                <a:latin typeface="Courier New" panose="02070309020205020404" pitchFamily="49" charset="0"/>
                <a:cs typeface="Courier New" panose="02070309020205020404" pitchFamily="49" charset="0"/>
              </a:rPr>
              <a:t>df.rename</a:t>
            </a:r>
            <a:r>
              <a:rPr lang="es-MX" sz="1700" dirty="0">
                <a:latin typeface="Courier New" panose="02070309020205020404" pitchFamily="49" charset="0"/>
                <a:cs typeface="Courier New" panose="02070309020205020404" pitchFamily="49" charset="0"/>
              </a:rPr>
              <a:t>(</a:t>
            </a:r>
            <a:r>
              <a:rPr lang="es-MX" sz="1700" dirty="0" err="1">
                <a:latin typeface="Courier New" panose="02070309020205020404" pitchFamily="49" charset="0"/>
                <a:cs typeface="Courier New" panose="02070309020205020404" pitchFamily="49" charset="0"/>
              </a:rPr>
              <a:t>columns</a:t>
            </a:r>
            <a:r>
              <a:rPr lang="es-MX" sz="1700" dirty="0">
                <a:latin typeface="Courier New" panose="02070309020205020404" pitchFamily="49" charset="0"/>
                <a:cs typeface="Courier New" panose="02070309020205020404" pitchFamily="49" charset="0"/>
              </a:rPr>
              <a:t>=columnas, </a:t>
            </a:r>
            <a:r>
              <a:rPr lang="es-MX" sz="1700" dirty="0" err="1">
                <a:latin typeface="Courier New" panose="02070309020205020404" pitchFamily="49" charset="0"/>
                <a:cs typeface="Courier New" panose="02070309020205020404" pitchFamily="49" charset="0"/>
              </a:rPr>
              <a:t>index</a:t>
            </a:r>
            <a:r>
              <a:rPr lang="es-MX" sz="1700" dirty="0">
                <a:latin typeface="Courier New" panose="02070309020205020404" pitchFamily="49" charset="0"/>
                <a:cs typeface="Courier New" panose="02070309020205020404" pitchFamily="49" charset="0"/>
              </a:rPr>
              <a:t>=filas): </a:t>
            </a:r>
            <a:r>
              <a:rPr lang="es-MX" sz="1700" dirty="0"/>
              <a:t>Devuelve el </a:t>
            </a:r>
            <a:r>
              <a:rPr lang="es-MX" sz="1700" dirty="0" err="1">
                <a:latin typeface="Courier New" panose="02070309020205020404" pitchFamily="49" charset="0"/>
                <a:cs typeface="Courier New" panose="02070309020205020404" pitchFamily="49" charset="0"/>
              </a:rPr>
              <a:t>DataFrame</a:t>
            </a:r>
            <a:r>
              <a:rPr lang="es-MX" sz="1700" dirty="0"/>
              <a:t> que resulta de renombrar las columnas indicadas en las claves del diccionario columnas con sus valores y las filas indicadas en las claves del diccionario filas con sus valores en el </a:t>
            </a:r>
            <a:r>
              <a:rPr lang="es-MX" sz="1700" dirty="0" err="1"/>
              <a:t>DataFrame</a:t>
            </a:r>
            <a:r>
              <a:rPr lang="es-MX" sz="1700" dirty="0"/>
              <a:t> </a:t>
            </a:r>
            <a:r>
              <a:rPr lang="es-MX" sz="1700" dirty="0" err="1">
                <a:latin typeface="Courier New" panose="02070309020205020404" pitchFamily="49" charset="0"/>
                <a:cs typeface="Courier New" panose="02070309020205020404" pitchFamily="49" charset="0"/>
              </a:rPr>
              <a:t>df</a:t>
            </a:r>
            <a:r>
              <a:rPr lang="es-MX" sz="1700" dirty="0"/>
              <a:t>.</a:t>
            </a:r>
          </a:p>
          <a:p>
            <a:r>
              <a:rPr lang="es-MX" sz="1700" dirty="0"/>
              <a:t>Ejemplo:</a:t>
            </a: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1" i="0" dirty="0" err="1">
                <a:solidFill>
                  <a:srgbClr val="333333"/>
                </a:solidFill>
                <a:effectLst/>
                <a:latin typeface="Courier New" panose="02070309020205020404" pitchFamily="49" charset="0"/>
                <a:cs typeface="Courier New" panose="02070309020205020404" pitchFamily="49" charset="0"/>
              </a:rPr>
              <a:t>import</a:t>
            </a:r>
            <a:r>
              <a:rPr lang="es-MX" sz="1800" b="0" i="0" dirty="0">
                <a:solidFill>
                  <a:srgbClr val="333333"/>
                </a:solidFill>
                <a:effectLst/>
                <a:latin typeface="Courier New" panose="02070309020205020404" pitchFamily="49" charset="0"/>
                <a:cs typeface="Courier New" panose="02070309020205020404" pitchFamily="49" charset="0"/>
              </a:rPr>
              <a:t> pandas </a:t>
            </a:r>
            <a:r>
              <a:rPr lang="es-MX" sz="1800" b="1" i="0" dirty="0">
                <a:solidFill>
                  <a:srgbClr val="333333"/>
                </a:solidFill>
                <a:effectLst/>
                <a:latin typeface="Courier New" panose="02070309020205020404" pitchFamily="49" charset="0"/>
                <a:cs typeface="Courier New" panose="02070309020205020404" pitchFamily="49" charset="0"/>
              </a:rPr>
              <a:t>as</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pd</a:t>
            </a:r>
            <a:endParaRPr lang="es-MX" sz="1800" dirty="0">
              <a:solidFill>
                <a:srgbClr val="333333"/>
              </a:solidFill>
              <a:latin typeface="Courier New" panose="02070309020205020404" pitchFamily="49" charset="0"/>
              <a:cs typeface="Courier New" panose="02070309020205020404" pitchFamily="49" charset="0"/>
            </a:endParaRP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df</a:t>
            </a:r>
            <a:r>
              <a:rPr lang="es-MX" sz="1800" b="0" i="0" dirty="0">
                <a:solidFill>
                  <a:srgbClr val="333333"/>
                </a:solidFill>
                <a:effectLst/>
                <a:latin typeface="Courier New" panose="02070309020205020404" pitchFamily="49" charset="0"/>
                <a:cs typeface="Courier New" panose="02070309020205020404" pitchFamily="49" charset="0"/>
              </a:rPr>
              <a:t> = </a:t>
            </a:r>
            <a:r>
              <a:rPr lang="es-MX" sz="1800" b="0" i="0" dirty="0" err="1">
                <a:solidFill>
                  <a:srgbClr val="333333"/>
                </a:solidFill>
                <a:effectLst/>
                <a:latin typeface="Courier New" panose="02070309020205020404" pitchFamily="49" charset="0"/>
                <a:cs typeface="Courier New" panose="02070309020205020404" pitchFamily="49" charset="0"/>
              </a:rPr>
              <a:t>pd.read_csv</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'https://raw.githubusercontent.com/</a:t>
            </a:r>
            <a:r>
              <a:rPr lang="es-MX" sz="1800" b="0" i="0" dirty="0" err="1">
                <a:solidFill>
                  <a:srgbClr val="DD1144"/>
                </a:solidFill>
                <a:effectLst/>
                <a:latin typeface="Courier New" panose="02070309020205020404" pitchFamily="49" charset="0"/>
                <a:cs typeface="Courier New" panose="02070309020205020404" pitchFamily="49" charset="0"/>
              </a:rPr>
              <a:t>asalber</a:t>
            </a:r>
            <a:r>
              <a:rPr lang="es-MX" sz="1800" b="0" i="0" dirty="0">
                <a:solidFill>
                  <a:srgbClr val="DD1144"/>
                </a:solidFill>
                <a:effectLst/>
                <a:latin typeface="Courier New" panose="02070309020205020404" pitchFamily="49" charset="0"/>
                <a:cs typeface="Courier New" panose="02070309020205020404" pitchFamily="49" charset="0"/>
              </a:rPr>
              <a:t>/manual-</a:t>
            </a:r>
            <a:r>
              <a:rPr lang="es-MX" sz="1800" b="0" i="0" dirty="0" err="1">
                <a:solidFill>
                  <a:srgbClr val="DD1144"/>
                </a:solidFill>
                <a:effectLst/>
                <a:latin typeface="Courier New" panose="02070309020205020404" pitchFamily="49" charset="0"/>
                <a:cs typeface="Courier New" panose="02070309020205020404" pitchFamily="49" charset="0"/>
              </a:rPr>
              <a:t>python</a:t>
            </a:r>
            <a:r>
              <a:rPr lang="es-MX" sz="1800" b="0" i="0" dirty="0">
                <a:solidFill>
                  <a:srgbClr val="DD1144"/>
                </a:solidFill>
                <a:effectLst/>
                <a:latin typeface="Courier New" panose="02070309020205020404" pitchFamily="49" charset="0"/>
                <a:cs typeface="Courier New" panose="02070309020205020404" pitchFamily="49" charset="0"/>
              </a:rPr>
              <a:t>/master/datos/colesterol.csv’</a:t>
            </a:r>
            <a:r>
              <a:rPr lang="es-MX" sz="18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print</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df.loc</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008080"/>
                </a:solidFill>
                <a:effectLst/>
                <a:latin typeface="Courier New" panose="02070309020205020404" pitchFamily="49" charset="0"/>
                <a:cs typeface="Courier New" panose="02070309020205020404" pitchFamily="49" charset="0"/>
              </a:rPr>
              <a:t>2</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'colesterol’</a:t>
            </a:r>
            <a:r>
              <a:rPr lang="es-MX" sz="18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print</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df.rename</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columns</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a:t>
            </a:r>
            <a:r>
              <a:rPr lang="es-MX" sz="1800" b="0" i="0" dirty="0" err="1">
                <a:solidFill>
                  <a:srgbClr val="DD1144"/>
                </a:solidFill>
                <a:effectLst/>
                <a:latin typeface="Courier New" panose="02070309020205020404" pitchFamily="49" charset="0"/>
                <a:cs typeface="Courier New" panose="02070309020205020404" pitchFamily="49" charset="0"/>
              </a:rPr>
              <a:t>nombre'</a:t>
            </a:r>
            <a:r>
              <a:rPr lang="es-MX" sz="1800" b="0" i="0" dirty="0" err="1">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DD1144"/>
                </a:solidFill>
                <a:effectLst/>
                <a:latin typeface="Courier New" panose="02070309020205020404" pitchFamily="49" charset="0"/>
                <a:cs typeface="Courier New" panose="02070309020205020404" pitchFamily="49" charset="0"/>
              </a:rPr>
              <a:t>'nombre</a:t>
            </a:r>
            <a:r>
              <a:rPr lang="es-MX" sz="1800" b="0" i="0" dirty="0">
                <a:solidFill>
                  <a:srgbClr val="DD1144"/>
                </a:solidFill>
                <a:effectLst/>
                <a:latin typeface="Courier New" panose="02070309020205020404" pitchFamily="49" charset="0"/>
                <a:cs typeface="Courier New" panose="02070309020205020404" pitchFamily="49" charset="0"/>
              </a:rPr>
              <a:t> y apellidos'</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a:t>
            </a:r>
            <a:r>
              <a:rPr lang="es-MX" sz="1800" b="0" i="0" dirty="0" err="1">
                <a:solidFill>
                  <a:srgbClr val="DD1144"/>
                </a:solidFill>
                <a:effectLst/>
                <a:latin typeface="Courier New" panose="02070309020205020404" pitchFamily="49" charset="0"/>
                <a:cs typeface="Courier New" panose="02070309020205020404" pitchFamily="49" charset="0"/>
              </a:rPr>
              <a:t>altura'</a:t>
            </a:r>
            <a:r>
              <a:rPr lang="es-MX" sz="1800" b="0" i="0" dirty="0" err="1">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DD1144"/>
                </a:solidFill>
                <a:effectLst/>
                <a:latin typeface="Courier New" panose="02070309020205020404" pitchFamily="49" charset="0"/>
                <a:cs typeface="Courier New" panose="02070309020205020404" pitchFamily="49" charset="0"/>
              </a:rPr>
              <a:t>'estatura</a:t>
            </a:r>
            <a:r>
              <a:rPr lang="es-MX" sz="1800" b="0" i="0" dirty="0">
                <a:solidFill>
                  <a:srgbClr val="DD1144"/>
                </a:solidFill>
                <a:effectLst/>
                <a:latin typeface="Courier New" panose="02070309020205020404" pitchFamily="49" charset="0"/>
                <a:cs typeface="Courier New" panose="02070309020205020404" pitchFamily="49" charset="0"/>
              </a:rPr>
              <a:t>'</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index</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008080"/>
                </a:solidFill>
                <a:effectLst/>
                <a:latin typeface="Courier New" panose="02070309020205020404" pitchFamily="49" charset="0"/>
                <a:cs typeface="Courier New" panose="02070309020205020404" pitchFamily="49" charset="0"/>
              </a:rPr>
              <a:t>0</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008080"/>
                </a:solidFill>
                <a:effectLst/>
                <a:latin typeface="Courier New" panose="02070309020205020404" pitchFamily="49" charset="0"/>
                <a:cs typeface="Courier New" panose="02070309020205020404" pitchFamily="49" charset="0"/>
              </a:rPr>
              <a:t>1000</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008080"/>
                </a:solidFill>
                <a:effectLst/>
                <a:latin typeface="Courier New" panose="02070309020205020404" pitchFamily="49" charset="0"/>
                <a:cs typeface="Courier New" panose="02070309020205020404" pitchFamily="49" charset="0"/>
              </a:rPr>
              <a:t>1</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008080"/>
                </a:solidFill>
                <a:effectLst/>
                <a:latin typeface="Courier New" panose="02070309020205020404" pitchFamily="49" charset="0"/>
                <a:cs typeface="Courier New" panose="02070309020205020404" pitchFamily="49" charset="0"/>
              </a:rPr>
              <a:t>1001</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008080"/>
                </a:solidFill>
                <a:effectLst/>
                <a:latin typeface="Courier New" panose="02070309020205020404" pitchFamily="49" charset="0"/>
                <a:cs typeface="Courier New" panose="02070309020205020404" pitchFamily="49" charset="0"/>
              </a:rPr>
              <a:t>2</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008080"/>
                </a:solidFill>
                <a:effectLst/>
                <a:latin typeface="Courier New" panose="02070309020205020404" pitchFamily="49" charset="0"/>
                <a:cs typeface="Courier New" panose="02070309020205020404" pitchFamily="49" charset="0"/>
              </a:rPr>
              <a:t>1002</a:t>
            </a:r>
            <a:r>
              <a:rPr lang="es-MX" sz="1800" b="0" i="0" dirty="0">
                <a:solidFill>
                  <a:srgbClr val="333333"/>
                </a:solidFill>
                <a:effectLst/>
                <a:latin typeface="Courier New" panose="02070309020205020404" pitchFamily="49" charset="0"/>
                <a:cs typeface="Courier New" panose="02070309020205020404" pitchFamily="49" charset="0"/>
              </a:rPr>
              <a:t>}))</a:t>
            </a:r>
            <a:endParaRPr lang="es-MX" sz="1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881962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1B772D2-CDB3-42E0-A1BF-75F9BCB13743}"/>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Reindexar un </a:t>
            </a:r>
            <a:r>
              <a:rPr lang="es-MX" sz="4000">
                <a:solidFill>
                  <a:srgbClr val="FFFFFF"/>
                </a:solidFill>
                <a:latin typeface="Courier New" panose="02070309020205020404" pitchFamily="49" charset="0"/>
                <a:cs typeface="Courier New" panose="02070309020205020404" pitchFamily="49" charset="0"/>
              </a:rPr>
              <a:t>DataFrame</a:t>
            </a:r>
          </a:p>
        </p:txBody>
      </p:sp>
      <p:sp>
        <p:nvSpPr>
          <p:cNvPr id="3" name="Marcador de contenido 2">
            <a:extLst>
              <a:ext uri="{FF2B5EF4-FFF2-40B4-BE49-F238E27FC236}">
                <a16:creationId xmlns:a16="http://schemas.microsoft.com/office/drawing/2014/main" id="{CAD88B01-535D-4109-9FBD-C04280A98D27}"/>
              </a:ext>
            </a:extLst>
          </p:cNvPr>
          <p:cNvSpPr>
            <a:spLocks noGrp="1"/>
          </p:cNvSpPr>
          <p:nvPr>
            <p:ph idx="1"/>
          </p:nvPr>
        </p:nvSpPr>
        <p:spPr>
          <a:xfrm>
            <a:off x="1371599" y="2318197"/>
            <a:ext cx="9724031" cy="3683358"/>
          </a:xfrm>
        </p:spPr>
        <p:txBody>
          <a:bodyPr anchor="ctr">
            <a:normAutofit/>
          </a:bodyPr>
          <a:lstStyle/>
          <a:p>
            <a:r>
              <a:rPr lang="es-MX" sz="1600" dirty="0"/>
              <a:t>Para reordenar los índices de las filas y las columnas de un </a:t>
            </a:r>
            <a:r>
              <a:rPr lang="es-MX" sz="1600" dirty="0" err="1">
                <a:latin typeface="Courier New" panose="02070309020205020404" pitchFamily="49" charset="0"/>
                <a:cs typeface="Courier New" panose="02070309020205020404" pitchFamily="49" charset="0"/>
              </a:rPr>
              <a:t>DataFrame</a:t>
            </a:r>
            <a:r>
              <a:rPr lang="es-MX" sz="1600" dirty="0"/>
              <a:t>, y para añadir o eliminar índices, se utiliza el siguiente método:</a:t>
            </a:r>
          </a:p>
          <a:p>
            <a:pPr lvl="1"/>
            <a:r>
              <a:rPr lang="es-MX" sz="1600" dirty="0" err="1">
                <a:latin typeface="Courier New" panose="02070309020205020404" pitchFamily="49" charset="0"/>
                <a:cs typeface="Courier New" panose="02070309020205020404" pitchFamily="49" charset="0"/>
              </a:rPr>
              <a:t>df.reindex</a:t>
            </a:r>
            <a:r>
              <a:rPr lang="es-MX" sz="1600" dirty="0">
                <a:latin typeface="Courier New" panose="02070309020205020404" pitchFamily="49" charset="0"/>
                <a:cs typeface="Courier New" panose="02070309020205020404" pitchFamily="49" charset="0"/>
              </a:rPr>
              <a:t>(</a:t>
            </a:r>
            <a:r>
              <a:rPr lang="es-MX" sz="1600" dirty="0" err="1">
                <a:latin typeface="Courier New" panose="02070309020205020404" pitchFamily="49" charset="0"/>
                <a:cs typeface="Courier New" panose="02070309020205020404" pitchFamily="49" charset="0"/>
              </a:rPr>
              <a:t>index</a:t>
            </a:r>
            <a:r>
              <a:rPr lang="es-MX" sz="1600" dirty="0">
                <a:latin typeface="Courier New" panose="02070309020205020404" pitchFamily="49" charset="0"/>
                <a:cs typeface="Courier New" panose="02070309020205020404" pitchFamily="49" charset="0"/>
              </a:rPr>
              <a:t>=filas, </a:t>
            </a:r>
            <a:r>
              <a:rPr lang="es-MX" sz="1600" dirty="0" err="1">
                <a:latin typeface="Courier New" panose="02070309020205020404" pitchFamily="49" charset="0"/>
                <a:cs typeface="Courier New" panose="02070309020205020404" pitchFamily="49" charset="0"/>
              </a:rPr>
              <a:t>columns</a:t>
            </a:r>
            <a:r>
              <a:rPr lang="es-MX" sz="1600" dirty="0">
                <a:latin typeface="Courier New" panose="02070309020205020404" pitchFamily="49" charset="0"/>
                <a:cs typeface="Courier New" panose="02070309020205020404" pitchFamily="49" charset="0"/>
              </a:rPr>
              <a:t>=columnas, </a:t>
            </a:r>
            <a:r>
              <a:rPr lang="es-MX" sz="1600" dirty="0" err="1">
                <a:latin typeface="Courier New" panose="02070309020205020404" pitchFamily="49" charset="0"/>
                <a:cs typeface="Courier New" panose="02070309020205020404" pitchFamily="49" charset="0"/>
              </a:rPr>
              <a:t>fill_value</a:t>
            </a:r>
            <a:r>
              <a:rPr lang="es-MX" sz="1600" dirty="0">
                <a:latin typeface="Courier New" panose="02070309020205020404" pitchFamily="49" charset="0"/>
                <a:cs typeface="Courier New" panose="02070309020205020404" pitchFamily="49" charset="0"/>
              </a:rPr>
              <a:t>=relleno) </a:t>
            </a:r>
            <a:r>
              <a:rPr lang="es-MX" sz="1600" dirty="0"/>
              <a:t>: Devuelve el </a:t>
            </a:r>
            <a:r>
              <a:rPr lang="es-MX" sz="1600" dirty="0" err="1">
                <a:latin typeface="Courier New" panose="02070309020205020404" pitchFamily="49" charset="0"/>
                <a:cs typeface="Courier New" panose="02070309020205020404" pitchFamily="49" charset="0"/>
              </a:rPr>
              <a:t>DataFrame</a:t>
            </a:r>
            <a:r>
              <a:rPr lang="es-MX" sz="1600" dirty="0"/>
              <a:t> que resulta de tomar del </a:t>
            </a:r>
            <a:r>
              <a:rPr lang="es-MX" sz="1600" dirty="0" err="1"/>
              <a:t>DataFrame</a:t>
            </a:r>
            <a:r>
              <a:rPr lang="es-MX" sz="1600" dirty="0"/>
              <a:t> </a:t>
            </a:r>
            <a:r>
              <a:rPr lang="es-MX" sz="1600" dirty="0" err="1">
                <a:latin typeface="Courier New" panose="02070309020205020404" pitchFamily="49" charset="0"/>
                <a:cs typeface="Courier New" panose="02070309020205020404" pitchFamily="49" charset="0"/>
              </a:rPr>
              <a:t>df</a:t>
            </a:r>
            <a:r>
              <a:rPr lang="es-MX" sz="1600" dirty="0">
                <a:latin typeface="Courier New" panose="02070309020205020404" pitchFamily="49" charset="0"/>
                <a:cs typeface="Courier New" panose="02070309020205020404" pitchFamily="49" charset="0"/>
              </a:rPr>
              <a:t> </a:t>
            </a:r>
            <a:r>
              <a:rPr lang="es-MX" sz="1600" dirty="0"/>
              <a:t>las filas con nombres en la lista </a:t>
            </a:r>
            <a:r>
              <a:rPr lang="es-MX" sz="1600" dirty="0">
                <a:latin typeface="Courier New" panose="02070309020205020404" pitchFamily="49" charset="0"/>
                <a:cs typeface="Courier New" panose="02070309020205020404" pitchFamily="49" charset="0"/>
              </a:rPr>
              <a:t>filas</a:t>
            </a:r>
            <a:r>
              <a:rPr lang="es-MX" sz="1600" dirty="0"/>
              <a:t> y las columnas con nombres en la lista </a:t>
            </a:r>
            <a:r>
              <a:rPr lang="es-MX" sz="1600" dirty="0">
                <a:latin typeface="Courier New" panose="02070309020205020404" pitchFamily="49" charset="0"/>
                <a:cs typeface="Courier New" panose="02070309020205020404" pitchFamily="49" charset="0"/>
              </a:rPr>
              <a:t>columnas</a:t>
            </a:r>
            <a:r>
              <a:rPr lang="es-MX" sz="1600" dirty="0"/>
              <a:t>. Si alguno de los nombres indicados en filas o columnas no existía en el </a:t>
            </a:r>
            <a:r>
              <a:rPr lang="es-MX" sz="1600" dirty="0" err="1"/>
              <a:t>DataFrame</a:t>
            </a:r>
            <a:r>
              <a:rPr lang="es-MX" sz="1600" dirty="0"/>
              <a:t> </a:t>
            </a:r>
            <a:r>
              <a:rPr lang="es-MX" sz="1600" dirty="0" err="1">
                <a:latin typeface="Courier New" panose="02070309020205020404" pitchFamily="49" charset="0"/>
                <a:cs typeface="Courier New" panose="02070309020205020404" pitchFamily="49" charset="0"/>
              </a:rPr>
              <a:t>df</a:t>
            </a:r>
            <a:r>
              <a:rPr lang="es-MX" sz="1600" dirty="0"/>
              <a:t>, se crean filan o columnas nuevas rellenas con el valor relleno.</a:t>
            </a:r>
          </a:p>
          <a:p>
            <a:r>
              <a:rPr lang="es-MX" sz="1600" dirty="0"/>
              <a:t>Ejemplo:</a:t>
            </a:r>
          </a:p>
          <a:p>
            <a:pPr marL="457200" lvl="1" indent="0">
              <a:buNone/>
            </a:pPr>
            <a:r>
              <a:rPr lang="es-MX" sz="1600" b="1" i="0" dirty="0">
                <a:solidFill>
                  <a:srgbClr val="999999"/>
                </a:solidFill>
                <a:effectLst/>
                <a:latin typeface="Courier New" panose="02070309020205020404" pitchFamily="49" charset="0"/>
                <a:cs typeface="Courier New" panose="02070309020205020404" pitchFamily="49" charset="0"/>
              </a:rPr>
              <a:t>&gt;&gt;&gt; </a:t>
            </a:r>
            <a:r>
              <a:rPr lang="es-MX" sz="1600" b="1" i="0" dirty="0" err="1">
                <a:solidFill>
                  <a:srgbClr val="333333"/>
                </a:solidFill>
                <a:effectLst/>
                <a:latin typeface="Courier New" panose="02070309020205020404" pitchFamily="49" charset="0"/>
                <a:cs typeface="Courier New" panose="02070309020205020404" pitchFamily="49" charset="0"/>
              </a:rPr>
              <a:t>import</a:t>
            </a:r>
            <a:r>
              <a:rPr lang="es-MX" sz="1600" b="0" i="0" dirty="0">
                <a:solidFill>
                  <a:srgbClr val="333333"/>
                </a:solidFill>
                <a:effectLst/>
                <a:latin typeface="Courier New" panose="02070309020205020404" pitchFamily="49" charset="0"/>
                <a:cs typeface="Courier New" panose="02070309020205020404" pitchFamily="49" charset="0"/>
              </a:rPr>
              <a:t> pandas </a:t>
            </a:r>
            <a:r>
              <a:rPr lang="es-MX" sz="1600" b="1" i="0" dirty="0">
                <a:solidFill>
                  <a:srgbClr val="333333"/>
                </a:solidFill>
                <a:effectLst/>
                <a:latin typeface="Courier New" panose="02070309020205020404" pitchFamily="49" charset="0"/>
                <a:cs typeface="Courier New" panose="02070309020205020404" pitchFamily="49" charset="0"/>
              </a:rPr>
              <a:t>as</a:t>
            </a:r>
            <a:r>
              <a:rPr lang="es-MX" sz="1600" b="0" i="0" dirty="0">
                <a:solidFill>
                  <a:srgbClr val="333333"/>
                </a:solidFill>
                <a:effectLst/>
                <a:latin typeface="Courier New" panose="02070309020205020404" pitchFamily="49" charset="0"/>
                <a:cs typeface="Courier New" panose="02070309020205020404" pitchFamily="49" charset="0"/>
              </a:rPr>
              <a:t> </a:t>
            </a:r>
            <a:r>
              <a:rPr lang="es-MX" sz="1600" b="0" i="0" dirty="0" err="1">
                <a:solidFill>
                  <a:srgbClr val="333333"/>
                </a:solidFill>
                <a:effectLst/>
                <a:latin typeface="Courier New" panose="02070309020205020404" pitchFamily="49" charset="0"/>
                <a:cs typeface="Courier New" panose="02070309020205020404" pitchFamily="49" charset="0"/>
              </a:rPr>
              <a:t>pd</a:t>
            </a:r>
            <a:endParaRPr lang="es-MX" sz="1600" dirty="0">
              <a:solidFill>
                <a:srgbClr val="333333"/>
              </a:solidFill>
              <a:latin typeface="Courier New" panose="02070309020205020404" pitchFamily="49" charset="0"/>
              <a:cs typeface="Courier New" panose="02070309020205020404" pitchFamily="49" charset="0"/>
            </a:endParaRPr>
          </a:p>
          <a:p>
            <a:pPr marL="457200" lvl="1" indent="0">
              <a:buNone/>
            </a:pPr>
            <a:r>
              <a:rPr lang="es-MX" sz="1600" b="1" i="0" dirty="0">
                <a:solidFill>
                  <a:srgbClr val="999999"/>
                </a:solidFill>
                <a:effectLst/>
                <a:latin typeface="Courier New" panose="02070309020205020404" pitchFamily="49" charset="0"/>
                <a:cs typeface="Courier New" panose="02070309020205020404" pitchFamily="49" charset="0"/>
              </a:rPr>
              <a:t>&gt;&gt;&gt; </a:t>
            </a:r>
            <a:r>
              <a:rPr lang="es-MX" sz="1600" b="0" i="0" dirty="0" err="1">
                <a:solidFill>
                  <a:srgbClr val="333333"/>
                </a:solidFill>
                <a:effectLst/>
                <a:latin typeface="Courier New" panose="02070309020205020404" pitchFamily="49" charset="0"/>
                <a:cs typeface="Courier New" panose="02070309020205020404" pitchFamily="49" charset="0"/>
              </a:rPr>
              <a:t>df</a:t>
            </a:r>
            <a:r>
              <a:rPr lang="es-MX" sz="1600" b="0" i="0" dirty="0">
                <a:solidFill>
                  <a:srgbClr val="333333"/>
                </a:solidFill>
                <a:effectLst/>
                <a:latin typeface="Courier New" panose="02070309020205020404" pitchFamily="49" charset="0"/>
                <a:cs typeface="Courier New" panose="02070309020205020404" pitchFamily="49" charset="0"/>
              </a:rPr>
              <a:t> = </a:t>
            </a:r>
            <a:r>
              <a:rPr lang="es-MX" sz="1600" b="0" i="0" dirty="0" err="1">
                <a:solidFill>
                  <a:srgbClr val="333333"/>
                </a:solidFill>
                <a:effectLst/>
                <a:latin typeface="Courier New" panose="02070309020205020404" pitchFamily="49" charset="0"/>
                <a:cs typeface="Courier New" panose="02070309020205020404" pitchFamily="49" charset="0"/>
              </a:rPr>
              <a:t>pd.read_csv</a:t>
            </a:r>
            <a:r>
              <a:rPr lang="es-MX" sz="1600" b="0" i="0" dirty="0">
                <a:solidFill>
                  <a:srgbClr val="333333"/>
                </a:solidFill>
                <a:effectLst/>
                <a:latin typeface="Courier New" panose="02070309020205020404" pitchFamily="49" charset="0"/>
                <a:cs typeface="Courier New" panose="02070309020205020404" pitchFamily="49" charset="0"/>
              </a:rPr>
              <a:t>( </a:t>
            </a:r>
            <a:r>
              <a:rPr lang="es-MX" sz="1600" b="0" i="0" dirty="0">
                <a:solidFill>
                  <a:srgbClr val="DD1144"/>
                </a:solidFill>
                <a:effectLst/>
                <a:latin typeface="Courier New" panose="02070309020205020404" pitchFamily="49" charset="0"/>
                <a:cs typeface="Courier New" panose="02070309020205020404" pitchFamily="49" charset="0"/>
              </a:rPr>
              <a:t>'https://raw.githubusercontent.com/</a:t>
            </a:r>
            <a:r>
              <a:rPr lang="es-MX" sz="1600" b="0" i="0" dirty="0" err="1">
                <a:solidFill>
                  <a:srgbClr val="DD1144"/>
                </a:solidFill>
                <a:effectLst/>
                <a:latin typeface="Courier New" panose="02070309020205020404" pitchFamily="49" charset="0"/>
                <a:cs typeface="Courier New" panose="02070309020205020404" pitchFamily="49" charset="0"/>
              </a:rPr>
              <a:t>asalber</a:t>
            </a:r>
            <a:r>
              <a:rPr lang="es-MX" sz="1600" b="0" i="0" dirty="0">
                <a:solidFill>
                  <a:srgbClr val="DD1144"/>
                </a:solidFill>
                <a:effectLst/>
                <a:latin typeface="Courier New" panose="02070309020205020404" pitchFamily="49" charset="0"/>
                <a:cs typeface="Courier New" panose="02070309020205020404" pitchFamily="49" charset="0"/>
              </a:rPr>
              <a:t>/manual-</a:t>
            </a:r>
            <a:r>
              <a:rPr lang="es-MX" sz="1600" b="0" i="0" dirty="0" err="1">
                <a:solidFill>
                  <a:srgbClr val="DD1144"/>
                </a:solidFill>
                <a:effectLst/>
                <a:latin typeface="Courier New" panose="02070309020205020404" pitchFamily="49" charset="0"/>
                <a:cs typeface="Courier New" panose="02070309020205020404" pitchFamily="49" charset="0"/>
              </a:rPr>
              <a:t>python</a:t>
            </a:r>
            <a:r>
              <a:rPr lang="es-MX" sz="1600" b="0" i="0" dirty="0">
                <a:solidFill>
                  <a:srgbClr val="DD1144"/>
                </a:solidFill>
                <a:effectLst/>
                <a:latin typeface="Courier New" panose="02070309020205020404" pitchFamily="49" charset="0"/>
                <a:cs typeface="Courier New" panose="02070309020205020404" pitchFamily="49" charset="0"/>
              </a:rPr>
              <a:t>/master/datos/colesterol.csv’</a:t>
            </a:r>
            <a:r>
              <a:rPr lang="es-MX" sz="16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1600" b="1" i="0" dirty="0">
                <a:solidFill>
                  <a:srgbClr val="999999"/>
                </a:solidFill>
                <a:effectLst/>
                <a:latin typeface="Courier New" panose="02070309020205020404" pitchFamily="49" charset="0"/>
                <a:cs typeface="Courier New" panose="02070309020205020404" pitchFamily="49" charset="0"/>
              </a:rPr>
              <a:t>&gt;&gt;&gt; </a:t>
            </a:r>
            <a:r>
              <a:rPr lang="es-MX" sz="1600" b="0" i="0" dirty="0" err="1">
                <a:solidFill>
                  <a:srgbClr val="333333"/>
                </a:solidFill>
                <a:effectLst/>
                <a:latin typeface="Courier New" panose="02070309020205020404" pitchFamily="49" charset="0"/>
                <a:cs typeface="Courier New" panose="02070309020205020404" pitchFamily="49" charset="0"/>
              </a:rPr>
              <a:t>print</a:t>
            </a:r>
            <a:r>
              <a:rPr lang="es-MX" sz="1600" b="0" i="0" dirty="0">
                <a:solidFill>
                  <a:srgbClr val="333333"/>
                </a:solidFill>
                <a:effectLst/>
                <a:latin typeface="Courier New" panose="02070309020205020404" pitchFamily="49" charset="0"/>
                <a:cs typeface="Courier New" panose="02070309020205020404" pitchFamily="49" charset="0"/>
              </a:rPr>
              <a:t>(</a:t>
            </a:r>
            <a:r>
              <a:rPr lang="es-MX" sz="1600" b="0" i="0" dirty="0" err="1">
                <a:solidFill>
                  <a:srgbClr val="333333"/>
                </a:solidFill>
                <a:effectLst/>
                <a:latin typeface="Courier New" panose="02070309020205020404" pitchFamily="49" charset="0"/>
                <a:cs typeface="Courier New" panose="02070309020205020404" pitchFamily="49" charset="0"/>
              </a:rPr>
              <a:t>df.reindex</a:t>
            </a:r>
            <a:r>
              <a:rPr lang="es-MX" sz="1600" b="0" i="0" dirty="0">
                <a:solidFill>
                  <a:srgbClr val="333333"/>
                </a:solidFill>
                <a:effectLst/>
                <a:latin typeface="Courier New" panose="02070309020205020404" pitchFamily="49" charset="0"/>
                <a:cs typeface="Courier New" panose="02070309020205020404" pitchFamily="49" charset="0"/>
              </a:rPr>
              <a:t>(</a:t>
            </a:r>
            <a:r>
              <a:rPr lang="es-MX" sz="1600" b="0" i="0" dirty="0" err="1">
                <a:solidFill>
                  <a:srgbClr val="333333"/>
                </a:solidFill>
                <a:effectLst/>
                <a:latin typeface="Courier New" panose="02070309020205020404" pitchFamily="49" charset="0"/>
                <a:cs typeface="Courier New" panose="02070309020205020404" pitchFamily="49" charset="0"/>
              </a:rPr>
              <a:t>index</a:t>
            </a:r>
            <a:r>
              <a:rPr lang="es-MX" sz="1600" b="0" i="0" dirty="0">
                <a:solidFill>
                  <a:srgbClr val="333333"/>
                </a:solidFill>
                <a:effectLst/>
                <a:latin typeface="Courier New" panose="02070309020205020404" pitchFamily="49" charset="0"/>
                <a:cs typeface="Courier New" panose="02070309020205020404" pitchFamily="49" charset="0"/>
              </a:rPr>
              <a:t>=[</a:t>
            </a:r>
            <a:r>
              <a:rPr lang="es-MX" sz="1600" b="0" i="0" dirty="0">
                <a:solidFill>
                  <a:srgbClr val="008080"/>
                </a:solidFill>
                <a:effectLst/>
                <a:latin typeface="Courier New" panose="02070309020205020404" pitchFamily="49" charset="0"/>
                <a:cs typeface="Courier New" panose="02070309020205020404" pitchFamily="49" charset="0"/>
              </a:rPr>
              <a:t>4</a:t>
            </a:r>
            <a:r>
              <a:rPr lang="es-MX" sz="1600" b="0" i="0" dirty="0">
                <a:solidFill>
                  <a:srgbClr val="333333"/>
                </a:solidFill>
                <a:effectLst/>
                <a:latin typeface="Courier New" panose="02070309020205020404" pitchFamily="49" charset="0"/>
                <a:cs typeface="Courier New" panose="02070309020205020404" pitchFamily="49" charset="0"/>
              </a:rPr>
              <a:t>, </a:t>
            </a:r>
            <a:r>
              <a:rPr lang="es-MX" sz="1600" b="0" i="0" dirty="0">
                <a:solidFill>
                  <a:srgbClr val="008080"/>
                </a:solidFill>
                <a:effectLst/>
                <a:latin typeface="Courier New" panose="02070309020205020404" pitchFamily="49" charset="0"/>
                <a:cs typeface="Courier New" panose="02070309020205020404" pitchFamily="49" charset="0"/>
              </a:rPr>
              <a:t>3</a:t>
            </a:r>
            <a:r>
              <a:rPr lang="es-MX" sz="1600" b="0" i="0" dirty="0">
                <a:solidFill>
                  <a:srgbClr val="333333"/>
                </a:solidFill>
                <a:effectLst/>
                <a:latin typeface="Courier New" panose="02070309020205020404" pitchFamily="49" charset="0"/>
                <a:cs typeface="Courier New" panose="02070309020205020404" pitchFamily="49" charset="0"/>
              </a:rPr>
              <a:t>, </a:t>
            </a:r>
            <a:r>
              <a:rPr lang="es-MX" sz="1600" b="0" i="0" dirty="0">
                <a:solidFill>
                  <a:srgbClr val="008080"/>
                </a:solidFill>
                <a:effectLst/>
                <a:latin typeface="Courier New" panose="02070309020205020404" pitchFamily="49" charset="0"/>
                <a:cs typeface="Courier New" panose="02070309020205020404" pitchFamily="49" charset="0"/>
              </a:rPr>
              <a:t>1</a:t>
            </a:r>
            <a:r>
              <a:rPr lang="es-MX" sz="1600" b="0" i="0" dirty="0">
                <a:solidFill>
                  <a:srgbClr val="333333"/>
                </a:solidFill>
                <a:effectLst/>
                <a:latin typeface="Courier New" panose="02070309020205020404" pitchFamily="49" charset="0"/>
                <a:cs typeface="Courier New" panose="02070309020205020404" pitchFamily="49" charset="0"/>
              </a:rPr>
              <a:t>], </a:t>
            </a:r>
            <a:r>
              <a:rPr lang="es-MX" sz="1600" b="0" i="0" dirty="0" err="1">
                <a:solidFill>
                  <a:srgbClr val="333333"/>
                </a:solidFill>
                <a:effectLst/>
                <a:latin typeface="Courier New" panose="02070309020205020404" pitchFamily="49" charset="0"/>
                <a:cs typeface="Courier New" panose="02070309020205020404" pitchFamily="49" charset="0"/>
              </a:rPr>
              <a:t>columns</a:t>
            </a:r>
            <a:r>
              <a:rPr lang="es-MX" sz="1600" b="0" i="0" dirty="0">
                <a:solidFill>
                  <a:srgbClr val="333333"/>
                </a:solidFill>
                <a:effectLst/>
                <a:latin typeface="Courier New" panose="02070309020205020404" pitchFamily="49" charset="0"/>
                <a:cs typeface="Courier New" panose="02070309020205020404" pitchFamily="49" charset="0"/>
              </a:rPr>
              <a:t>=[</a:t>
            </a:r>
            <a:r>
              <a:rPr lang="es-MX" sz="1600" b="0" i="0" dirty="0">
                <a:solidFill>
                  <a:srgbClr val="DD1144"/>
                </a:solidFill>
                <a:effectLst/>
                <a:latin typeface="Courier New" panose="02070309020205020404" pitchFamily="49" charset="0"/>
                <a:cs typeface="Courier New" panose="02070309020205020404" pitchFamily="49" charset="0"/>
              </a:rPr>
              <a:t>'nombre'</a:t>
            </a:r>
            <a:r>
              <a:rPr lang="es-MX" sz="1600" b="0" i="0" dirty="0">
                <a:solidFill>
                  <a:srgbClr val="333333"/>
                </a:solidFill>
                <a:effectLst/>
                <a:latin typeface="Courier New" panose="02070309020205020404" pitchFamily="49" charset="0"/>
                <a:cs typeface="Courier New" panose="02070309020205020404" pitchFamily="49" charset="0"/>
              </a:rPr>
              <a:t>, </a:t>
            </a:r>
            <a:r>
              <a:rPr lang="es-MX" sz="1600" b="0" i="0" dirty="0">
                <a:solidFill>
                  <a:srgbClr val="DD1144"/>
                </a:solidFill>
                <a:effectLst/>
                <a:latin typeface="Courier New" panose="02070309020205020404" pitchFamily="49" charset="0"/>
                <a:cs typeface="Courier New" panose="02070309020205020404" pitchFamily="49" charset="0"/>
              </a:rPr>
              <a:t>'tensión'</a:t>
            </a:r>
            <a:r>
              <a:rPr lang="es-MX" sz="1600" b="0" i="0" dirty="0">
                <a:solidFill>
                  <a:srgbClr val="333333"/>
                </a:solidFill>
                <a:effectLst/>
                <a:latin typeface="Courier New" panose="02070309020205020404" pitchFamily="49" charset="0"/>
                <a:cs typeface="Courier New" panose="02070309020205020404" pitchFamily="49" charset="0"/>
              </a:rPr>
              <a:t>, </a:t>
            </a:r>
            <a:r>
              <a:rPr lang="es-MX" sz="1600" b="0" i="0" dirty="0">
                <a:solidFill>
                  <a:srgbClr val="DD1144"/>
                </a:solidFill>
                <a:effectLst/>
                <a:latin typeface="Courier New" panose="02070309020205020404" pitchFamily="49" charset="0"/>
                <a:cs typeface="Courier New" panose="02070309020205020404" pitchFamily="49" charset="0"/>
              </a:rPr>
              <a:t>'colesterol'</a:t>
            </a:r>
            <a:r>
              <a:rPr lang="es-MX" sz="1600" b="0" i="0" dirty="0">
                <a:solidFill>
                  <a:srgbClr val="333333"/>
                </a:solidFill>
                <a:effectLst/>
                <a:latin typeface="Courier New" panose="02070309020205020404" pitchFamily="49" charset="0"/>
                <a:cs typeface="Courier New" panose="02070309020205020404" pitchFamily="49" charset="0"/>
              </a:rPr>
              <a:t>]))</a:t>
            </a:r>
            <a:endParaRPr lang="es-MX" sz="1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5918677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323348B-FD69-48D1-B040-C54D755509CF}"/>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Acceso a los elementos de un </a:t>
            </a:r>
            <a:r>
              <a:rPr lang="es-MX" sz="4000">
                <a:solidFill>
                  <a:srgbClr val="FFFFFF"/>
                </a:solidFill>
                <a:latin typeface="Courier New" panose="02070309020205020404" pitchFamily="49" charset="0"/>
                <a:cs typeface="Courier New" panose="02070309020205020404" pitchFamily="49" charset="0"/>
              </a:rPr>
              <a:t>DataFrame</a:t>
            </a:r>
          </a:p>
        </p:txBody>
      </p:sp>
      <p:sp>
        <p:nvSpPr>
          <p:cNvPr id="3" name="Marcador de contenido 2">
            <a:extLst>
              <a:ext uri="{FF2B5EF4-FFF2-40B4-BE49-F238E27FC236}">
                <a16:creationId xmlns:a16="http://schemas.microsoft.com/office/drawing/2014/main" id="{208933DD-37EF-4B70-9891-1392B8DADF04}"/>
              </a:ext>
            </a:extLst>
          </p:cNvPr>
          <p:cNvSpPr>
            <a:spLocks noGrp="1"/>
          </p:cNvSpPr>
          <p:nvPr>
            <p:ph idx="1"/>
          </p:nvPr>
        </p:nvSpPr>
        <p:spPr>
          <a:xfrm>
            <a:off x="4810259" y="649480"/>
            <a:ext cx="6555347" cy="5546047"/>
          </a:xfrm>
        </p:spPr>
        <p:txBody>
          <a:bodyPr anchor="ctr">
            <a:normAutofit/>
          </a:bodyPr>
          <a:lstStyle/>
          <a:p>
            <a:r>
              <a:rPr lang="es-MX" sz="1700" dirty="0"/>
              <a:t>El acceso a los datos de un </a:t>
            </a:r>
            <a:r>
              <a:rPr lang="es-MX" sz="1700" dirty="0" err="1">
                <a:latin typeface="Courier New" panose="02070309020205020404" pitchFamily="49" charset="0"/>
                <a:cs typeface="Courier New" panose="02070309020205020404" pitchFamily="49" charset="0"/>
              </a:rPr>
              <a:t>DataFrame</a:t>
            </a:r>
            <a:r>
              <a:rPr lang="es-MX" sz="1700" dirty="0"/>
              <a:t> se puede hacer a través de posiciones o través de los nombres de las filas y columnas.</a:t>
            </a:r>
          </a:p>
          <a:p>
            <a:pPr lvl="1"/>
            <a:r>
              <a:rPr lang="es-MX" sz="1700" dirty="0"/>
              <a:t>Accesos mediante posiciones</a:t>
            </a:r>
          </a:p>
          <a:p>
            <a:pPr lvl="2"/>
            <a:r>
              <a:rPr lang="es-MX" sz="1700" dirty="0" err="1">
                <a:latin typeface="Courier New" panose="02070309020205020404" pitchFamily="49" charset="0"/>
                <a:cs typeface="Courier New" panose="02070309020205020404" pitchFamily="49" charset="0"/>
              </a:rPr>
              <a:t>df.iloc</a:t>
            </a:r>
            <a:r>
              <a:rPr lang="es-MX" sz="1700" dirty="0">
                <a:latin typeface="Courier New" panose="02070309020205020404" pitchFamily="49" charset="0"/>
                <a:cs typeface="Courier New" panose="02070309020205020404" pitchFamily="49" charset="0"/>
              </a:rPr>
              <a:t>[i, j]</a:t>
            </a:r>
            <a:r>
              <a:rPr lang="es-MX" sz="1700" dirty="0"/>
              <a:t>: Devuelve el elemento que se encuentra en la fila </a:t>
            </a:r>
            <a:r>
              <a:rPr lang="es-MX" sz="1700" dirty="0">
                <a:latin typeface="Courier New" panose="02070309020205020404" pitchFamily="49" charset="0"/>
                <a:cs typeface="Courier New" panose="02070309020205020404" pitchFamily="49" charset="0"/>
              </a:rPr>
              <a:t>i</a:t>
            </a:r>
            <a:r>
              <a:rPr lang="es-MX" sz="1700" dirty="0"/>
              <a:t> y la columna </a:t>
            </a:r>
            <a:r>
              <a:rPr lang="es-MX" sz="1700" dirty="0">
                <a:latin typeface="Courier New" panose="02070309020205020404" pitchFamily="49" charset="0"/>
                <a:cs typeface="Courier New" panose="02070309020205020404" pitchFamily="49" charset="0"/>
              </a:rPr>
              <a:t>j</a:t>
            </a:r>
            <a:r>
              <a:rPr lang="es-MX" sz="1700" dirty="0"/>
              <a:t> del </a:t>
            </a:r>
            <a:r>
              <a:rPr lang="es-MX" sz="1700" dirty="0" err="1"/>
              <a:t>DataFrame</a:t>
            </a:r>
            <a:r>
              <a:rPr lang="es-MX" sz="1700" dirty="0"/>
              <a:t> </a:t>
            </a:r>
            <a:r>
              <a:rPr lang="es-MX" sz="1700" dirty="0" err="1">
                <a:latin typeface="Courier New" panose="02070309020205020404" pitchFamily="49" charset="0"/>
                <a:cs typeface="Courier New" panose="02070309020205020404" pitchFamily="49" charset="0"/>
              </a:rPr>
              <a:t>df</a:t>
            </a:r>
            <a:r>
              <a:rPr lang="es-MX" sz="1700" dirty="0"/>
              <a:t>. Pueden indicarse secuencias de índices para obtener partes del </a:t>
            </a:r>
            <a:r>
              <a:rPr lang="es-MX" sz="1700" dirty="0" err="1"/>
              <a:t>DataFrame</a:t>
            </a:r>
            <a:r>
              <a:rPr lang="es-MX" sz="1700" dirty="0"/>
              <a:t>.</a:t>
            </a:r>
          </a:p>
          <a:p>
            <a:pPr lvl="2"/>
            <a:r>
              <a:rPr lang="es-MX" sz="1700" dirty="0" err="1">
                <a:latin typeface="Courier New" panose="02070309020205020404" pitchFamily="49" charset="0"/>
                <a:cs typeface="Courier New" panose="02070309020205020404" pitchFamily="49" charset="0"/>
              </a:rPr>
              <a:t>df.iloc</a:t>
            </a:r>
            <a:r>
              <a:rPr lang="es-MX" sz="1700" dirty="0">
                <a:latin typeface="Courier New" panose="02070309020205020404" pitchFamily="49" charset="0"/>
                <a:cs typeface="Courier New" panose="02070309020205020404" pitchFamily="49" charset="0"/>
              </a:rPr>
              <a:t>[filas, columnas]</a:t>
            </a:r>
            <a:r>
              <a:rPr lang="es-MX" sz="1700" dirty="0"/>
              <a:t>: Devuelve un </a:t>
            </a:r>
            <a:r>
              <a:rPr lang="es-MX" sz="1700" dirty="0" err="1"/>
              <a:t>DataFrame</a:t>
            </a:r>
            <a:r>
              <a:rPr lang="es-MX" sz="1700" dirty="0"/>
              <a:t> con los elementos de las filas de la lista filas y de las columnas de la lista columnas.</a:t>
            </a:r>
          </a:p>
          <a:p>
            <a:pPr lvl="2"/>
            <a:r>
              <a:rPr lang="es-MX" sz="1700" dirty="0" err="1">
                <a:latin typeface="Courier New" panose="02070309020205020404" pitchFamily="49" charset="0"/>
                <a:cs typeface="Courier New" panose="02070309020205020404" pitchFamily="49" charset="0"/>
              </a:rPr>
              <a:t>df.iloc</a:t>
            </a:r>
            <a:r>
              <a:rPr lang="es-MX" sz="1700" dirty="0">
                <a:latin typeface="Courier New" panose="02070309020205020404" pitchFamily="49" charset="0"/>
                <a:cs typeface="Courier New" panose="02070309020205020404" pitchFamily="49" charset="0"/>
              </a:rPr>
              <a:t>[i]</a:t>
            </a:r>
            <a:r>
              <a:rPr lang="es-MX" sz="1700" dirty="0"/>
              <a:t>: Devuelve una serie con los elementos de la fila </a:t>
            </a:r>
            <a:r>
              <a:rPr lang="es-MX" sz="1700" dirty="0">
                <a:latin typeface="Courier New" panose="02070309020205020404" pitchFamily="49" charset="0"/>
                <a:cs typeface="Courier New" panose="02070309020205020404" pitchFamily="49" charset="0"/>
              </a:rPr>
              <a:t>i</a:t>
            </a:r>
            <a:r>
              <a:rPr lang="es-MX" sz="1700" dirty="0"/>
              <a:t> del </a:t>
            </a:r>
            <a:r>
              <a:rPr lang="es-MX" sz="1700" dirty="0" err="1"/>
              <a:t>DataFrame</a:t>
            </a:r>
            <a:r>
              <a:rPr lang="es-MX" sz="1700" dirty="0"/>
              <a:t> </a:t>
            </a:r>
            <a:r>
              <a:rPr lang="es-MX" sz="1700" dirty="0" err="1">
                <a:latin typeface="Courier New" panose="02070309020205020404" pitchFamily="49" charset="0"/>
                <a:cs typeface="Courier New" panose="02070309020205020404" pitchFamily="49" charset="0"/>
              </a:rPr>
              <a:t>df</a:t>
            </a:r>
            <a:r>
              <a:rPr lang="es-MX" sz="1700" dirty="0"/>
              <a:t>.</a:t>
            </a:r>
          </a:p>
          <a:p>
            <a:pPr lvl="1"/>
            <a:r>
              <a:rPr lang="es-MX" sz="1700" dirty="0"/>
              <a:t>Ejemplo:</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1" i="0" dirty="0" err="1">
                <a:solidFill>
                  <a:srgbClr val="333333"/>
                </a:solidFill>
                <a:effectLst/>
                <a:latin typeface="Courier New" panose="02070309020205020404" pitchFamily="49" charset="0"/>
                <a:cs typeface="Courier New" panose="02070309020205020404" pitchFamily="49" charset="0"/>
              </a:rPr>
              <a:t>import</a:t>
            </a:r>
            <a:r>
              <a:rPr lang="es-MX" sz="1800" b="0" i="0" dirty="0">
                <a:solidFill>
                  <a:srgbClr val="333333"/>
                </a:solidFill>
                <a:effectLst/>
                <a:latin typeface="Courier New" panose="02070309020205020404" pitchFamily="49" charset="0"/>
                <a:cs typeface="Courier New" panose="02070309020205020404" pitchFamily="49" charset="0"/>
              </a:rPr>
              <a:t> pandas </a:t>
            </a:r>
            <a:r>
              <a:rPr lang="es-MX" sz="1800" b="1" i="0" dirty="0">
                <a:solidFill>
                  <a:srgbClr val="333333"/>
                </a:solidFill>
                <a:effectLst/>
                <a:latin typeface="Courier New" panose="02070309020205020404" pitchFamily="49" charset="0"/>
                <a:cs typeface="Courier New" panose="02070309020205020404" pitchFamily="49" charset="0"/>
              </a:rPr>
              <a:t>as</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pd</a:t>
            </a:r>
            <a:endParaRPr lang="es-MX" sz="1800" dirty="0">
              <a:solidFill>
                <a:srgbClr val="333333"/>
              </a:solidFill>
              <a:latin typeface="Courier New" panose="02070309020205020404" pitchFamily="49" charset="0"/>
              <a:cs typeface="Courier New" panose="02070309020205020404" pitchFamily="49" charset="0"/>
            </a:endParaRP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df</a:t>
            </a:r>
            <a:r>
              <a:rPr lang="es-MX" sz="1800" b="0" i="0" dirty="0">
                <a:solidFill>
                  <a:srgbClr val="333333"/>
                </a:solidFill>
                <a:effectLst/>
                <a:latin typeface="Courier New" panose="02070309020205020404" pitchFamily="49" charset="0"/>
                <a:cs typeface="Courier New" panose="02070309020205020404" pitchFamily="49" charset="0"/>
              </a:rPr>
              <a:t> = </a:t>
            </a:r>
            <a:r>
              <a:rPr lang="es-MX" sz="1800" b="0" i="0" dirty="0" err="1">
                <a:solidFill>
                  <a:srgbClr val="333333"/>
                </a:solidFill>
                <a:effectLst/>
                <a:latin typeface="Courier New" panose="02070309020205020404" pitchFamily="49" charset="0"/>
                <a:cs typeface="Courier New" panose="02070309020205020404" pitchFamily="49" charset="0"/>
              </a:rPr>
              <a:t>pd.read_csv</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'https://raw.githubusercontent.com/</a:t>
            </a:r>
            <a:r>
              <a:rPr lang="es-MX" sz="1800" b="0" i="0" dirty="0" err="1">
                <a:solidFill>
                  <a:srgbClr val="DD1144"/>
                </a:solidFill>
                <a:effectLst/>
                <a:latin typeface="Courier New" panose="02070309020205020404" pitchFamily="49" charset="0"/>
                <a:cs typeface="Courier New" panose="02070309020205020404" pitchFamily="49" charset="0"/>
              </a:rPr>
              <a:t>asalber</a:t>
            </a:r>
            <a:r>
              <a:rPr lang="es-MX" sz="1800" b="0" i="0" dirty="0">
                <a:solidFill>
                  <a:srgbClr val="DD1144"/>
                </a:solidFill>
                <a:effectLst/>
                <a:latin typeface="Courier New" panose="02070309020205020404" pitchFamily="49" charset="0"/>
                <a:cs typeface="Courier New" panose="02070309020205020404" pitchFamily="49" charset="0"/>
              </a:rPr>
              <a:t>/manual-</a:t>
            </a:r>
            <a:r>
              <a:rPr lang="es-MX" sz="1800" b="0" i="0" dirty="0" err="1">
                <a:solidFill>
                  <a:srgbClr val="DD1144"/>
                </a:solidFill>
                <a:effectLst/>
                <a:latin typeface="Courier New" panose="02070309020205020404" pitchFamily="49" charset="0"/>
                <a:cs typeface="Courier New" panose="02070309020205020404" pitchFamily="49" charset="0"/>
              </a:rPr>
              <a:t>python</a:t>
            </a:r>
            <a:r>
              <a:rPr lang="es-MX" sz="1800" b="0" i="0" dirty="0">
                <a:solidFill>
                  <a:srgbClr val="DD1144"/>
                </a:solidFill>
                <a:effectLst/>
                <a:latin typeface="Courier New" panose="02070309020205020404" pitchFamily="49" charset="0"/>
                <a:cs typeface="Courier New" panose="02070309020205020404" pitchFamily="49" charset="0"/>
              </a:rPr>
              <a:t>/master/datos/colesterol.csv’</a:t>
            </a:r>
            <a:r>
              <a:rPr lang="es-MX" sz="1800" b="0" i="0" dirty="0">
                <a:solidFill>
                  <a:srgbClr val="333333"/>
                </a:solidFill>
                <a:effectLst/>
                <a:latin typeface="Courier New" panose="02070309020205020404" pitchFamily="49" charset="0"/>
                <a:cs typeface="Courier New" panose="02070309020205020404" pitchFamily="49" charset="0"/>
              </a:rPr>
              <a:t>)</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print</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df.iloc</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008080"/>
                </a:solidFill>
                <a:effectLst/>
                <a:latin typeface="Courier New" panose="02070309020205020404" pitchFamily="49" charset="0"/>
                <a:cs typeface="Courier New" panose="02070309020205020404" pitchFamily="49" charset="0"/>
              </a:rPr>
              <a:t>1</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008080"/>
                </a:solidFill>
                <a:effectLst/>
                <a:latin typeface="Courier New" panose="02070309020205020404" pitchFamily="49" charset="0"/>
                <a:cs typeface="Courier New" panose="02070309020205020404" pitchFamily="49" charset="0"/>
              </a:rPr>
              <a:t>3</a:t>
            </a:r>
            <a:r>
              <a:rPr lang="es-MX" sz="1800" b="0" i="0" dirty="0">
                <a:solidFill>
                  <a:srgbClr val="333333"/>
                </a:solidFill>
                <a:effectLst/>
                <a:latin typeface="Courier New" panose="02070309020205020404" pitchFamily="49" charset="0"/>
                <a:cs typeface="Courier New" panose="02070309020205020404" pitchFamily="49" charset="0"/>
              </a:rPr>
              <a:t>])</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print</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df.iloc</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008080"/>
                </a:solidFill>
                <a:effectLst/>
                <a:latin typeface="Courier New" panose="02070309020205020404" pitchFamily="49" charset="0"/>
                <a:cs typeface="Courier New" panose="02070309020205020404" pitchFamily="49" charset="0"/>
              </a:rPr>
              <a:t>1</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008080"/>
                </a:solidFill>
                <a:effectLst/>
                <a:latin typeface="Courier New" panose="02070309020205020404" pitchFamily="49" charset="0"/>
                <a:cs typeface="Courier New" panose="02070309020205020404" pitchFamily="49" charset="0"/>
              </a:rPr>
              <a:t>2</a:t>
            </a:r>
            <a:r>
              <a:rPr lang="es-MX" sz="1800" b="0" i="0" dirty="0">
                <a:solidFill>
                  <a:srgbClr val="333333"/>
                </a:solidFill>
                <a:effectLst/>
                <a:latin typeface="Courier New" panose="02070309020205020404" pitchFamily="49" charset="0"/>
                <a:cs typeface="Courier New" panose="02070309020205020404" pitchFamily="49" charset="0"/>
              </a:rPr>
              <a:t>])</a:t>
            </a:r>
            <a:endParaRPr lang="es-MX" sz="1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385098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8AECF09-3DCB-4149-9204-B56BB56C7DE6}"/>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Acceso a los elementos de un </a:t>
            </a:r>
            <a:r>
              <a:rPr lang="es-MX" sz="4000">
                <a:solidFill>
                  <a:srgbClr val="FFFFFF"/>
                </a:solidFill>
                <a:latin typeface="Courier New" panose="02070309020205020404" pitchFamily="49" charset="0"/>
                <a:cs typeface="Courier New" panose="02070309020205020404" pitchFamily="49" charset="0"/>
              </a:rPr>
              <a:t>DataFrame</a:t>
            </a:r>
          </a:p>
        </p:txBody>
      </p:sp>
      <p:sp>
        <p:nvSpPr>
          <p:cNvPr id="3" name="Marcador de contenido 2">
            <a:extLst>
              <a:ext uri="{FF2B5EF4-FFF2-40B4-BE49-F238E27FC236}">
                <a16:creationId xmlns:a16="http://schemas.microsoft.com/office/drawing/2014/main" id="{2D4341AE-F910-4B26-9C16-39BF122C0296}"/>
              </a:ext>
            </a:extLst>
          </p:cNvPr>
          <p:cNvSpPr>
            <a:spLocks noGrp="1"/>
          </p:cNvSpPr>
          <p:nvPr>
            <p:ph idx="1"/>
          </p:nvPr>
        </p:nvSpPr>
        <p:spPr>
          <a:xfrm>
            <a:off x="1371599" y="2318197"/>
            <a:ext cx="9724031" cy="3683358"/>
          </a:xfrm>
        </p:spPr>
        <p:txBody>
          <a:bodyPr anchor="ctr">
            <a:normAutofit/>
          </a:bodyPr>
          <a:lstStyle/>
          <a:p>
            <a:r>
              <a:rPr lang="es-MX" sz="1400" dirty="0"/>
              <a:t>Acceso a los elementos mediante nombres:</a:t>
            </a:r>
          </a:p>
          <a:p>
            <a:pPr lvl="1"/>
            <a:r>
              <a:rPr lang="es-MX" sz="1400" dirty="0" err="1">
                <a:latin typeface="Courier New" panose="02070309020205020404" pitchFamily="49" charset="0"/>
                <a:cs typeface="Courier New" panose="02070309020205020404" pitchFamily="49" charset="0"/>
              </a:rPr>
              <a:t>df.loc</a:t>
            </a:r>
            <a:r>
              <a:rPr lang="es-MX" sz="1400" dirty="0">
                <a:latin typeface="Courier New" panose="02070309020205020404" pitchFamily="49" charset="0"/>
                <a:cs typeface="Courier New" panose="02070309020205020404" pitchFamily="49" charset="0"/>
              </a:rPr>
              <a:t>[fila, columna]</a:t>
            </a:r>
            <a:r>
              <a:rPr lang="es-MX" sz="1400" dirty="0"/>
              <a:t>: Devuelve el elemento que se encuentra en la fila con nombre fila y la columna de con nombre columna del </a:t>
            </a:r>
            <a:r>
              <a:rPr lang="es-MX" sz="1400" dirty="0" err="1"/>
              <a:t>DataFrame</a:t>
            </a:r>
            <a:r>
              <a:rPr lang="es-MX" sz="1400" dirty="0"/>
              <a:t> </a:t>
            </a:r>
            <a:r>
              <a:rPr lang="es-MX" sz="1400" dirty="0" err="1">
                <a:latin typeface="Courier New" panose="02070309020205020404" pitchFamily="49" charset="0"/>
                <a:cs typeface="Courier New" panose="02070309020205020404" pitchFamily="49" charset="0"/>
              </a:rPr>
              <a:t>df</a:t>
            </a:r>
            <a:r>
              <a:rPr lang="es-MX" sz="1400" dirty="0"/>
              <a:t>.</a:t>
            </a:r>
          </a:p>
          <a:p>
            <a:pPr lvl="1"/>
            <a:r>
              <a:rPr lang="es-MX" sz="1400" dirty="0" err="1">
                <a:latin typeface="Courier New" panose="02070309020205020404" pitchFamily="49" charset="0"/>
                <a:cs typeface="Courier New" panose="02070309020205020404" pitchFamily="49" charset="0"/>
              </a:rPr>
              <a:t>df.loc</a:t>
            </a:r>
            <a:r>
              <a:rPr lang="es-MX" sz="1400" dirty="0">
                <a:latin typeface="Courier New" panose="02070309020205020404" pitchFamily="49" charset="0"/>
                <a:cs typeface="Courier New" panose="02070309020205020404" pitchFamily="49" charset="0"/>
              </a:rPr>
              <a:t>[filas, columnas]</a:t>
            </a:r>
            <a:r>
              <a:rPr lang="es-MX" sz="1400" dirty="0"/>
              <a:t>: Devuelve un </a:t>
            </a:r>
            <a:r>
              <a:rPr lang="es-MX" sz="1400" dirty="0" err="1"/>
              <a:t>DataFrame</a:t>
            </a:r>
            <a:r>
              <a:rPr lang="es-MX" sz="1400" dirty="0"/>
              <a:t> con los elemento que se encuentra en las filas con los nombres de la lista filas y las columnas con los nombres de la lista columnas del </a:t>
            </a:r>
            <a:r>
              <a:rPr lang="es-MX" sz="1400" dirty="0" err="1"/>
              <a:t>DataFrame</a:t>
            </a:r>
            <a:r>
              <a:rPr lang="es-MX" sz="1400" dirty="0"/>
              <a:t> </a:t>
            </a:r>
            <a:r>
              <a:rPr lang="es-MX" sz="1400" dirty="0" err="1">
                <a:latin typeface="Courier New" panose="02070309020205020404" pitchFamily="49" charset="0"/>
                <a:cs typeface="Courier New" panose="02070309020205020404" pitchFamily="49" charset="0"/>
              </a:rPr>
              <a:t>df</a:t>
            </a:r>
            <a:r>
              <a:rPr lang="es-MX" sz="1400" dirty="0"/>
              <a:t>.</a:t>
            </a:r>
          </a:p>
          <a:p>
            <a:pPr lvl="1"/>
            <a:r>
              <a:rPr lang="es-MX" sz="1400" dirty="0" err="1">
                <a:latin typeface="Courier New" panose="02070309020205020404" pitchFamily="49" charset="0"/>
                <a:cs typeface="Courier New" panose="02070309020205020404" pitchFamily="49" charset="0"/>
              </a:rPr>
              <a:t>df</a:t>
            </a:r>
            <a:r>
              <a:rPr lang="es-MX" sz="1400" dirty="0">
                <a:latin typeface="Courier New" panose="02070309020205020404" pitchFamily="49" charset="0"/>
                <a:cs typeface="Courier New" panose="02070309020205020404" pitchFamily="49" charset="0"/>
              </a:rPr>
              <a:t>[columna]</a:t>
            </a:r>
            <a:r>
              <a:rPr lang="es-MX" sz="1400" dirty="0"/>
              <a:t>: Devuelve una serie con los elementos de la columna de nombre columna del </a:t>
            </a:r>
            <a:r>
              <a:rPr lang="es-MX" sz="1400" dirty="0" err="1"/>
              <a:t>DataFrame</a:t>
            </a:r>
            <a:r>
              <a:rPr lang="es-MX" sz="1400" dirty="0"/>
              <a:t> </a:t>
            </a:r>
            <a:r>
              <a:rPr lang="es-MX" sz="1400" dirty="0" err="1">
                <a:latin typeface="Courier New" panose="02070309020205020404" pitchFamily="49" charset="0"/>
                <a:cs typeface="Courier New" panose="02070309020205020404" pitchFamily="49" charset="0"/>
              </a:rPr>
              <a:t>df</a:t>
            </a:r>
            <a:r>
              <a:rPr lang="es-MX" sz="1400" dirty="0"/>
              <a:t>.</a:t>
            </a:r>
          </a:p>
          <a:p>
            <a:pPr lvl="1"/>
            <a:r>
              <a:rPr lang="es-MX" sz="1400" dirty="0" err="1">
                <a:latin typeface="Courier New" panose="02070309020205020404" pitchFamily="49" charset="0"/>
                <a:cs typeface="Courier New" panose="02070309020205020404" pitchFamily="49" charset="0"/>
              </a:rPr>
              <a:t>df.columna</a:t>
            </a:r>
            <a:r>
              <a:rPr lang="es-MX" sz="1400" dirty="0"/>
              <a:t>: Devuelve una serie con los elementos de la columna de nombre columna del </a:t>
            </a:r>
            <a:r>
              <a:rPr lang="es-MX" sz="1400" dirty="0" err="1"/>
              <a:t>DataFrame</a:t>
            </a:r>
            <a:r>
              <a:rPr lang="es-MX" sz="1400" dirty="0"/>
              <a:t> </a:t>
            </a:r>
            <a:r>
              <a:rPr lang="es-MX" sz="1400" dirty="0" err="1">
                <a:latin typeface="Courier New" panose="02070309020205020404" pitchFamily="49" charset="0"/>
                <a:cs typeface="Courier New" panose="02070309020205020404" pitchFamily="49" charset="0"/>
              </a:rPr>
              <a:t>df</a:t>
            </a:r>
            <a:r>
              <a:rPr lang="es-MX" sz="1400" dirty="0"/>
              <a:t>. Es similar al método anterior pero solo funciona cuando el nombre de la columna no tiene espacios en blanco.</a:t>
            </a:r>
          </a:p>
          <a:p>
            <a:r>
              <a:rPr lang="es-MX" sz="1400" dirty="0"/>
              <a:t>Ejemplo:</a:t>
            </a:r>
          </a:p>
          <a:p>
            <a:pPr marL="457200" lvl="1" indent="0">
              <a:buNone/>
            </a:pPr>
            <a:r>
              <a:rPr lang="es-MX" sz="1400" b="1" i="0" dirty="0">
                <a:solidFill>
                  <a:srgbClr val="999999"/>
                </a:solidFill>
                <a:effectLst/>
                <a:latin typeface="Courier New" panose="02070309020205020404" pitchFamily="49" charset="0"/>
                <a:cs typeface="Courier New" panose="02070309020205020404" pitchFamily="49" charset="0"/>
              </a:rPr>
              <a:t>&gt;&gt;&gt; </a:t>
            </a:r>
            <a:r>
              <a:rPr lang="es-MX" sz="1400" b="1" i="0" dirty="0" err="1">
                <a:solidFill>
                  <a:srgbClr val="333333"/>
                </a:solidFill>
                <a:effectLst/>
                <a:latin typeface="Courier New" panose="02070309020205020404" pitchFamily="49" charset="0"/>
                <a:cs typeface="Courier New" panose="02070309020205020404" pitchFamily="49" charset="0"/>
              </a:rPr>
              <a:t>import</a:t>
            </a:r>
            <a:r>
              <a:rPr lang="es-MX" sz="1400" b="0" i="0" dirty="0">
                <a:solidFill>
                  <a:srgbClr val="333333"/>
                </a:solidFill>
                <a:effectLst/>
                <a:latin typeface="Courier New" panose="02070309020205020404" pitchFamily="49" charset="0"/>
                <a:cs typeface="Courier New" panose="02070309020205020404" pitchFamily="49" charset="0"/>
              </a:rPr>
              <a:t> pandas </a:t>
            </a:r>
            <a:r>
              <a:rPr lang="es-MX" sz="1400" b="1" i="0" dirty="0">
                <a:solidFill>
                  <a:srgbClr val="333333"/>
                </a:solidFill>
                <a:effectLst/>
                <a:latin typeface="Courier New" panose="02070309020205020404" pitchFamily="49" charset="0"/>
                <a:cs typeface="Courier New" panose="02070309020205020404" pitchFamily="49" charset="0"/>
              </a:rPr>
              <a:t>as</a:t>
            </a:r>
            <a:r>
              <a:rPr lang="es-MX" sz="1400" b="0" i="0" dirty="0">
                <a:solidFill>
                  <a:srgbClr val="333333"/>
                </a:solidFill>
                <a:effectLst/>
                <a:latin typeface="Courier New" panose="02070309020205020404" pitchFamily="49" charset="0"/>
                <a:cs typeface="Courier New" panose="02070309020205020404" pitchFamily="49" charset="0"/>
              </a:rPr>
              <a:t> </a:t>
            </a:r>
            <a:r>
              <a:rPr lang="es-MX" sz="1400" b="0" i="0" dirty="0" err="1">
                <a:solidFill>
                  <a:srgbClr val="333333"/>
                </a:solidFill>
                <a:effectLst/>
                <a:latin typeface="Courier New" panose="02070309020205020404" pitchFamily="49" charset="0"/>
                <a:cs typeface="Courier New" panose="02070309020205020404" pitchFamily="49" charset="0"/>
              </a:rPr>
              <a:t>pd</a:t>
            </a:r>
            <a:endParaRPr lang="es-MX" sz="1400" b="0" i="0" dirty="0">
              <a:solidFill>
                <a:srgbClr val="333333"/>
              </a:solidFill>
              <a:effectLst/>
              <a:latin typeface="Courier New" panose="02070309020205020404" pitchFamily="49" charset="0"/>
              <a:cs typeface="Courier New" panose="02070309020205020404" pitchFamily="49" charset="0"/>
            </a:endParaRPr>
          </a:p>
          <a:p>
            <a:pPr marL="457200" lvl="1" indent="0">
              <a:buNone/>
            </a:pPr>
            <a:r>
              <a:rPr lang="es-MX" sz="1400" b="1" i="0" dirty="0">
                <a:solidFill>
                  <a:srgbClr val="999999"/>
                </a:solidFill>
                <a:effectLst/>
                <a:latin typeface="Courier New" panose="02070309020205020404" pitchFamily="49" charset="0"/>
                <a:cs typeface="Courier New" panose="02070309020205020404" pitchFamily="49" charset="0"/>
              </a:rPr>
              <a:t>&gt;&gt;&gt; </a:t>
            </a:r>
            <a:r>
              <a:rPr lang="es-MX" sz="1400" b="0" i="0" dirty="0" err="1">
                <a:solidFill>
                  <a:srgbClr val="333333"/>
                </a:solidFill>
                <a:effectLst/>
                <a:latin typeface="Courier New" panose="02070309020205020404" pitchFamily="49" charset="0"/>
                <a:cs typeface="Courier New" panose="02070309020205020404" pitchFamily="49" charset="0"/>
              </a:rPr>
              <a:t>df</a:t>
            </a:r>
            <a:r>
              <a:rPr lang="es-MX" sz="1400" b="0" i="0" dirty="0">
                <a:solidFill>
                  <a:srgbClr val="333333"/>
                </a:solidFill>
                <a:effectLst/>
                <a:latin typeface="Courier New" panose="02070309020205020404" pitchFamily="49" charset="0"/>
                <a:cs typeface="Courier New" panose="02070309020205020404" pitchFamily="49" charset="0"/>
              </a:rPr>
              <a:t> = </a:t>
            </a:r>
            <a:r>
              <a:rPr lang="es-MX" sz="1400" b="0" i="0" dirty="0" err="1">
                <a:solidFill>
                  <a:srgbClr val="333333"/>
                </a:solidFill>
                <a:effectLst/>
                <a:latin typeface="Courier New" panose="02070309020205020404" pitchFamily="49" charset="0"/>
                <a:cs typeface="Courier New" panose="02070309020205020404" pitchFamily="49" charset="0"/>
              </a:rPr>
              <a:t>pd.read_csv</a:t>
            </a:r>
            <a:r>
              <a:rPr lang="es-MX" sz="1400" b="0" i="0" dirty="0">
                <a:solidFill>
                  <a:srgbClr val="333333"/>
                </a:solidFill>
                <a:effectLst/>
                <a:latin typeface="Courier New" panose="02070309020205020404" pitchFamily="49" charset="0"/>
                <a:cs typeface="Courier New" panose="02070309020205020404" pitchFamily="49" charset="0"/>
              </a:rPr>
              <a:t>( </a:t>
            </a:r>
            <a:r>
              <a:rPr lang="es-MX" sz="1400" b="0" i="0" dirty="0">
                <a:solidFill>
                  <a:srgbClr val="DD1144"/>
                </a:solidFill>
                <a:effectLst/>
                <a:latin typeface="Courier New" panose="02070309020205020404" pitchFamily="49" charset="0"/>
                <a:cs typeface="Courier New" panose="02070309020205020404" pitchFamily="49" charset="0"/>
              </a:rPr>
              <a:t>'https://raw.githubusercontent.com/</a:t>
            </a:r>
            <a:r>
              <a:rPr lang="es-MX" sz="1400" b="0" i="0" dirty="0" err="1">
                <a:solidFill>
                  <a:srgbClr val="DD1144"/>
                </a:solidFill>
                <a:effectLst/>
                <a:latin typeface="Courier New" panose="02070309020205020404" pitchFamily="49" charset="0"/>
                <a:cs typeface="Courier New" panose="02070309020205020404" pitchFamily="49" charset="0"/>
              </a:rPr>
              <a:t>asalber</a:t>
            </a:r>
            <a:r>
              <a:rPr lang="es-MX" sz="1400" b="0" i="0" dirty="0">
                <a:solidFill>
                  <a:srgbClr val="DD1144"/>
                </a:solidFill>
                <a:effectLst/>
                <a:latin typeface="Courier New" panose="02070309020205020404" pitchFamily="49" charset="0"/>
                <a:cs typeface="Courier New" panose="02070309020205020404" pitchFamily="49" charset="0"/>
              </a:rPr>
              <a:t>/manual-</a:t>
            </a:r>
            <a:r>
              <a:rPr lang="es-MX" sz="1400" b="0" i="0" dirty="0" err="1">
                <a:solidFill>
                  <a:srgbClr val="DD1144"/>
                </a:solidFill>
                <a:effectLst/>
                <a:latin typeface="Courier New" panose="02070309020205020404" pitchFamily="49" charset="0"/>
                <a:cs typeface="Courier New" panose="02070309020205020404" pitchFamily="49" charset="0"/>
              </a:rPr>
              <a:t>python</a:t>
            </a:r>
            <a:r>
              <a:rPr lang="es-MX" sz="1400" b="0" i="0" dirty="0">
                <a:solidFill>
                  <a:srgbClr val="DD1144"/>
                </a:solidFill>
                <a:effectLst/>
                <a:latin typeface="Courier New" panose="02070309020205020404" pitchFamily="49" charset="0"/>
                <a:cs typeface="Courier New" panose="02070309020205020404" pitchFamily="49" charset="0"/>
              </a:rPr>
              <a:t>/master/datos/colesterol.csv’</a:t>
            </a:r>
            <a:r>
              <a:rPr lang="es-MX" sz="14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1400" b="1" i="0" dirty="0">
                <a:solidFill>
                  <a:srgbClr val="999999"/>
                </a:solidFill>
                <a:effectLst/>
                <a:latin typeface="Courier New" panose="02070309020205020404" pitchFamily="49" charset="0"/>
                <a:cs typeface="Courier New" panose="02070309020205020404" pitchFamily="49" charset="0"/>
              </a:rPr>
              <a:t>&gt;&gt;&gt; </a:t>
            </a:r>
            <a:r>
              <a:rPr lang="es-MX" sz="1400" b="0" i="0" dirty="0" err="1">
                <a:solidFill>
                  <a:srgbClr val="333333"/>
                </a:solidFill>
                <a:effectLst/>
                <a:latin typeface="Courier New" panose="02070309020205020404" pitchFamily="49" charset="0"/>
                <a:cs typeface="Courier New" panose="02070309020205020404" pitchFamily="49" charset="0"/>
              </a:rPr>
              <a:t>print</a:t>
            </a:r>
            <a:r>
              <a:rPr lang="es-MX" sz="1400" b="0" i="0" dirty="0">
                <a:solidFill>
                  <a:srgbClr val="333333"/>
                </a:solidFill>
                <a:effectLst/>
                <a:latin typeface="Courier New" panose="02070309020205020404" pitchFamily="49" charset="0"/>
                <a:cs typeface="Courier New" panose="02070309020205020404" pitchFamily="49" charset="0"/>
              </a:rPr>
              <a:t>(</a:t>
            </a:r>
            <a:r>
              <a:rPr lang="es-MX" sz="1400" b="0" i="0" dirty="0" err="1">
                <a:solidFill>
                  <a:srgbClr val="333333"/>
                </a:solidFill>
                <a:effectLst/>
                <a:latin typeface="Courier New" panose="02070309020205020404" pitchFamily="49" charset="0"/>
                <a:cs typeface="Courier New" panose="02070309020205020404" pitchFamily="49" charset="0"/>
              </a:rPr>
              <a:t>df.loc</a:t>
            </a:r>
            <a:r>
              <a:rPr lang="es-MX" sz="1400" b="0" i="0" dirty="0">
                <a:solidFill>
                  <a:srgbClr val="333333"/>
                </a:solidFill>
                <a:effectLst/>
                <a:latin typeface="Courier New" panose="02070309020205020404" pitchFamily="49" charset="0"/>
                <a:cs typeface="Courier New" panose="02070309020205020404" pitchFamily="49" charset="0"/>
              </a:rPr>
              <a:t>[</a:t>
            </a:r>
            <a:r>
              <a:rPr lang="es-MX" sz="1400" b="0" i="0" dirty="0">
                <a:solidFill>
                  <a:srgbClr val="008080"/>
                </a:solidFill>
                <a:effectLst/>
                <a:latin typeface="Courier New" panose="02070309020205020404" pitchFamily="49" charset="0"/>
                <a:cs typeface="Courier New" panose="02070309020205020404" pitchFamily="49" charset="0"/>
              </a:rPr>
              <a:t>2</a:t>
            </a:r>
            <a:r>
              <a:rPr lang="es-MX" sz="1400" b="0" i="0" dirty="0">
                <a:solidFill>
                  <a:srgbClr val="333333"/>
                </a:solidFill>
                <a:effectLst/>
                <a:latin typeface="Courier New" panose="02070309020205020404" pitchFamily="49" charset="0"/>
                <a:cs typeface="Courier New" panose="02070309020205020404" pitchFamily="49" charset="0"/>
              </a:rPr>
              <a:t>, </a:t>
            </a:r>
            <a:r>
              <a:rPr lang="es-MX" sz="1400" b="0" i="0" dirty="0">
                <a:solidFill>
                  <a:srgbClr val="DD1144"/>
                </a:solidFill>
                <a:effectLst/>
                <a:latin typeface="Courier New" panose="02070309020205020404" pitchFamily="49" charset="0"/>
                <a:cs typeface="Courier New" panose="02070309020205020404" pitchFamily="49" charset="0"/>
              </a:rPr>
              <a:t>'colesterol’</a:t>
            </a:r>
            <a:r>
              <a:rPr lang="es-MX" sz="1400" b="0" i="0" dirty="0">
                <a:solidFill>
                  <a:srgbClr val="333333"/>
                </a:solidFill>
                <a:effectLst/>
                <a:latin typeface="Courier New" panose="02070309020205020404" pitchFamily="49" charset="0"/>
                <a:cs typeface="Courier New" panose="02070309020205020404" pitchFamily="49" charset="0"/>
              </a:rPr>
              <a:t>]) </a:t>
            </a:r>
          </a:p>
          <a:p>
            <a:pPr marL="457200" lvl="1" indent="0">
              <a:buNone/>
            </a:pPr>
            <a:r>
              <a:rPr lang="es-MX" sz="1400" b="1" i="0" dirty="0">
                <a:solidFill>
                  <a:srgbClr val="999999"/>
                </a:solidFill>
                <a:effectLst/>
                <a:latin typeface="Courier New" panose="02070309020205020404" pitchFamily="49" charset="0"/>
                <a:cs typeface="Courier New" panose="02070309020205020404" pitchFamily="49" charset="0"/>
              </a:rPr>
              <a:t>&gt;&gt;&gt; </a:t>
            </a:r>
            <a:r>
              <a:rPr lang="es-MX" sz="1400" b="0" i="0" dirty="0" err="1">
                <a:solidFill>
                  <a:srgbClr val="333333"/>
                </a:solidFill>
                <a:effectLst/>
                <a:latin typeface="Courier New" panose="02070309020205020404" pitchFamily="49" charset="0"/>
                <a:cs typeface="Courier New" panose="02070309020205020404" pitchFamily="49" charset="0"/>
              </a:rPr>
              <a:t>print</a:t>
            </a:r>
            <a:r>
              <a:rPr lang="es-MX" sz="1400" b="0" i="0" dirty="0">
                <a:solidFill>
                  <a:srgbClr val="333333"/>
                </a:solidFill>
                <a:effectLst/>
                <a:latin typeface="Courier New" panose="02070309020205020404" pitchFamily="49" charset="0"/>
                <a:cs typeface="Courier New" panose="02070309020205020404" pitchFamily="49" charset="0"/>
              </a:rPr>
              <a:t>(</a:t>
            </a:r>
            <a:r>
              <a:rPr lang="es-MX" sz="1400" b="0" i="0" dirty="0" err="1">
                <a:solidFill>
                  <a:srgbClr val="333333"/>
                </a:solidFill>
                <a:effectLst/>
                <a:latin typeface="Courier New" panose="02070309020205020404" pitchFamily="49" charset="0"/>
                <a:cs typeface="Courier New" panose="02070309020205020404" pitchFamily="49" charset="0"/>
              </a:rPr>
              <a:t>df.loc</a:t>
            </a:r>
            <a:r>
              <a:rPr lang="es-MX" sz="1400" b="0" i="0" dirty="0">
                <a:solidFill>
                  <a:srgbClr val="333333"/>
                </a:solidFill>
                <a:effectLst/>
                <a:latin typeface="Courier New" panose="02070309020205020404" pitchFamily="49" charset="0"/>
                <a:cs typeface="Courier New" panose="02070309020205020404" pitchFamily="49" charset="0"/>
              </a:rPr>
              <a:t>[:</a:t>
            </a:r>
            <a:r>
              <a:rPr lang="es-MX" sz="1400" b="0" i="0" dirty="0">
                <a:solidFill>
                  <a:srgbClr val="008080"/>
                </a:solidFill>
                <a:effectLst/>
                <a:latin typeface="Courier New" panose="02070309020205020404" pitchFamily="49" charset="0"/>
                <a:cs typeface="Courier New" panose="02070309020205020404" pitchFamily="49" charset="0"/>
              </a:rPr>
              <a:t>3</a:t>
            </a:r>
            <a:r>
              <a:rPr lang="es-MX" sz="1400" b="0" i="0" dirty="0">
                <a:solidFill>
                  <a:srgbClr val="333333"/>
                </a:solidFill>
                <a:effectLst/>
                <a:latin typeface="Courier New" panose="02070309020205020404" pitchFamily="49" charset="0"/>
                <a:cs typeface="Courier New" panose="02070309020205020404" pitchFamily="49" charset="0"/>
              </a:rPr>
              <a:t>, (</a:t>
            </a:r>
            <a:r>
              <a:rPr lang="es-MX" sz="1400" b="0" i="0" dirty="0">
                <a:solidFill>
                  <a:srgbClr val="DD1144"/>
                </a:solidFill>
                <a:effectLst/>
                <a:latin typeface="Courier New" panose="02070309020205020404" pitchFamily="49" charset="0"/>
                <a:cs typeface="Courier New" panose="02070309020205020404" pitchFamily="49" charset="0"/>
              </a:rPr>
              <a:t>'</a:t>
            </a:r>
            <a:r>
              <a:rPr lang="es-MX" sz="1400" b="0" i="0" dirty="0" err="1">
                <a:solidFill>
                  <a:srgbClr val="DD1144"/>
                </a:solidFill>
                <a:effectLst/>
                <a:latin typeface="Courier New" panose="02070309020205020404" pitchFamily="49" charset="0"/>
                <a:cs typeface="Courier New" panose="02070309020205020404" pitchFamily="49" charset="0"/>
              </a:rPr>
              <a:t>colesterol'</a:t>
            </a:r>
            <a:r>
              <a:rPr lang="es-MX" sz="1400" b="0" i="0" dirty="0" err="1">
                <a:solidFill>
                  <a:srgbClr val="333333"/>
                </a:solidFill>
                <a:effectLst/>
                <a:latin typeface="Courier New" panose="02070309020205020404" pitchFamily="49" charset="0"/>
                <a:cs typeface="Courier New" panose="02070309020205020404" pitchFamily="49" charset="0"/>
              </a:rPr>
              <a:t>,</a:t>
            </a:r>
            <a:r>
              <a:rPr lang="es-MX" sz="1400" b="0" i="0" dirty="0" err="1">
                <a:solidFill>
                  <a:srgbClr val="DD1144"/>
                </a:solidFill>
                <a:effectLst/>
                <a:latin typeface="Courier New" panose="02070309020205020404" pitchFamily="49" charset="0"/>
                <a:cs typeface="Courier New" panose="02070309020205020404" pitchFamily="49" charset="0"/>
              </a:rPr>
              <a:t>'peso</a:t>
            </a:r>
            <a:r>
              <a:rPr lang="es-MX" sz="1400" b="0" i="0" dirty="0">
                <a:solidFill>
                  <a:srgbClr val="DD1144"/>
                </a:solidFill>
                <a:effectLst/>
                <a:latin typeface="Courier New" panose="02070309020205020404" pitchFamily="49" charset="0"/>
                <a:cs typeface="Courier New" panose="02070309020205020404" pitchFamily="49" charset="0"/>
              </a:rPr>
              <a:t>'</a:t>
            </a:r>
            <a:r>
              <a:rPr lang="es-MX" sz="1400" b="0" i="0" dirty="0">
                <a:solidFill>
                  <a:srgbClr val="333333"/>
                </a:solidFill>
                <a:effectLst/>
                <a:latin typeface="Courier New" panose="02070309020205020404" pitchFamily="49" charset="0"/>
                <a:cs typeface="Courier New" panose="02070309020205020404" pitchFamily="49" charset="0"/>
              </a:rPr>
              <a:t>)]) </a:t>
            </a:r>
          </a:p>
          <a:p>
            <a:pPr marL="457200" lvl="1" indent="0">
              <a:buNone/>
            </a:pPr>
            <a:r>
              <a:rPr lang="es-MX" sz="1400" b="1" i="0" dirty="0">
                <a:solidFill>
                  <a:srgbClr val="999999"/>
                </a:solidFill>
                <a:effectLst/>
                <a:latin typeface="Courier New" panose="02070309020205020404" pitchFamily="49" charset="0"/>
                <a:cs typeface="Courier New" panose="02070309020205020404" pitchFamily="49" charset="0"/>
              </a:rPr>
              <a:t>&gt;&gt;&gt; </a:t>
            </a:r>
            <a:r>
              <a:rPr lang="es-MX" sz="1400" b="0" i="0" dirty="0" err="1">
                <a:solidFill>
                  <a:srgbClr val="333333"/>
                </a:solidFill>
                <a:effectLst/>
                <a:latin typeface="Courier New" panose="02070309020205020404" pitchFamily="49" charset="0"/>
                <a:cs typeface="Courier New" panose="02070309020205020404" pitchFamily="49" charset="0"/>
              </a:rPr>
              <a:t>print</a:t>
            </a:r>
            <a:r>
              <a:rPr lang="es-MX" sz="1400" b="0" i="0" dirty="0">
                <a:solidFill>
                  <a:srgbClr val="333333"/>
                </a:solidFill>
                <a:effectLst/>
                <a:latin typeface="Courier New" panose="02070309020205020404" pitchFamily="49" charset="0"/>
                <a:cs typeface="Courier New" panose="02070309020205020404" pitchFamily="49" charset="0"/>
              </a:rPr>
              <a:t>(</a:t>
            </a:r>
            <a:r>
              <a:rPr lang="es-MX" sz="1400" b="0" i="0" dirty="0" err="1">
                <a:solidFill>
                  <a:srgbClr val="333333"/>
                </a:solidFill>
                <a:effectLst/>
                <a:latin typeface="Courier New" panose="02070309020205020404" pitchFamily="49" charset="0"/>
                <a:cs typeface="Courier New" panose="02070309020205020404" pitchFamily="49" charset="0"/>
              </a:rPr>
              <a:t>df</a:t>
            </a:r>
            <a:r>
              <a:rPr lang="es-MX" sz="1400" b="0" i="0" dirty="0">
                <a:solidFill>
                  <a:srgbClr val="333333"/>
                </a:solidFill>
                <a:effectLst/>
                <a:latin typeface="Courier New" panose="02070309020205020404" pitchFamily="49" charset="0"/>
                <a:cs typeface="Courier New" panose="02070309020205020404" pitchFamily="49" charset="0"/>
              </a:rPr>
              <a:t>[</a:t>
            </a:r>
            <a:r>
              <a:rPr lang="es-MX" sz="1400" b="0" i="0" dirty="0">
                <a:solidFill>
                  <a:srgbClr val="DD1144"/>
                </a:solidFill>
                <a:effectLst/>
                <a:latin typeface="Courier New" panose="02070309020205020404" pitchFamily="49" charset="0"/>
                <a:cs typeface="Courier New" panose="02070309020205020404" pitchFamily="49" charset="0"/>
              </a:rPr>
              <a:t>'colesterol'</a:t>
            </a:r>
            <a:r>
              <a:rPr lang="es-MX" sz="1400" b="0" i="0" dirty="0">
                <a:solidFill>
                  <a:srgbClr val="333333"/>
                </a:solidFill>
                <a:effectLst/>
                <a:latin typeface="Courier New" panose="02070309020205020404" pitchFamily="49" charset="0"/>
                <a:cs typeface="Courier New" panose="02070309020205020404" pitchFamily="49" charset="0"/>
              </a:rPr>
              <a:t>])</a:t>
            </a:r>
            <a:endParaRPr lang="es-MX" sz="1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367214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CC3E87CA-D0ED-4389-8DAE-CEF764C473FE}"/>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Operaciones sobre las columnas de un </a:t>
            </a:r>
            <a:r>
              <a:rPr lang="es-MX" sz="4000">
                <a:solidFill>
                  <a:srgbClr val="FFFFFF"/>
                </a:solidFill>
                <a:latin typeface="Courier New" panose="02070309020205020404" pitchFamily="49" charset="0"/>
                <a:cs typeface="Courier New" panose="02070309020205020404" pitchFamily="49" charset="0"/>
              </a:rPr>
              <a:t>DataFrame</a:t>
            </a:r>
          </a:p>
        </p:txBody>
      </p:sp>
      <p:sp>
        <p:nvSpPr>
          <p:cNvPr id="3" name="Marcador de contenido 2">
            <a:extLst>
              <a:ext uri="{FF2B5EF4-FFF2-40B4-BE49-F238E27FC236}">
                <a16:creationId xmlns:a16="http://schemas.microsoft.com/office/drawing/2014/main" id="{F8C6C4CB-F44F-45E4-8C4D-6E70B91919E6}"/>
              </a:ext>
            </a:extLst>
          </p:cNvPr>
          <p:cNvSpPr>
            <a:spLocks noGrp="1"/>
          </p:cNvSpPr>
          <p:nvPr>
            <p:ph idx="1"/>
          </p:nvPr>
        </p:nvSpPr>
        <p:spPr>
          <a:xfrm>
            <a:off x="4810259" y="649480"/>
            <a:ext cx="6555347" cy="5546047"/>
          </a:xfrm>
        </p:spPr>
        <p:txBody>
          <a:bodyPr anchor="ctr">
            <a:normAutofit/>
          </a:bodyPr>
          <a:lstStyle/>
          <a:p>
            <a:r>
              <a:rPr lang="es-MX" sz="1600" dirty="0"/>
              <a:t>Añadir columnas a un </a:t>
            </a:r>
            <a:r>
              <a:rPr lang="es-MX" sz="1600" dirty="0" err="1">
                <a:latin typeface="Courier New" panose="02070309020205020404" pitchFamily="49" charset="0"/>
                <a:cs typeface="Courier New" panose="02070309020205020404" pitchFamily="49" charset="0"/>
              </a:rPr>
              <a:t>DataFrame</a:t>
            </a:r>
            <a:endParaRPr lang="es-MX" sz="1600" dirty="0">
              <a:latin typeface="Courier New" panose="02070309020205020404" pitchFamily="49" charset="0"/>
              <a:cs typeface="Courier New" panose="02070309020205020404" pitchFamily="49" charset="0"/>
            </a:endParaRPr>
          </a:p>
          <a:p>
            <a:pPr lvl="1"/>
            <a:r>
              <a:rPr lang="es-MX" sz="1600" dirty="0"/>
              <a:t>El procedimiento para añadir una nueva columna a un </a:t>
            </a:r>
            <a:r>
              <a:rPr lang="es-MX" sz="1600" dirty="0" err="1">
                <a:latin typeface="Courier New" panose="02070309020205020404" pitchFamily="49" charset="0"/>
                <a:cs typeface="Courier New" panose="02070309020205020404" pitchFamily="49" charset="0"/>
              </a:rPr>
              <a:t>DataFrame</a:t>
            </a:r>
            <a:r>
              <a:rPr lang="es-MX" sz="1600" dirty="0"/>
              <a:t> es similar al de añadir un nuevo par aun diccionario, pero pasando los valores de la columna en una lista o serie.</a:t>
            </a:r>
          </a:p>
          <a:p>
            <a:pPr lvl="1"/>
            <a:r>
              <a:rPr lang="es-MX" sz="1600" dirty="0">
                <a:latin typeface="Courier New" panose="02070309020205020404" pitchFamily="49" charset="0"/>
                <a:cs typeface="Courier New" panose="02070309020205020404" pitchFamily="49" charset="0"/>
              </a:rPr>
              <a:t>d[nombre] = lista</a:t>
            </a:r>
            <a:r>
              <a:rPr lang="es-MX" sz="1600" dirty="0"/>
              <a:t>: Añade al </a:t>
            </a:r>
            <a:r>
              <a:rPr lang="es-MX" sz="1600" dirty="0" err="1"/>
              <a:t>DataFrame</a:t>
            </a:r>
            <a:r>
              <a:rPr lang="es-MX" sz="1600" dirty="0"/>
              <a:t> </a:t>
            </a:r>
            <a:r>
              <a:rPr lang="es-MX" sz="1600" dirty="0" err="1">
                <a:latin typeface="Courier New" panose="02070309020205020404" pitchFamily="49" charset="0"/>
                <a:cs typeface="Courier New" panose="02070309020205020404" pitchFamily="49" charset="0"/>
              </a:rPr>
              <a:t>df</a:t>
            </a:r>
            <a:r>
              <a:rPr lang="es-MX" sz="1600" dirty="0"/>
              <a:t> una nueva columna con el nombre </a:t>
            </a:r>
            <a:r>
              <a:rPr lang="es-MX" sz="1600" dirty="0" err="1">
                <a:latin typeface="Courier New" panose="02070309020205020404" pitchFamily="49" charset="0"/>
                <a:cs typeface="Courier New" panose="02070309020205020404" pitchFamily="49" charset="0"/>
              </a:rPr>
              <a:t>nombre</a:t>
            </a:r>
            <a:r>
              <a:rPr lang="es-MX" sz="1600" dirty="0"/>
              <a:t> y los valores de la lista </a:t>
            </a:r>
            <a:r>
              <a:rPr lang="es-MX" sz="1600" dirty="0" err="1">
                <a:latin typeface="Courier New" panose="02070309020205020404" pitchFamily="49" charset="0"/>
                <a:cs typeface="Courier New" panose="02070309020205020404" pitchFamily="49" charset="0"/>
              </a:rPr>
              <a:t>lista</a:t>
            </a:r>
            <a:r>
              <a:rPr lang="es-MX" sz="1600" dirty="0"/>
              <a:t>. La lista debe tener el mismo tamaño que el número de filas de </a:t>
            </a:r>
            <a:r>
              <a:rPr lang="es-MX" sz="1600" dirty="0" err="1">
                <a:latin typeface="Courier New" panose="02070309020205020404" pitchFamily="49" charset="0"/>
                <a:cs typeface="Courier New" panose="02070309020205020404" pitchFamily="49" charset="0"/>
              </a:rPr>
              <a:t>df</a:t>
            </a:r>
            <a:r>
              <a:rPr lang="es-MX" sz="1600" dirty="0"/>
              <a:t>.</a:t>
            </a:r>
          </a:p>
          <a:p>
            <a:pPr lvl="1"/>
            <a:r>
              <a:rPr lang="es-MX" sz="1600" dirty="0">
                <a:latin typeface="Courier New" panose="02070309020205020404" pitchFamily="49" charset="0"/>
                <a:cs typeface="Courier New" panose="02070309020205020404" pitchFamily="49" charset="0"/>
              </a:rPr>
              <a:t>d[nombre] = serie</a:t>
            </a:r>
            <a:r>
              <a:rPr lang="es-MX" sz="1600" dirty="0"/>
              <a:t>: Añade al </a:t>
            </a:r>
            <a:r>
              <a:rPr lang="es-MX" sz="1600" dirty="0" err="1"/>
              <a:t>DataFrame</a:t>
            </a:r>
            <a:r>
              <a:rPr lang="es-MX" sz="1600" dirty="0"/>
              <a:t> </a:t>
            </a:r>
            <a:r>
              <a:rPr lang="es-MX" sz="1600" dirty="0" err="1">
                <a:latin typeface="Courier New" panose="02070309020205020404" pitchFamily="49" charset="0"/>
                <a:cs typeface="Courier New" panose="02070309020205020404" pitchFamily="49" charset="0"/>
              </a:rPr>
              <a:t>df</a:t>
            </a:r>
            <a:r>
              <a:rPr lang="es-MX" sz="1600" dirty="0"/>
              <a:t> una nueva columna con el nombre </a:t>
            </a:r>
            <a:r>
              <a:rPr lang="es-MX" sz="1600" dirty="0" err="1">
                <a:latin typeface="Courier New" panose="02070309020205020404" pitchFamily="49" charset="0"/>
                <a:cs typeface="Courier New" panose="02070309020205020404" pitchFamily="49" charset="0"/>
              </a:rPr>
              <a:t>nombre</a:t>
            </a:r>
            <a:r>
              <a:rPr lang="es-MX" sz="1600" dirty="0"/>
              <a:t> y los valores de la serie </a:t>
            </a:r>
            <a:r>
              <a:rPr lang="es-MX" sz="1600" dirty="0" err="1">
                <a:latin typeface="Courier New" panose="02070309020205020404" pitchFamily="49" charset="0"/>
                <a:cs typeface="Courier New" panose="02070309020205020404" pitchFamily="49" charset="0"/>
              </a:rPr>
              <a:t>serie</a:t>
            </a:r>
            <a:r>
              <a:rPr lang="es-MX" sz="1600" dirty="0"/>
              <a:t>. Si el tamaño de la serie es menor que el número de filas de </a:t>
            </a:r>
            <a:r>
              <a:rPr lang="es-MX" sz="1600" dirty="0" err="1">
                <a:latin typeface="Courier New" panose="02070309020205020404" pitchFamily="49" charset="0"/>
                <a:cs typeface="Courier New" panose="02070309020205020404" pitchFamily="49" charset="0"/>
              </a:rPr>
              <a:t>df</a:t>
            </a:r>
            <a:r>
              <a:rPr lang="es-MX" sz="1600" dirty="0"/>
              <a:t> se rellena con valores </a:t>
            </a:r>
            <a:r>
              <a:rPr lang="es-MX" sz="1600" dirty="0" err="1">
                <a:latin typeface="Courier New" panose="02070309020205020404" pitchFamily="49" charset="0"/>
                <a:cs typeface="Courier New" panose="02070309020205020404" pitchFamily="49" charset="0"/>
              </a:rPr>
              <a:t>NaN</a:t>
            </a:r>
            <a:r>
              <a:rPr lang="es-MX" sz="1600" dirty="0"/>
              <a:t> mientras que si es mayor se recorta.</a:t>
            </a:r>
          </a:p>
          <a:p>
            <a:r>
              <a:rPr lang="es-MX" sz="1600" dirty="0"/>
              <a:t>Ejemplo:</a:t>
            </a:r>
          </a:p>
          <a:p>
            <a:pPr marL="457200" lvl="1" indent="0">
              <a:buNone/>
            </a:pPr>
            <a:r>
              <a:rPr lang="en-US" sz="1600" b="1" i="0" dirty="0">
                <a:solidFill>
                  <a:srgbClr val="999999"/>
                </a:solidFill>
                <a:effectLst/>
                <a:latin typeface="Courier New" panose="02070309020205020404" pitchFamily="49" charset="0"/>
                <a:cs typeface="Courier New" panose="02070309020205020404" pitchFamily="49" charset="0"/>
              </a:rPr>
              <a:t>&gt;&gt;&gt; </a:t>
            </a:r>
            <a:r>
              <a:rPr lang="en-US" sz="1600" b="1" i="0" dirty="0">
                <a:solidFill>
                  <a:srgbClr val="333333"/>
                </a:solidFill>
                <a:effectLst/>
                <a:latin typeface="Courier New" panose="02070309020205020404" pitchFamily="49" charset="0"/>
                <a:cs typeface="Courier New" panose="02070309020205020404" pitchFamily="49" charset="0"/>
              </a:rPr>
              <a:t>import</a:t>
            </a:r>
            <a:r>
              <a:rPr lang="en-US" sz="1600" b="0" i="0" dirty="0">
                <a:solidFill>
                  <a:srgbClr val="333333"/>
                </a:solidFill>
                <a:effectLst/>
                <a:latin typeface="Courier New" panose="02070309020205020404" pitchFamily="49" charset="0"/>
                <a:cs typeface="Courier New" panose="02070309020205020404" pitchFamily="49" charset="0"/>
              </a:rPr>
              <a:t> pandas </a:t>
            </a:r>
            <a:r>
              <a:rPr lang="en-US" sz="1600" b="1" i="0" dirty="0">
                <a:solidFill>
                  <a:srgbClr val="333333"/>
                </a:solidFill>
                <a:effectLst/>
                <a:latin typeface="Courier New" panose="02070309020205020404" pitchFamily="49" charset="0"/>
                <a:cs typeface="Courier New" panose="02070309020205020404" pitchFamily="49" charset="0"/>
              </a:rPr>
              <a:t>as</a:t>
            </a:r>
            <a:r>
              <a:rPr lang="en-US" sz="1600" b="0" i="0" dirty="0">
                <a:solidFill>
                  <a:srgbClr val="333333"/>
                </a:solidFill>
                <a:effectLst/>
                <a:latin typeface="Courier New" panose="02070309020205020404" pitchFamily="49" charset="0"/>
                <a:cs typeface="Courier New" panose="02070309020205020404" pitchFamily="49" charset="0"/>
              </a:rPr>
              <a:t> pd</a:t>
            </a:r>
          </a:p>
          <a:p>
            <a:pPr marL="457200" lvl="1" indent="0">
              <a:buNone/>
            </a:pPr>
            <a:r>
              <a:rPr lang="en-US" sz="1600" b="1" i="0" dirty="0">
                <a:solidFill>
                  <a:srgbClr val="999999"/>
                </a:solidFill>
                <a:effectLst/>
                <a:latin typeface="Courier New" panose="02070309020205020404" pitchFamily="49" charset="0"/>
                <a:cs typeface="Courier New" panose="02070309020205020404" pitchFamily="49" charset="0"/>
              </a:rPr>
              <a:t>&gt;&gt;&gt; </a:t>
            </a:r>
            <a:r>
              <a:rPr lang="en-US" sz="1600" b="0" i="0" dirty="0">
                <a:solidFill>
                  <a:srgbClr val="333333"/>
                </a:solidFill>
                <a:effectLst/>
                <a:latin typeface="Courier New" panose="02070309020205020404" pitchFamily="49" charset="0"/>
                <a:cs typeface="Courier New" panose="02070309020205020404" pitchFamily="49" charset="0"/>
              </a:rPr>
              <a:t>df = </a:t>
            </a:r>
            <a:r>
              <a:rPr lang="en-US" sz="1600" b="0" i="0" dirty="0" err="1">
                <a:solidFill>
                  <a:srgbClr val="333333"/>
                </a:solidFill>
                <a:effectLst/>
                <a:latin typeface="Courier New" panose="02070309020205020404" pitchFamily="49" charset="0"/>
                <a:cs typeface="Courier New" panose="02070309020205020404" pitchFamily="49" charset="0"/>
              </a:rPr>
              <a:t>pd.read_csv</a:t>
            </a:r>
            <a:r>
              <a:rPr lang="en-US" sz="1600" b="0" i="0" dirty="0">
                <a:solidFill>
                  <a:srgbClr val="333333"/>
                </a:solidFill>
                <a:effectLst/>
                <a:latin typeface="Courier New" panose="02070309020205020404" pitchFamily="49" charset="0"/>
                <a:cs typeface="Courier New" panose="02070309020205020404" pitchFamily="49" charset="0"/>
              </a:rPr>
              <a:t>( </a:t>
            </a:r>
            <a:r>
              <a:rPr lang="en-US" sz="1600" b="0" i="0" dirty="0">
                <a:solidFill>
                  <a:srgbClr val="DD1144"/>
                </a:solidFill>
                <a:effectLst/>
                <a:latin typeface="Courier New" panose="02070309020205020404" pitchFamily="49" charset="0"/>
                <a:cs typeface="Courier New" panose="02070309020205020404" pitchFamily="49" charset="0"/>
              </a:rPr>
              <a:t>'https://raw.githubusercontent.com/</a:t>
            </a:r>
            <a:r>
              <a:rPr lang="en-US" sz="1600" b="0" i="0" dirty="0" err="1">
                <a:solidFill>
                  <a:srgbClr val="DD1144"/>
                </a:solidFill>
                <a:effectLst/>
                <a:latin typeface="Courier New" panose="02070309020205020404" pitchFamily="49" charset="0"/>
                <a:cs typeface="Courier New" panose="02070309020205020404" pitchFamily="49" charset="0"/>
              </a:rPr>
              <a:t>asalber</a:t>
            </a:r>
            <a:r>
              <a:rPr lang="en-US" sz="1600" b="0" i="0" dirty="0">
                <a:solidFill>
                  <a:srgbClr val="DD1144"/>
                </a:solidFill>
                <a:effectLst/>
                <a:latin typeface="Courier New" panose="02070309020205020404" pitchFamily="49" charset="0"/>
                <a:cs typeface="Courier New" panose="02070309020205020404" pitchFamily="49" charset="0"/>
              </a:rPr>
              <a:t>/manual-python/master/</a:t>
            </a:r>
            <a:r>
              <a:rPr lang="en-US" sz="1600" b="0" i="0" dirty="0" err="1">
                <a:solidFill>
                  <a:srgbClr val="DD1144"/>
                </a:solidFill>
                <a:effectLst/>
                <a:latin typeface="Courier New" panose="02070309020205020404" pitchFamily="49" charset="0"/>
                <a:cs typeface="Courier New" panose="02070309020205020404" pitchFamily="49" charset="0"/>
              </a:rPr>
              <a:t>datos</a:t>
            </a:r>
            <a:r>
              <a:rPr lang="en-US" sz="1600" b="0" i="0" dirty="0">
                <a:solidFill>
                  <a:srgbClr val="DD1144"/>
                </a:solidFill>
                <a:effectLst/>
                <a:latin typeface="Courier New" panose="02070309020205020404" pitchFamily="49" charset="0"/>
                <a:cs typeface="Courier New" panose="02070309020205020404" pitchFamily="49" charset="0"/>
              </a:rPr>
              <a:t>/colesterol.csv’</a:t>
            </a:r>
            <a:r>
              <a:rPr lang="en-US" sz="16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n-US" sz="1600" b="1" i="0" dirty="0">
                <a:solidFill>
                  <a:srgbClr val="999999"/>
                </a:solidFill>
                <a:effectLst/>
                <a:latin typeface="Courier New" panose="02070309020205020404" pitchFamily="49" charset="0"/>
                <a:cs typeface="Courier New" panose="02070309020205020404" pitchFamily="49" charset="0"/>
              </a:rPr>
              <a:t>&gt;&gt;&gt; </a:t>
            </a:r>
            <a:r>
              <a:rPr lang="en-US" sz="1600" b="0" i="0" dirty="0">
                <a:solidFill>
                  <a:srgbClr val="333333"/>
                </a:solidFill>
                <a:effectLst/>
                <a:latin typeface="Courier New" panose="02070309020205020404" pitchFamily="49" charset="0"/>
                <a:cs typeface="Courier New" panose="02070309020205020404" pitchFamily="49" charset="0"/>
              </a:rPr>
              <a:t>df[</a:t>
            </a:r>
            <a:r>
              <a:rPr lang="en-US" sz="1600" b="0" i="0" dirty="0">
                <a:solidFill>
                  <a:srgbClr val="DD1144"/>
                </a:solidFill>
                <a:effectLst/>
                <a:latin typeface="Courier New" panose="02070309020205020404" pitchFamily="49" charset="0"/>
                <a:cs typeface="Courier New" panose="02070309020205020404" pitchFamily="49" charset="0"/>
              </a:rPr>
              <a:t>'diabetes'</a:t>
            </a:r>
            <a:r>
              <a:rPr lang="en-US" sz="1600" b="0" i="0" dirty="0">
                <a:solidFill>
                  <a:srgbClr val="333333"/>
                </a:solidFill>
                <a:effectLst/>
                <a:latin typeface="Courier New" panose="02070309020205020404" pitchFamily="49" charset="0"/>
                <a:cs typeface="Courier New" panose="02070309020205020404" pitchFamily="49" charset="0"/>
              </a:rPr>
              <a:t>] = </a:t>
            </a:r>
            <a:r>
              <a:rPr lang="en-US" sz="1600" b="0" i="0" dirty="0" err="1">
                <a:solidFill>
                  <a:srgbClr val="333333"/>
                </a:solidFill>
                <a:effectLst/>
                <a:latin typeface="Courier New" panose="02070309020205020404" pitchFamily="49" charset="0"/>
                <a:cs typeface="Courier New" panose="02070309020205020404" pitchFamily="49" charset="0"/>
              </a:rPr>
              <a:t>pd.Series</a:t>
            </a:r>
            <a:r>
              <a:rPr lang="en-US" sz="1600" b="0" i="0" dirty="0">
                <a:solidFill>
                  <a:srgbClr val="333333"/>
                </a:solidFill>
                <a:effectLst/>
                <a:latin typeface="Courier New" panose="02070309020205020404" pitchFamily="49" charset="0"/>
                <a:cs typeface="Courier New" panose="02070309020205020404" pitchFamily="49" charset="0"/>
              </a:rPr>
              <a:t>([</a:t>
            </a:r>
            <a:r>
              <a:rPr lang="en-US" sz="1600" b="0" i="0" dirty="0">
                <a:solidFill>
                  <a:srgbClr val="008080"/>
                </a:solidFill>
                <a:effectLst/>
                <a:latin typeface="Courier New" panose="02070309020205020404" pitchFamily="49" charset="0"/>
                <a:cs typeface="Courier New" panose="02070309020205020404" pitchFamily="49" charset="0"/>
              </a:rPr>
              <a:t>False</a:t>
            </a:r>
            <a:r>
              <a:rPr lang="en-US" sz="1600" b="0" i="0" dirty="0">
                <a:solidFill>
                  <a:srgbClr val="333333"/>
                </a:solidFill>
                <a:effectLst/>
                <a:latin typeface="Courier New" panose="02070309020205020404" pitchFamily="49" charset="0"/>
                <a:cs typeface="Courier New" panose="02070309020205020404" pitchFamily="49" charset="0"/>
              </a:rPr>
              <a:t>, </a:t>
            </a:r>
            <a:r>
              <a:rPr lang="en-US" sz="1600" b="0" i="0" dirty="0">
                <a:solidFill>
                  <a:srgbClr val="008080"/>
                </a:solidFill>
                <a:effectLst/>
                <a:latin typeface="Courier New" panose="02070309020205020404" pitchFamily="49" charset="0"/>
                <a:cs typeface="Courier New" panose="02070309020205020404" pitchFamily="49" charset="0"/>
              </a:rPr>
              <a:t>False</a:t>
            </a:r>
            <a:r>
              <a:rPr lang="en-US" sz="1600" b="0" i="0" dirty="0">
                <a:solidFill>
                  <a:srgbClr val="333333"/>
                </a:solidFill>
                <a:effectLst/>
                <a:latin typeface="Courier New" panose="02070309020205020404" pitchFamily="49" charset="0"/>
                <a:cs typeface="Courier New" panose="02070309020205020404" pitchFamily="49" charset="0"/>
              </a:rPr>
              <a:t>, </a:t>
            </a:r>
            <a:r>
              <a:rPr lang="en-US" sz="1600" b="0" i="0" dirty="0">
                <a:solidFill>
                  <a:srgbClr val="008080"/>
                </a:solidFill>
                <a:effectLst/>
                <a:latin typeface="Courier New" panose="02070309020205020404" pitchFamily="49" charset="0"/>
                <a:cs typeface="Courier New" panose="02070309020205020404" pitchFamily="49" charset="0"/>
              </a:rPr>
              <a:t>True</a:t>
            </a:r>
            <a:r>
              <a:rPr lang="en-US" sz="1600" b="0" i="0" dirty="0">
                <a:solidFill>
                  <a:srgbClr val="333333"/>
                </a:solidFill>
                <a:effectLst/>
                <a:latin typeface="Courier New" panose="02070309020205020404" pitchFamily="49" charset="0"/>
                <a:cs typeface="Courier New" panose="02070309020205020404" pitchFamily="49" charset="0"/>
              </a:rPr>
              <a:t>, </a:t>
            </a:r>
            <a:r>
              <a:rPr lang="en-US" sz="1600" b="0" i="0" dirty="0">
                <a:solidFill>
                  <a:srgbClr val="008080"/>
                </a:solidFill>
                <a:effectLst/>
                <a:latin typeface="Courier New" panose="02070309020205020404" pitchFamily="49" charset="0"/>
                <a:cs typeface="Courier New" panose="02070309020205020404" pitchFamily="49" charset="0"/>
              </a:rPr>
              <a:t>False</a:t>
            </a:r>
            <a:r>
              <a:rPr lang="en-US" sz="1600" b="0" i="0" dirty="0">
                <a:solidFill>
                  <a:srgbClr val="333333"/>
                </a:solidFill>
                <a:effectLst/>
                <a:latin typeface="Courier New" panose="02070309020205020404" pitchFamily="49" charset="0"/>
                <a:cs typeface="Courier New" panose="02070309020205020404" pitchFamily="49" charset="0"/>
              </a:rPr>
              <a:t>, </a:t>
            </a:r>
            <a:r>
              <a:rPr lang="en-US" sz="1600" b="0" i="0" dirty="0">
                <a:solidFill>
                  <a:srgbClr val="008080"/>
                </a:solidFill>
                <a:effectLst/>
                <a:latin typeface="Courier New" panose="02070309020205020404" pitchFamily="49" charset="0"/>
                <a:cs typeface="Courier New" panose="02070309020205020404" pitchFamily="49" charset="0"/>
              </a:rPr>
              <a:t>True</a:t>
            </a:r>
            <a:r>
              <a:rPr lang="en-US" sz="16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n-US" sz="1600" b="1" i="0" dirty="0">
                <a:solidFill>
                  <a:srgbClr val="999999"/>
                </a:solidFill>
                <a:effectLst/>
                <a:latin typeface="Courier New" panose="02070309020205020404" pitchFamily="49" charset="0"/>
                <a:cs typeface="Courier New" panose="02070309020205020404" pitchFamily="49" charset="0"/>
              </a:rPr>
              <a:t>&gt;&gt;&gt; </a:t>
            </a:r>
            <a:r>
              <a:rPr lang="en-US" sz="1600" b="0" i="0" dirty="0">
                <a:solidFill>
                  <a:srgbClr val="333333"/>
                </a:solidFill>
                <a:effectLst/>
                <a:latin typeface="Courier New" panose="02070309020205020404" pitchFamily="49" charset="0"/>
                <a:cs typeface="Courier New" panose="02070309020205020404" pitchFamily="49" charset="0"/>
              </a:rPr>
              <a:t>print(df)</a:t>
            </a:r>
            <a:endParaRPr lang="es-MX" sz="1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968944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2A1DF547-1293-472A-94FB-DCCF8145743A}"/>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Operaciones sobre las columnas de un </a:t>
            </a:r>
            <a:r>
              <a:rPr lang="es-MX" sz="4000">
                <a:solidFill>
                  <a:srgbClr val="FFFFFF"/>
                </a:solidFill>
                <a:latin typeface="Courier New" panose="02070309020205020404" pitchFamily="49" charset="0"/>
                <a:cs typeface="Courier New" panose="02070309020205020404" pitchFamily="49" charset="0"/>
              </a:rPr>
              <a:t>DataFrame</a:t>
            </a:r>
            <a:endParaRPr lang="es-MX" sz="4000">
              <a:solidFill>
                <a:srgbClr val="FFFFFF"/>
              </a:solidFill>
            </a:endParaRPr>
          </a:p>
        </p:txBody>
      </p:sp>
      <p:sp>
        <p:nvSpPr>
          <p:cNvPr id="3" name="Marcador de contenido 2">
            <a:extLst>
              <a:ext uri="{FF2B5EF4-FFF2-40B4-BE49-F238E27FC236}">
                <a16:creationId xmlns:a16="http://schemas.microsoft.com/office/drawing/2014/main" id="{51985A6D-4EF7-41D7-B44F-A0082B1ADB03}"/>
              </a:ext>
            </a:extLst>
          </p:cNvPr>
          <p:cNvSpPr>
            <a:spLocks noGrp="1"/>
          </p:cNvSpPr>
          <p:nvPr>
            <p:ph idx="1"/>
          </p:nvPr>
        </p:nvSpPr>
        <p:spPr>
          <a:xfrm>
            <a:off x="4810259" y="649480"/>
            <a:ext cx="6555347" cy="5546047"/>
          </a:xfrm>
        </p:spPr>
        <p:txBody>
          <a:bodyPr anchor="ctr">
            <a:normAutofit/>
          </a:bodyPr>
          <a:lstStyle/>
          <a:p>
            <a:r>
              <a:rPr lang="es-MX" sz="2000" dirty="0"/>
              <a:t>Puesto que los datos de una misma columna de un </a:t>
            </a:r>
            <a:r>
              <a:rPr lang="es-MX" sz="2000" dirty="0" err="1">
                <a:latin typeface="Courier New" panose="02070309020205020404" pitchFamily="49" charset="0"/>
                <a:cs typeface="Courier New" panose="02070309020205020404" pitchFamily="49" charset="0"/>
              </a:rPr>
              <a:t>DataFrame</a:t>
            </a:r>
            <a:r>
              <a:rPr lang="es-MX" sz="2000" dirty="0"/>
              <a:t> son del mismo tipo, es fácil aplicar la misma operación a todos los elementos de la columna.</a:t>
            </a:r>
          </a:p>
          <a:p>
            <a:r>
              <a:rPr lang="es-MX" sz="2000" dirty="0"/>
              <a:t>Ejemplo:</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1" i="0" dirty="0" err="1">
                <a:solidFill>
                  <a:srgbClr val="333333"/>
                </a:solidFill>
                <a:effectLst/>
                <a:latin typeface="Courier New" panose="02070309020205020404" pitchFamily="49" charset="0"/>
                <a:cs typeface="Courier New" panose="02070309020205020404" pitchFamily="49" charset="0"/>
              </a:rPr>
              <a:t>import</a:t>
            </a:r>
            <a:r>
              <a:rPr lang="es-MX" sz="2000" b="0" i="0" dirty="0">
                <a:solidFill>
                  <a:srgbClr val="333333"/>
                </a:solidFill>
                <a:effectLst/>
                <a:latin typeface="Courier New" panose="02070309020205020404" pitchFamily="49" charset="0"/>
                <a:cs typeface="Courier New" panose="02070309020205020404" pitchFamily="49" charset="0"/>
              </a:rPr>
              <a:t> pandas </a:t>
            </a:r>
            <a:r>
              <a:rPr lang="es-MX" sz="2000" b="1" i="0" dirty="0">
                <a:solidFill>
                  <a:srgbClr val="333333"/>
                </a:solidFill>
                <a:effectLst/>
                <a:latin typeface="Courier New" panose="02070309020205020404" pitchFamily="49" charset="0"/>
                <a:cs typeface="Courier New" panose="02070309020205020404" pitchFamily="49" charset="0"/>
              </a:rPr>
              <a:t>as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pd</a:t>
            </a:r>
            <a:endParaRPr lang="es-MX" sz="2000" b="0" i="0" dirty="0">
              <a:solidFill>
                <a:srgbClr val="333333"/>
              </a:solidFill>
              <a:effectLst/>
              <a:latin typeface="Courier New" panose="02070309020205020404" pitchFamily="49" charset="0"/>
              <a:cs typeface="Courier New" panose="02070309020205020404" pitchFamily="49" charset="0"/>
            </a:endParaRP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df</a:t>
            </a:r>
            <a:r>
              <a:rPr lang="es-MX" sz="2000" b="0" i="0" dirty="0">
                <a:solidFill>
                  <a:srgbClr val="333333"/>
                </a:solidFill>
                <a:effectLst/>
                <a:latin typeface="Courier New" panose="02070309020205020404" pitchFamily="49" charset="0"/>
                <a:cs typeface="Courier New" panose="02070309020205020404" pitchFamily="49" charset="0"/>
              </a:rPr>
              <a:t> = </a:t>
            </a:r>
            <a:r>
              <a:rPr lang="es-MX" sz="2000" b="0" i="0" dirty="0" err="1">
                <a:solidFill>
                  <a:srgbClr val="333333"/>
                </a:solidFill>
                <a:effectLst/>
                <a:latin typeface="Courier New" panose="02070309020205020404" pitchFamily="49" charset="0"/>
                <a:cs typeface="Courier New" panose="02070309020205020404" pitchFamily="49" charset="0"/>
              </a:rPr>
              <a:t>pd.read_csv</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'https://raw.githubusercontent.com/</a:t>
            </a:r>
            <a:r>
              <a:rPr lang="es-MX" sz="2000" b="0" i="0" dirty="0" err="1">
                <a:solidFill>
                  <a:srgbClr val="DD1144"/>
                </a:solidFill>
                <a:effectLst/>
                <a:latin typeface="Courier New" panose="02070309020205020404" pitchFamily="49" charset="0"/>
                <a:cs typeface="Courier New" panose="02070309020205020404" pitchFamily="49" charset="0"/>
              </a:rPr>
              <a:t>asalber</a:t>
            </a:r>
            <a:r>
              <a:rPr lang="es-MX" sz="2000" b="0" i="0" dirty="0">
                <a:solidFill>
                  <a:srgbClr val="DD1144"/>
                </a:solidFill>
                <a:effectLst/>
                <a:latin typeface="Courier New" panose="02070309020205020404" pitchFamily="49" charset="0"/>
                <a:cs typeface="Courier New" panose="02070309020205020404" pitchFamily="49" charset="0"/>
              </a:rPr>
              <a:t>/manual-</a:t>
            </a:r>
            <a:r>
              <a:rPr lang="es-MX" sz="2000" b="0" i="0" dirty="0" err="1">
                <a:solidFill>
                  <a:srgbClr val="DD1144"/>
                </a:solidFill>
                <a:effectLst/>
                <a:latin typeface="Courier New" panose="02070309020205020404" pitchFamily="49" charset="0"/>
                <a:cs typeface="Courier New" panose="02070309020205020404" pitchFamily="49" charset="0"/>
              </a:rPr>
              <a:t>python</a:t>
            </a:r>
            <a:r>
              <a:rPr lang="es-MX" sz="2000" b="0" i="0" dirty="0">
                <a:solidFill>
                  <a:srgbClr val="DD1144"/>
                </a:solidFill>
                <a:effectLst/>
                <a:latin typeface="Courier New" panose="02070309020205020404" pitchFamily="49" charset="0"/>
                <a:cs typeface="Courier New" panose="02070309020205020404" pitchFamily="49" charset="0"/>
              </a:rPr>
              <a:t>/master/datos/colesterol.csv’</a:t>
            </a:r>
            <a:r>
              <a:rPr lang="es-MX" sz="20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print</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err="1">
                <a:solidFill>
                  <a:srgbClr val="333333"/>
                </a:solidFill>
                <a:effectLst/>
                <a:latin typeface="Courier New" panose="02070309020205020404" pitchFamily="49" charset="0"/>
                <a:cs typeface="Courier New" panose="02070309020205020404" pitchFamily="49" charset="0"/>
              </a:rPr>
              <a:t>df</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DD1144"/>
                </a:solidFill>
                <a:effectLst/>
                <a:latin typeface="Courier New" panose="02070309020205020404" pitchFamily="49" charset="0"/>
                <a:cs typeface="Courier New" panose="02070309020205020404" pitchFamily="49" charset="0"/>
              </a:rPr>
              <a:t>'altura'</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008080"/>
                </a:solidFill>
                <a:effectLst/>
                <a:latin typeface="Courier New" panose="02070309020205020404" pitchFamily="49" charset="0"/>
                <a:cs typeface="Courier New" panose="02070309020205020404" pitchFamily="49" charset="0"/>
              </a:rPr>
              <a:t>100</a:t>
            </a:r>
            <a:r>
              <a:rPr lang="es-MX" sz="20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print</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err="1">
                <a:solidFill>
                  <a:srgbClr val="333333"/>
                </a:solidFill>
                <a:effectLst/>
                <a:latin typeface="Courier New" panose="02070309020205020404" pitchFamily="49" charset="0"/>
                <a:cs typeface="Courier New" panose="02070309020205020404" pitchFamily="49" charset="0"/>
              </a:rPr>
              <a:t>df</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DD1144"/>
                </a:solidFill>
                <a:effectLst/>
                <a:latin typeface="Courier New" panose="02070309020205020404" pitchFamily="49" charset="0"/>
                <a:cs typeface="Courier New" panose="02070309020205020404" pitchFamily="49" charset="0"/>
              </a:rPr>
              <a:t>'sexo'</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DD1144"/>
                </a:solidFill>
                <a:effectLst/>
                <a:latin typeface="Courier New" panose="02070309020205020404" pitchFamily="49" charset="0"/>
                <a:cs typeface="Courier New" panose="02070309020205020404" pitchFamily="49" charset="0"/>
              </a:rPr>
              <a:t>'M'</a:t>
            </a:r>
            <a:r>
              <a:rPr lang="es-MX" sz="2000" b="0" i="0" dirty="0">
                <a:solidFill>
                  <a:srgbClr val="333333"/>
                </a:solidFill>
                <a:effectLst/>
                <a:latin typeface="Courier New" panose="02070309020205020404" pitchFamily="49" charset="0"/>
                <a:cs typeface="Courier New" panose="02070309020205020404" pitchFamily="49" charset="0"/>
              </a:rPr>
              <a:t>)</a:t>
            </a:r>
            <a:endParaRPr lang="es-MX"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052952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27F611A-57E8-4F1B-A230-3CCB408416F6}"/>
              </a:ext>
            </a:extLst>
          </p:cNvPr>
          <p:cNvSpPr>
            <a:spLocks noGrp="1"/>
          </p:cNvSpPr>
          <p:nvPr>
            <p:ph type="title"/>
          </p:nvPr>
        </p:nvSpPr>
        <p:spPr>
          <a:xfrm>
            <a:off x="1136397" y="502021"/>
            <a:ext cx="9688296" cy="1642969"/>
          </a:xfrm>
        </p:spPr>
        <p:txBody>
          <a:bodyPr anchor="b">
            <a:normAutofit/>
          </a:bodyPr>
          <a:lstStyle/>
          <a:p>
            <a:r>
              <a:rPr lang="es-MX" sz="4000"/>
              <a:t>Resumen descriptivo de un </a:t>
            </a:r>
            <a:r>
              <a:rPr lang="es-MX" sz="4000">
                <a:latin typeface="Courier New" panose="02070309020205020404" pitchFamily="49" charset="0"/>
                <a:cs typeface="Courier New" panose="02070309020205020404" pitchFamily="49" charset="0"/>
              </a:rPr>
              <a:t>DataFrame</a:t>
            </a:r>
          </a:p>
        </p:txBody>
      </p:sp>
      <p:sp>
        <p:nvSpPr>
          <p:cNvPr id="3" name="Marcador de contenido 2">
            <a:extLst>
              <a:ext uri="{FF2B5EF4-FFF2-40B4-BE49-F238E27FC236}">
                <a16:creationId xmlns:a16="http://schemas.microsoft.com/office/drawing/2014/main" id="{50109C47-3B07-4AB9-8A74-A6E03E69747F}"/>
              </a:ext>
            </a:extLst>
          </p:cNvPr>
          <p:cNvSpPr>
            <a:spLocks noGrp="1"/>
          </p:cNvSpPr>
          <p:nvPr>
            <p:ph idx="1"/>
          </p:nvPr>
        </p:nvSpPr>
        <p:spPr>
          <a:xfrm>
            <a:off x="1136397" y="2418409"/>
            <a:ext cx="9688296" cy="3454358"/>
          </a:xfrm>
        </p:spPr>
        <p:txBody>
          <a:bodyPr anchor="t">
            <a:normAutofit/>
          </a:bodyPr>
          <a:lstStyle/>
          <a:p>
            <a:r>
              <a:rPr lang="es-MX" sz="1300" dirty="0"/>
              <a:t>Al igual que para las series, los siguientes métodos permiten resumir la información de un </a:t>
            </a:r>
            <a:r>
              <a:rPr lang="es-MX" sz="1300" dirty="0" err="1">
                <a:latin typeface="Courier New" panose="02070309020205020404" pitchFamily="49" charset="0"/>
                <a:cs typeface="Courier New" panose="02070309020205020404" pitchFamily="49" charset="0"/>
              </a:rPr>
              <a:t>DataFrame</a:t>
            </a:r>
            <a:r>
              <a:rPr lang="es-MX" sz="1300" dirty="0"/>
              <a:t> por columnas:</a:t>
            </a:r>
          </a:p>
          <a:p>
            <a:pPr lvl="1"/>
            <a:r>
              <a:rPr lang="es-MX" sz="1300" dirty="0" err="1">
                <a:latin typeface="Courier New" panose="02070309020205020404" pitchFamily="49" charset="0"/>
                <a:cs typeface="Courier New" panose="02070309020205020404" pitchFamily="49" charset="0"/>
              </a:rPr>
              <a:t>df.count</a:t>
            </a:r>
            <a:r>
              <a:rPr lang="es-MX" sz="1300" dirty="0">
                <a:latin typeface="Courier New" panose="02070309020205020404" pitchFamily="49" charset="0"/>
                <a:cs typeface="Courier New" panose="02070309020205020404" pitchFamily="49" charset="0"/>
              </a:rPr>
              <a:t>()</a:t>
            </a:r>
            <a:r>
              <a:rPr lang="es-MX" sz="1300" dirty="0"/>
              <a:t>: Devuelve una serie número de elementos que no son nulos ni </a:t>
            </a:r>
            <a:r>
              <a:rPr lang="es-MX" sz="1300" dirty="0" err="1">
                <a:latin typeface="Courier New" panose="02070309020205020404" pitchFamily="49" charset="0"/>
                <a:cs typeface="Courier New" panose="02070309020205020404" pitchFamily="49" charset="0"/>
              </a:rPr>
              <a:t>NaN</a:t>
            </a:r>
            <a:r>
              <a:rPr lang="es-MX" sz="1300" dirty="0"/>
              <a:t> en cada columna del </a:t>
            </a:r>
            <a:r>
              <a:rPr lang="es-MX" sz="1300" dirty="0" err="1"/>
              <a:t>DataFrame</a:t>
            </a:r>
            <a:r>
              <a:rPr lang="es-MX" sz="1300" dirty="0"/>
              <a:t> </a:t>
            </a:r>
            <a:r>
              <a:rPr lang="es-MX" sz="1300" dirty="0" err="1">
                <a:latin typeface="Courier New" panose="02070309020205020404" pitchFamily="49" charset="0"/>
                <a:cs typeface="Courier New" panose="02070309020205020404" pitchFamily="49" charset="0"/>
              </a:rPr>
              <a:t>df</a:t>
            </a:r>
            <a:r>
              <a:rPr lang="es-MX" sz="1300" dirty="0"/>
              <a:t>.</a:t>
            </a:r>
          </a:p>
          <a:p>
            <a:pPr lvl="1"/>
            <a:r>
              <a:rPr lang="es-MX" sz="1300" dirty="0" err="1">
                <a:latin typeface="Courier New" panose="02070309020205020404" pitchFamily="49" charset="0"/>
                <a:cs typeface="Courier New" panose="02070309020205020404" pitchFamily="49" charset="0"/>
              </a:rPr>
              <a:t>df.sum</a:t>
            </a:r>
            <a:r>
              <a:rPr lang="es-MX" sz="1300" dirty="0">
                <a:latin typeface="Courier New" panose="02070309020205020404" pitchFamily="49" charset="0"/>
                <a:cs typeface="Courier New" panose="02070309020205020404" pitchFamily="49" charset="0"/>
              </a:rPr>
              <a:t>()</a:t>
            </a:r>
            <a:r>
              <a:rPr lang="es-MX" sz="1300" dirty="0"/>
              <a:t>: Devuelve una serie con la suma de los datos de las columnas del </a:t>
            </a:r>
            <a:r>
              <a:rPr lang="es-MX" sz="1300" dirty="0" err="1"/>
              <a:t>DataFrame</a:t>
            </a:r>
            <a:r>
              <a:rPr lang="es-MX" sz="1300" dirty="0"/>
              <a:t> </a:t>
            </a:r>
            <a:r>
              <a:rPr lang="es-MX" sz="1300" dirty="0" err="1">
                <a:latin typeface="Courier New" panose="02070309020205020404" pitchFamily="49" charset="0"/>
                <a:cs typeface="Courier New" panose="02070309020205020404" pitchFamily="49" charset="0"/>
              </a:rPr>
              <a:t>df</a:t>
            </a:r>
            <a:r>
              <a:rPr lang="es-MX" sz="1300" dirty="0"/>
              <a:t> cuando los datos son de un tipo numérico, o la concatenación de ellos cuando son del tipo cadena </a:t>
            </a:r>
            <a:r>
              <a:rPr lang="es-MX" sz="1300" dirty="0" err="1">
                <a:latin typeface="Courier New" panose="02070309020205020404" pitchFamily="49" charset="0"/>
                <a:cs typeface="Courier New" panose="02070309020205020404" pitchFamily="49" charset="0"/>
              </a:rPr>
              <a:t>str</a:t>
            </a:r>
            <a:r>
              <a:rPr lang="es-MX" sz="1300" dirty="0"/>
              <a:t>.</a:t>
            </a:r>
          </a:p>
          <a:p>
            <a:pPr lvl="1"/>
            <a:r>
              <a:rPr lang="es-MX" sz="1300" dirty="0" err="1">
                <a:latin typeface="Courier New" panose="02070309020205020404" pitchFamily="49" charset="0"/>
                <a:cs typeface="Courier New" panose="02070309020205020404" pitchFamily="49" charset="0"/>
              </a:rPr>
              <a:t>df.cumsum</a:t>
            </a:r>
            <a:r>
              <a:rPr lang="es-MX" sz="1300" dirty="0">
                <a:latin typeface="Courier New" panose="02070309020205020404" pitchFamily="49" charset="0"/>
                <a:cs typeface="Courier New" panose="02070309020205020404" pitchFamily="49" charset="0"/>
              </a:rPr>
              <a:t>()</a:t>
            </a:r>
            <a:r>
              <a:rPr lang="es-MX" sz="1300" dirty="0"/>
              <a:t>: Devuelve un </a:t>
            </a:r>
            <a:r>
              <a:rPr lang="es-MX" sz="1300" dirty="0" err="1"/>
              <a:t>DataFrame</a:t>
            </a:r>
            <a:r>
              <a:rPr lang="es-MX" sz="1300" dirty="0"/>
              <a:t> con la suma acumulada de los datos de las columnas del </a:t>
            </a:r>
            <a:r>
              <a:rPr lang="es-MX" sz="1300" dirty="0" err="1"/>
              <a:t>DataFrame</a:t>
            </a:r>
            <a:r>
              <a:rPr lang="es-MX" sz="1300" dirty="0"/>
              <a:t> </a:t>
            </a:r>
            <a:r>
              <a:rPr lang="es-MX" sz="1300" dirty="0" err="1">
                <a:latin typeface="Courier New" panose="02070309020205020404" pitchFamily="49" charset="0"/>
                <a:cs typeface="Courier New" panose="02070309020205020404" pitchFamily="49" charset="0"/>
              </a:rPr>
              <a:t>df</a:t>
            </a:r>
            <a:r>
              <a:rPr lang="es-MX" sz="1300" dirty="0"/>
              <a:t> cuando los datos son de un tipo numérico.</a:t>
            </a:r>
          </a:p>
          <a:p>
            <a:pPr lvl="1"/>
            <a:r>
              <a:rPr lang="es-MX" sz="1300" dirty="0" err="1">
                <a:latin typeface="Courier New" panose="02070309020205020404" pitchFamily="49" charset="0"/>
                <a:cs typeface="Courier New" panose="02070309020205020404" pitchFamily="49" charset="0"/>
              </a:rPr>
              <a:t>df.min</a:t>
            </a:r>
            <a:r>
              <a:rPr lang="es-MX" sz="1300" dirty="0">
                <a:latin typeface="Courier New" panose="02070309020205020404" pitchFamily="49" charset="0"/>
                <a:cs typeface="Courier New" panose="02070309020205020404" pitchFamily="49" charset="0"/>
              </a:rPr>
              <a:t>()</a:t>
            </a:r>
            <a:r>
              <a:rPr lang="es-MX" sz="1300" dirty="0"/>
              <a:t>: Devuelve una serie con los menores de los datos de las columnas del </a:t>
            </a:r>
            <a:r>
              <a:rPr lang="es-MX" sz="1300" dirty="0" err="1"/>
              <a:t>DataFrame</a:t>
            </a:r>
            <a:r>
              <a:rPr lang="es-MX" sz="1300" dirty="0"/>
              <a:t> </a:t>
            </a:r>
            <a:r>
              <a:rPr lang="es-MX" sz="1300" dirty="0" err="1">
                <a:latin typeface="Courier New" panose="02070309020205020404" pitchFamily="49" charset="0"/>
                <a:cs typeface="Courier New" panose="02070309020205020404" pitchFamily="49" charset="0"/>
              </a:rPr>
              <a:t>df</a:t>
            </a:r>
            <a:r>
              <a:rPr lang="es-MX" sz="1300" dirty="0"/>
              <a:t>.</a:t>
            </a:r>
          </a:p>
          <a:p>
            <a:pPr lvl="1"/>
            <a:r>
              <a:rPr lang="es-MX" sz="1300" dirty="0" err="1">
                <a:latin typeface="Courier New" panose="02070309020205020404" pitchFamily="49" charset="0"/>
                <a:cs typeface="Courier New" panose="02070309020205020404" pitchFamily="49" charset="0"/>
              </a:rPr>
              <a:t>df.max</a:t>
            </a:r>
            <a:r>
              <a:rPr lang="es-MX" sz="1300" dirty="0">
                <a:latin typeface="Courier New" panose="02070309020205020404" pitchFamily="49" charset="0"/>
                <a:cs typeface="Courier New" panose="02070309020205020404" pitchFamily="49" charset="0"/>
              </a:rPr>
              <a:t>()</a:t>
            </a:r>
            <a:r>
              <a:rPr lang="es-MX" sz="1300" dirty="0"/>
              <a:t>: Devuelve una serie con los mayores de los datos de las columnas del </a:t>
            </a:r>
            <a:r>
              <a:rPr lang="es-MX" sz="1300" dirty="0" err="1"/>
              <a:t>DataFrame</a:t>
            </a:r>
            <a:r>
              <a:rPr lang="es-MX" sz="1300" dirty="0"/>
              <a:t> </a:t>
            </a:r>
            <a:r>
              <a:rPr lang="es-MX" sz="1300" dirty="0" err="1">
                <a:latin typeface="Courier New" panose="02070309020205020404" pitchFamily="49" charset="0"/>
                <a:cs typeface="Courier New" panose="02070309020205020404" pitchFamily="49" charset="0"/>
              </a:rPr>
              <a:t>df</a:t>
            </a:r>
            <a:r>
              <a:rPr lang="es-MX" sz="1300" dirty="0"/>
              <a:t>.</a:t>
            </a:r>
          </a:p>
          <a:p>
            <a:pPr lvl="1"/>
            <a:r>
              <a:rPr lang="es-MX" sz="1300" dirty="0" err="1">
                <a:latin typeface="Courier New" panose="02070309020205020404" pitchFamily="49" charset="0"/>
                <a:cs typeface="Courier New" panose="02070309020205020404" pitchFamily="49" charset="0"/>
              </a:rPr>
              <a:t>df.mean</a:t>
            </a:r>
            <a:r>
              <a:rPr lang="es-MX" sz="1300" dirty="0">
                <a:latin typeface="Courier New" panose="02070309020205020404" pitchFamily="49" charset="0"/>
                <a:cs typeface="Courier New" panose="02070309020205020404" pitchFamily="49" charset="0"/>
              </a:rPr>
              <a:t>()</a:t>
            </a:r>
            <a:r>
              <a:rPr lang="es-MX" sz="1300" dirty="0"/>
              <a:t>: Devuelve una serie con las media de los datos de las columnas del </a:t>
            </a:r>
            <a:r>
              <a:rPr lang="es-MX" sz="1300" dirty="0" err="1"/>
              <a:t>DataFrame</a:t>
            </a:r>
            <a:r>
              <a:rPr lang="es-MX" sz="1300" dirty="0"/>
              <a:t> </a:t>
            </a:r>
            <a:r>
              <a:rPr lang="es-MX" sz="1300" dirty="0" err="1">
                <a:latin typeface="Courier New" panose="02070309020205020404" pitchFamily="49" charset="0"/>
                <a:cs typeface="Courier New" panose="02070309020205020404" pitchFamily="49" charset="0"/>
              </a:rPr>
              <a:t>df</a:t>
            </a:r>
            <a:r>
              <a:rPr lang="es-MX" sz="1300" dirty="0"/>
              <a:t> cuando los datos son de un tipo numérico.</a:t>
            </a:r>
          </a:p>
          <a:p>
            <a:pPr lvl="1"/>
            <a:r>
              <a:rPr lang="es-MX" sz="1300" dirty="0" err="1">
                <a:latin typeface="Courier New" panose="02070309020205020404" pitchFamily="49" charset="0"/>
                <a:cs typeface="Courier New" panose="02070309020205020404" pitchFamily="49" charset="0"/>
              </a:rPr>
              <a:t>df.std</a:t>
            </a:r>
            <a:r>
              <a:rPr lang="es-MX" sz="1300" dirty="0">
                <a:latin typeface="Courier New" panose="02070309020205020404" pitchFamily="49" charset="0"/>
                <a:cs typeface="Courier New" panose="02070309020205020404" pitchFamily="49" charset="0"/>
              </a:rPr>
              <a:t>()</a:t>
            </a:r>
            <a:r>
              <a:rPr lang="es-MX" sz="1300" dirty="0"/>
              <a:t>: Devuelve una serie con las desviaciones típicas de los datos de las columnas del </a:t>
            </a:r>
            <a:r>
              <a:rPr lang="es-MX" sz="1300" dirty="0" err="1"/>
              <a:t>DataFrame</a:t>
            </a:r>
            <a:r>
              <a:rPr lang="es-MX" sz="1300" dirty="0"/>
              <a:t> </a:t>
            </a:r>
            <a:r>
              <a:rPr lang="es-MX" sz="1300" dirty="0" err="1">
                <a:latin typeface="Courier New" panose="02070309020205020404" pitchFamily="49" charset="0"/>
                <a:cs typeface="Courier New" panose="02070309020205020404" pitchFamily="49" charset="0"/>
              </a:rPr>
              <a:t>df</a:t>
            </a:r>
            <a:r>
              <a:rPr lang="es-MX" sz="1300" dirty="0"/>
              <a:t> cuando los datos son de un tipo numérico.</a:t>
            </a:r>
          </a:p>
          <a:p>
            <a:pPr lvl="1"/>
            <a:r>
              <a:rPr lang="es-MX" sz="1300" dirty="0" err="1">
                <a:latin typeface="Courier New" panose="02070309020205020404" pitchFamily="49" charset="0"/>
                <a:cs typeface="Courier New" panose="02070309020205020404" pitchFamily="49" charset="0"/>
              </a:rPr>
              <a:t>df.describe</a:t>
            </a:r>
            <a:r>
              <a:rPr lang="es-MX" sz="1300" dirty="0">
                <a:latin typeface="Courier New" panose="02070309020205020404" pitchFamily="49" charset="0"/>
                <a:cs typeface="Courier New" panose="02070309020205020404" pitchFamily="49" charset="0"/>
              </a:rPr>
              <a:t>(</a:t>
            </a:r>
            <a:r>
              <a:rPr lang="es-MX" sz="1300" dirty="0" err="1">
                <a:latin typeface="Courier New" panose="02070309020205020404" pitchFamily="49" charset="0"/>
                <a:cs typeface="Courier New" panose="02070309020205020404" pitchFamily="49" charset="0"/>
              </a:rPr>
              <a:t>include</a:t>
            </a:r>
            <a:r>
              <a:rPr lang="es-MX" sz="1300" dirty="0">
                <a:latin typeface="Courier New" panose="02070309020205020404" pitchFamily="49" charset="0"/>
                <a:cs typeface="Courier New" panose="02070309020205020404" pitchFamily="49" charset="0"/>
              </a:rPr>
              <a:t> = tipo)</a:t>
            </a:r>
            <a:r>
              <a:rPr lang="es-MX" sz="1300" dirty="0"/>
              <a:t>: Devuelve un </a:t>
            </a:r>
            <a:r>
              <a:rPr lang="es-MX" sz="1300" dirty="0" err="1">
                <a:latin typeface="Courier New" panose="02070309020205020404" pitchFamily="49" charset="0"/>
                <a:cs typeface="Courier New" panose="02070309020205020404" pitchFamily="49" charset="0"/>
              </a:rPr>
              <a:t>DataFrame</a:t>
            </a:r>
            <a:r>
              <a:rPr lang="es-MX" sz="1300" dirty="0"/>
              <a:t> con un resumen estadístico de las columnas del </a:t>
            </a:r>
            <a:r>
              <a:rPr lang="es-MX" sz="1300" dirty="0" err="1"/>
              <a:t>DataFrame</a:t>
            </a:r>
            <a:r>
              <a:rPr lang="es-MX" sz="1300" dirty="0"/>
              <a:t> </a:t>
            </a:r>
            <a:r>
              <a:rPr lang="es-MX" sz="1300" dirty="0" err="1">
                <a:latin typeface="Courier New" panose="02070309020205020404" pitchFamily="49" charset="0"/>
                <a:cs typeface="Courier New" panose="02070309020205020404" pitchFamily="49" charset="0"/>
              </a:rPr>
              <a:t>df</a:t>
            </a:r>
            <a:r>
              <a:rPr lang="es-MX" sz="1300" dirty="0"/>
              <a:t> del tipo </a:t>
            </a:r>
            <a:r>
              <a:rPr lang="es-MX" sz="1300" dirty="0" err="1">
                <a:latin typeface="Courier New" panose="02070309020205020404" pitchFamily="49" charset="0"/>
                <a:cs typeface="Courier New" panose="02070309020205020404" pitchFamily="49" charset="0"/>
              </a:rPr>
              <a:t>tipo</a:t>
            </a:r>
            <a:r>
              <a:rPr lang="es-MX" sz="1300" dirty="0"/>
              <a:t>. Para los datos numéricos (</a:t>
            </a:r>
            <a:r>
              <a:rPr lang="es-MX" sz="1300" dirty="0" err="1">
                <a:latin typeface="Courier New" panose="02070309020205020404" pitchFamily="49" charset="0"/>
                <a:cs typeface="Courier New" panose="02070309020205020404" pitchFamily="49" charset="0"/>
              </a:rPr>
              <a:t>number</a:t>
            </a:r>
            <a:r>
              <a:rPr lang="es-MX" sz="1300" dirty="0"/>
              <a:t>) se calcula la media, la desviación típica, el mínimo, el máximo y los cuartiles de las columnas numéricas. Para los datos no numéricos (</a:t>
            </a:r>
            <a:r>
              <a:rPr lang="es-MX" sz="1300" dirty="0" err="1">
                <a:latin typeface="Courier New" panose="02070309020205020404" pitchFamily="49" charset="0"/>
                <a:cs typeface="Courier New" panose="02070309020205020404" pitchFamily="49" charset="0"/>
              </a:rPr>
              <a:t>object</a:t>
            </a:r>
            <a:r>
              <a:rPr lang="es-MX" sz="1300" dirty="0"/>
              <a:t>) se calcula el número de valores, el número de valores distintos, la moda y su frecuencia. Si no se indica el tipo solo se consideran las columnas numéricas.</a:t>
            </a:r>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28000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C9EE0D6C-E855-4568-B016-F12B7903A701}"/>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Resumen descriptivo de un </a:t>
            </a:r>
            <a:r>
              <a:rPr lang="es-MX" sz="4000">
                <a:solidFill>
                  <a:srgbClr val="FFFFFF"/>
                </a:solidFill>
                <a:latin typeface="Courier New" panose="02070309020205020404" pitchFamily="49" charset="0"/>
                <a:cs typeface="Courier New" panose="02070309020205020404" pitchFamily="49" charset="0"/>
              </a:rPr>
              <a:t>DataFrame</a:t>
            </a:r>
            <a:endParaRPr lang="es-MX" sz="4000">
              <a:solidFill>
                <a:srgbClr val="FFFFFF"/>
              </a:solidFill>
            </a:endParaRPr>
          </a:p>
        </p:txBody>
      </p:sp>
      <p:sp>
        <p:nvSpPr>
          <p:cNvPr id="3" name="Marcador de contenido 2">
            <a:extLst>
              <a:ext uri="{FF2B5EF4-FFF2-40B4-BE49-F238E27FC236}">
                <a16:creationId xmlns:a16="http://schemas.microsoft.com/office/drawing/2014/main" id="{80CD40C1-73A9-4A2B-90F7-56D181302769}"/>
              </a:ext>
            </a:extLst>
          </p:cNvPr>
          <p:cNvSpPr>
            <a:spLocks noGrp="1"/>
          </p:cNvSpPr>
          <p:nvPr>
            <p:ph idx="1"/>
          </p:nvPr>
        </p:nvSpPr>
        <p:spPr>
          <a:xfrm>
            <a:off x="1371599" y="2318197"/>
            <a:ext cx="9724031" cy="3683358"/>
          </a:xfrm>
        </p:spPr>
        <p:txBody>
          <a:bodyPr anchor="ctr">
            <a:normAutofit/>
          </a:bodyPr>
          <a:lstStyle/>
          <a:p>
            <a:r>
              <a:rPr lang="en-US" sz="2000" i="0" dirty="0" err="1">
                <a:effectLst/>
                <a:latin typeface="Roboto Mono"/>
              </a:rPr>
              <a:t>Ejemplo</a:t>
            </a:r>
            <a:endParaRPr lang="en-US" sz="2000" i="0" dirty="0">
              <a:effectLst/>
              <a:latin typeface="Roboto Mono"/>
            </a:endParaRPr>
          </a:p>
          <a:p>
            <a:pPr marL="457200" lvl="1" indent="0">
              <a:buNone/>
            </a:pPr>
            <a:r>
              <a:rPr lang="en-US" sz="2000" b="1" i="0" dirty="0">
                <a:solidFill>
                  <a:srgbClr val="999999"/>
                </a:solidFill>
                <a:effectLst/>
                <a:latin typeface="Courier New" panose="02070309020205020404" pitchFamily="49" charset="0"/>
                <a:cs typeface="Courier New" panose="02070309020205020404" pitchFamily="49" charset="0"/>
              </a:rPr>
              <a:t>&gt;&gt;&gt; </a:t>
            </a:r>
            <a:r>
              <a:rPr lang="en-US" sz="2000" b="1" i="0" dirty="0">
                <a:solidFill>
                  <a:srgbClr val="333333"/>
                </a:solidFill>
                <a:effectLst/>
                <a:latin typeface="Courier New" panose="02070309020205020404" pitchFamily="49" charset="0"/>
                <a:cs typeface="Courier New" panose="02070309020205020404" pitchFamily="49" charset="0"/>
              </a:rPr>
              <a:t>import</a:t>
            </a:r>
            <a:r>
              <a:rPr lang="en-US" sz="2000" b="0" i="0" dirty="0">
                <a:solidFill>
                  <a:srgbClr val="333333"/>
                </a:solidFill>
                <a:effectLst/>
                <a:latin typeface="Courier New" panose="02070309020205020404" pitchFamily="49" charset="0"/>
                <a:cs typeface="Courier New" panose="02070309020205020404" pitchFamily="49" charset="0"/>
              </a:rPr>
              <a:t> pandas </a:t>
            </a:r>
            <a:r>
              <a:rPr lang="en-US" sz="2000" b="1" i="0" dirty="0">
                <a:solidFill>
                  <a:srgbClr val="333333"/>
                </a:solidFill>
                <a:effectLst/>
                <a:latin typeface="Courier New" panose="02070309020205020404" pitchFamily="49" charset="0"/>
                <a:cs typeface="Courier New" panose="02070309020205020404" pitchFamily="49" charset="0"/>
              </a:rPr>
              <a:t>as</a:t>
            </a:r>
            <a:r>
              <a:rPr lang="en-US" sz="2000" b="0" i="0" dirty="0">
                <a:solidFill>
                  <a:srgbClr val="333333"/>
                </a:solidFill>
                <a:effectLst/>
                <a:latin typeface="Courier New" panose="02070309020205020404" pitchFamily="49" charset="0"/>
                <a:cs typeface="Courier New" panose="02070309020205020404" pitchFamily="49" charset="0"/>
              </a:rPr>
              <a:t> pd</a:t>
            </a:r>
          </a:p>
          <a:p>
            <a:pPr marL="457200" lvl="1" indent="0">
              <a:buNone/>
            </a:pPr>
            <a:r>
              <a:rPr lang="en-US" sz="2000" b="1" i="0" dirty="0">
                <a:solidFill>
                  <a:srgbClr val="999999"/>
                </a:solidFill>
                <a:effectLst/>
                <a:latin typeface="Courier New" panose="02070309020205020404" pitchFamily="49" charset="0"/>
                <a:cs typeface="Courier New" panose="02070309020205020404" pitchFamily="49" charset="0"/>
              </a:rPr>
              <a:t>&gt;&gt;&gt; </a:t>
            </a:r>
            <a:r>
              <a:rPr lang="en-US" sz="2000" b="0" i="0" dirty="0">
                <a:solidFill>
                  <a:srgbClr val="333333"/>
                </a:solidFill>
                <a:effectLst/>
                <a:latin typeface="Courier New" panose="02070309020205020404" pitchFamily="49" charset="0"/>
                <a:cs typeface="Courier New" panose="02070309020205020404" pitchFamily="49" charset="0"/>
              </a:rPr>
              <a:t>df = </a:t>
            </a:r>
            <a:r>
              <a:rPr lang="en-US" sz="2000" b="0" i="0" dirty="0" err="1">
                <a:solidFill>
                  <a:srgbClr val="333333"/>
                </a:solidFill>
                <a:effectLst/>
                <a:latin typeface="Courier New" panose="02070309020205020404" pitchFamily="49" charset="0"/>
                <a:cs typeface="Courier New" panose="02070309020205020404" pitchFamily="49" charset="0"/>
              </a:rPr>
              <a:t>pd.read_csv</a:t>
            </a:r>
            <a:r>
              <a:rPr lang="en-US" sz="2000" b="0" i="0" dirty="0">
                <a:solidFill>
                  <a:srgbClr val="333333"/>
                </a:solidFill>
                <a:effectLst/>
                <a:latin typeface="Courier New" panose="02070309020205020404" pitchFamily="49" charset="0"/>
                <a:cs typeface="Courier New" panose="02070309020205020404" pitchFamily="49" charset="0"/>
              </a:rPr>
              <a:t>( </a:t>
            </a:r>
            <a:r>
              <a:rPr lang="en-US" sz="2000" b="0" i="0" dirty="0">
                <a:solidFill>
                  <a:srgbClr val="DD1144"/>
                </a:solidFill>
                <a:effectLst/>
                <a:latin typeface="Courier New" panose="02070309020205020404" pitchFamily="49" charset="0"/>
                <a:cs typeface="Courier New" panose="02070309020205020404" pitchFamily="49" charset="0"/>
              </a:rPr>
              <a:t>'https://raw.githubusercontent.com/</a:t>
            </a:r>
            <a:r>
              <a:rPr lang="en-US" sz="2000" b="0" i="0" dirty="0" err="1">
                <a:solidFill>
                  <a:srgbClr val="DD1144"/>
                </a:solidFill>
                <a:effectLst/>
                <a:latin typeface="Courier New" panose="02070309020205020404" pitchFamily="49" charset="0"/>
                <a:cs typeface="Courier New" panose="02070309020205020404" pitchFamily="49" charset="0"/>
              </a:rPr>
              <a:t>asalber</a:t>
            </a:r>
            <a:r>
              <a:rPr lang="en-US" sz="2000" b="0" i="0" dirty="0">
                <a:solidFill>
                  <a:srgbClr val="DD1144"/>
                </a:solidFill>
                <a:effectLst/>
                <a:latin typeface="Courier New" panose="02070309020205020404" pitchFamily="49" charset="0"/>
                <a:cs typeface="Courier New" panose="02070309020205020404" pitchFamily="49" charset="0"/>
              </a:rPr>
              <a:t>/manual-python/master/</a:t>
            </a:r>
            <a:r>
              <a:rPr lang="en-US" sz="2000" b="0" i="0" dirty="0" err="1">
                <a:solidFill>
                  <a:srgbClr val="DD1144"/>
                </a:solidFill>
                <a:effectLst/>
                <a:latin typeface="Courier New" panose="02070309020205020404" pitchFamily="49" charset="0"/>
                <a:cs typeface="Courier New" panose="02070309020205020404" pitchFamily="49" charset="0"/>
              </a:rPr>
              <a:t>datos</a:t>
            </a:r>
            <a:r>
              <a:rPr lang="en-US" sz="2000" b="0" i="0" dirty="0">
                <a:solidFill>
                  <a:srgbClr val="DD1144"/>
                </a:solidFill>
                <a:effectLst/>
                <a:latin typeface="Courier New" panose="02070309020205020404" pitchFamily="49" charset="0"/>
                <a:cs typeface="Courier New" panose="02070309020205020404" pitchFamily="49" charset="0"/>
              </a:rPr>
              <a:t>/colesterol.csv’</a:t>
            </a:r>
            <a:r>
              <a:rPr lang="en-US" sz="20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n-US" sz="2000" b="1" i="0" dirty="0">
                <a:solidFill>
                  <a:srgbClr val="999999"/>
                </a:solidFill>
                <a:effectLst/>
                <a:latin typeface="Courier New" panose="02070309020205020404" pitchFamily="49" charset="0"/>
                <a:cs typeface="Courier New" panose="02070309020205020404" pitchFamily="49" charset="0"/>
              </a:rPr>
              <a:t>&gt;&gt;&gt; </a:t>
            </a:r>
            <a:r>
              <a:rPr lang="en-US" sz="2000" b="0" i="0" dirty="0">
                <a:solidFill>
                  <a:srgbClr val="333333"/>
                </a:solidFill>
                <a:effectLst/>
                <a:latin typeface="Courier New" panose="02070309020205020404" pitchFamily="49" charset="0"/>
                <a:cs typeface="Courier New" panose="02070309020205020404" pitchFamily="49" charset="0"/>
              </a:rPr>
              <a:t>print(</a:t>
            </a:r>
            <a:r>
              <a:rPr lang="en-US" sz="2000" b="0" i="0" dirty="0" err="1">
                <a:solidFill>
                  <a:srgbClr val="333333"/>
                </a:solidFill>
                <a:effectLst/>
                <a:latin typeface="Courier New" panose="02070309020205020404" pitchFamily="49" charset="0"/>
                <a:cs typeface="Courier New" panose="02070309020205020404" pitchFamily="49" charset="0"/>
              </a:rPr>
              <a:t>df.describe</a:t>
            </a:r>
            <a:r>
              <a:rPr lang="en-US" sz="2000" b="0" i="0" dirty="0">
                <a:solidFill>
                  <a:srgbClr val="333333"/>
                </a:solidFill>
                <a:effectLst/>
                <a:latin typeface="Courier New" panose="02070309020205020404" pitchFamily="49" charset="0"/>
                <a:cs typeface="Courier New" panose="02070309020205020404" pitchFamily="49" charset="0"/>
              </a:rPr>
              <a:t>()) </a:t>
            </a:r>
          </a:p>
          <a:p>
            <a:pPr marL="457200" lvl="1" indent="0">
              <a:buNone/>
            </a:pPr>
            <a:r>
              <a:rPr lang="en-US" sz="2000" b="1" i="0" dirty="0">
                <a:solidFill>
                  <a:srgbClr val="999999"/>
                </a:solidFill>
                <a:effectLst/>
                <a:latin typeface="Courier New" panose="02070309020205020404" pitchFamily="49" charset="0"/>
                <a:cs typeface="Courier New" panose="02070309020205020404" pitchFamily="49" charset="0"/>
              </a:rPr>
              <a:t>&gt;&gt;&gt; </a:t>
            </a:r>
            <a:r>
              <a:rPr lang="en-US" sz="2000" b="0" i="0" dirty="0">
                <a:solidFill>
                  <a:srgbClr val="333333"/>
                </a:solidFill>
                <a:effectLst/>
                <a:latin typeface="Courier New" panose="02070309020205020404" pitchFamily="49" charset="0"/>
                <a:cs typeface="Courier New" panose="02070309020205020404" pitchFamily="49" charset="0"/>
              </a:rPr>
              <a:t>print(</a:t>
            </a:r>
            <a:r>
              <a:rPr lang="en-US" sz="2000" b="0" i="0" dirty="0" err="1">
                <a:solidFill>
                  <a:srgbClr val="333333"/>
                </a:solidFill>
                <a:effectLst/>
                <a:latin typeface="Courier New" panose="02070309020205020404" pitchFamily="49" charset="0"/>
                <a:cs typeface="Courier New" panose="02070309020205020404" pitchFamily="49" charset="0"/>
              </a:rPr>
              <a:t>df.describe</a:t>
            </a:r>
            <a:r>
              <a:rPr lang="en-US" sz="2000" b="0" i="0" dirty="0">
                <a:solidFill>
                  <a:srgbClr val="333333"/>
                </a:solidFill>
                <a:effectLst/>
                <a:latin typeface="Courier New" panose="02070309020205020404" pitchFamily="49" charset="0"/>
                <a:cs typeface="Courier New" panose="02070309020205020404" pitchFamily="49" charset="0"/>
              </a:rPr>
              <a:t>(include=</a:t>
            </a:r>
            <a:r>
              <a:rPr lang="en-US" sz="2000" b="0" i="0" dirty="0">
                <a:solidFill>
                  <a:srgbClr val="DD1144"/>
                </a:solidFill>
                <a:effectLst/>
                <a:latin typeface="Courier New" panose="02070309020205020404" pitchFamily="49" charset="0"/>
                <a:cs typeface="Courier New" panose="02070309020205020404" pitchFamily="49" charset="0"/>
              </a:rPr>
              <a:t>'object'</a:t>
            </a:r>
            <a:r>
              <a:rPr lang="en-US" sz="2000" b="0" i="0" dirty="0">
                <a:solidFill>
                  <a:srgbClr val="333333"/>
                </a:solidFill>
                <a:effectLst/>
                <a:latin typeface="Courier New" panose="02070309020205020404" pitchFamily="49" charset="0"/>
                <a:cs typeface="Courier New" panose="02070309020205020404" pitchFamily="49" charset="0"/>
              </a:rPr>
              <a:t>))</a:t>
            </a:r>
            <a:endParaRPr lang="es-MX"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956475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3670B70-BAF8-4817-9684-29CF2FC15C20}"/>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Eliminar columnas de un </a:t>
            </a:r>
            <a:r>
              <a:rPr lang="es-MX" sz="4000">
                <a:solidFill>
                  <a:srgbClr val="FFFFFF"/>
                </a:solidFill>
                <a:latin typeface="Courier New" panose="02070309020205020404" pitchFamily="49" charset="0"/>
                <a:cs typeface="Courier New" panose="02070309020205020404" pitchFamily="49" charset="0"/>
              </a:rPr>
              <a:t>DataFrame</a:t>
            </a:r>
          </a:p>
        </p:txBody>
      </p:sp>
      <p:sp>
        <p:nvSpPr>
          <p:cNvPr id="3" name="Marcador de contenido 2">
            <a:extLst>
              <a:ext uri="{FF2B5EF4-FFF2-40B4-BE49-F238E27FC236}">
                <a16:creationId xmlns:a16="http://schemas.microsoft.com/office/drawing/2014/main" id="{A6E7E77A-916C-4427-A89E-B2CFE7B19692}"/>
              </a:ext>
            </a:extLst>
          </p:cNvPr>
          <p:cNvSpPr>
            <a:spLocks noGrp="1"/>
          </p:cNvSpPr>
          <p:nvPr>
            <p:ph idx="1"/>
          </p:nvPr>
        </p:nvSpPr>
        <p:spPr>
          <a:xfrm>
            <a:off x="4810259" y="649480"/>
            <a:ext cx="6555347" cy="5546047"/>
          </a:xfrm>
        </p:spPr>
        <p:txBody>
          <a:bodyPr anchor="ctr">
            <a:normAutofit/>
          </a:bodyPr>
          <a:lstStyle/>
          <a:p>
            <a:r>
              <a:rPr lang="es-MX" sz="2000" dirty="0"/>
              <a:t>Para eliminar columnas de un </a:t>
            </a:r>
            <a:r>
              <a:rPr lang="es-MX" sz="2000" dirty="0" err="1">
                <a:latin typeface="Courier New" panose="02070309020205020404" pitchFamily="49" charset="0"/>
                <a:cs typeface="Courier New" panose="02070309020205020404" pitchFamily="49" charset="0"/>
              </a:rPr>
              <a:t>DataFrame</a:t>
            </a:r>
            <a:r>
              <a:rPr lang="es-MX" sz="2000" dirty="0"/>
              <a:t> se utilizan los siguientes métodos:</a:t>
            </a:r>
          </a:p>
          <a:p>
            <a:pPr lvl="1"/>
            <a:r>
              <a:rPr lang="es-MX" sz="2000" dirty="0">
                <a:latin typeface="Courier New" panose="02070309020205020404" pitchFamily="49" charset="0"/>
                <a:cs typeface="Courier New" panose="02070309020205020404" pitchFamily="49" charset="0"/>
              </a:rPr>
              <a:t>del d[nombre]</a:t>
            </a:r>
            <a:r>
              <a:rPr lang="es-MX" sz="2000" dirty="0"/>
              <a:t>: Elimina la columna con nombre </a:t>
            </a:r>
            <a:r>
              <a:rPr lang="es-MX" sz="2000" dirty="0" err="1">
                <a:latin typeface="Courier New" panose="02070309020205020404" pitchFamily="49" charset="0"/>
                <a:cs typeface="Courier New" panose="02070309020205020404" pitchFamily="49" charset="0"/>
              </a:rPr>
              <a:t>nombre</a:t>
            </a:r>
            <a:r>
              <a:rPr lang="es-MX" sz="2000" dirty="0"/>
              <a:t> del </a:t>
            </a:r>
            <a:r>
              <a:rPr lang="es-MX" sz="2000" dirty="0" err="1"/>
              <a:t>DataFrame</a:t>
            </a:r>
            <a:r>
              <a:rPr lang="es-MX" sz="2000" dirty="0"/>
              <a:t> </a:t>
            </a:r>
            <a:r>
              <a:rPr lang="es-MX" sz="2000" dirty="0" err="1">
                <a:latin typeface="Courier New" panose="02070309020205020404" pitchFamily="49" charset="0"/>
                <a:cs typeface="Courier New" panose="02070309020205020404" pitchFamily="49" charset="0"/>
              </a:rPr>
              <a:t>df</a:t>
            </a:r>
            <a:r>
              <a:rPr lang="es-MX" sz="2000" dirty="0"/>
              <a:t>.</a:t>
            </a:r>
          </a:p>
          <a:p>
            <a:pPr lvl="1"/>
            <a:r>
              <a:rPr lang="es-MX" sz="2000" dirty="0" err="1">
                <a:latin typeface="Courier New" panose="02070309020205020404" pitchFamily="49" charset="0"/>
                <a:cs typeface="Courier New" panose="02070309020205020404" pitchFamily="49" charset="0"/>
              </a:rPr>
              <a:t>df.pop</a:t>
            </a:r>
            <a:r>
              <a:rPr lang="es-MX" sz="2000" dirty="0">
                <a:latin typeface="Courier New" panose="02070309020205020404" pitchFamily="49" charset="0"/>
                <a:cs typeface="Courier New" panose="02070309020205020404" pitchFamily="49" charset="0"/>
              </a:rPr>
              <a:t>(nombre)</a:t>
            </a:r>
            <a:r>
              <a:rPr lang="es-MX" sz="2000" dirty="0"/>
              <a:t>: Elimina la columna con nombre </a:t>
            </a:r>
            <a:r>
              <a:rPr lang="es-MX" sz="2000" dirty="0" err="1">
                <a:latin typeface="Courier New" panose="02070309020205020404" pitchFamily="49" charset="0"/>
                <a:cs typeface="Courier New" panose="02070309020205020404" pitchFamily="49" charset="0"/>
              </a:rPr>
              <a:t>nombre</a:t>
            </a:r>
            <a:r>
              <a:rPr lang="es-MX" sz="2000" dirty="0"/>
              <a:t> del </a:t>
            </a:r>
            <a:r>
              <a:rPr lang="es-MX" sz="2000" dirty="0" err="1"/>
              <a:t>DataFrame</a:t>
            </a:r>
            <a:r>
              <a:rPr lang="es-MX" sz="2000" dirty="0"/>
              <a:t> </a:t>
            </a:r>
            <a:r>
              <a:rPr lang="es-MX" sz="2000" dirty="0" err="1">
                <a:latin typeface="Courier New" panose="02070309020205020404" pitchFamily="49" charset="0"/>
                <a:cs typeface="Courier New" panose="02070309020205020404" pitchFamily="49" charset="0"/>
              </a:rPr>
              <a:t>df</a:t>
            </a:r>
            <a:r>
              <a:rPr lang="es-MX" sz="2000" dirty="0"/>
              <a:t> y la devuelve como una serie.</a:t>
            </a:r>
          </a:p>
          <a:p>
            <a:r>
              <a:rPr lang="es-MX" sz="2000" dirty="0"/>
              <a:t>Ejemplo:</a:t>
            </a:r>
          </a:p>
          <a:p>
            <a:pPr marL="457200" lvl="1" indent="0">
              <a:buNone/>
            </a:pPr>
            <a:r>
              <a:rPr lang="en-US" sz="2000" b="1" i="0" dirty="0">
                <a:solidFill>
                  <a:srgbClr val="999999"/>
                </a:solidFill>
                <a:effectLst/>
                <a:latin typeface="Courier New" panose="02070309020205020404" pitchFamily="49" charset="0"/>
                <a:cs typeface="Courier New" panose="02070309020205020404" pitchFamily="49" charset="0"/>
              </a:rPr>
              <a:t>&gt;&gt;&gt; </a:t>
            </a:r>
            <a:r>
              <a:rPr lang="en-US" sz="2000" b="1" i="0" dirty="0">
                <a:solidFill>
                  <a:srgbClr val="333333"/>
                </a:solidFill>
                <a:effectLst/>
                <a:latin typeface="Courier New" panose="02070309020205020404" pitchFamily="49" charset="0"/>
                <a:cs typeface="Courier New" panose="02070309020205020404" pitchFamily="49" charset="0"/>
              </a:rPr>
              <a:t>import</a:t>
            </a:r>
            <a:r>
              <a:rPr lang="en-US" sz="2000" b="0" i="0" dirty="0">
                <a:solidFill>
                  <a:srgbClr val="333333"/>
                </a:solidFill>
                <a:effectLst/>
                <a:latin typeface="Courier New" panose="02070309020205020404" pitchFamily="49" charset="0"/>
                <a:cs typeface="Courier New" panose="02070309020205020404" pitchFamily="49" charset="0"/>
              </a:rPr>
              <a:t> pandas </a:t>
            </a:r>
            <a:r>
              <a:rPr lang="en-US" sz="2000" b="1" i="0" dirty="0">
                <a:solidFill>
                  <a:srgbClr val="333333"/>
                </a:solidFill>
                <a:effectLst/>
                <a:latin typeface="Courier New" panose="02070309020205020404" pitchFamily="49" charset="0"/>
                <a:cs typeface="Courier New" panose="02070309020205020404" pitchFamily="49" charset="0"/>
              </a:rPr>
              <a:t>as</a:t>
            </a:r>
            <a:r>
              <a:rPr lang="en-US" sz="2000" b="0" i="0" dirty="0">
                <a:solidFill>
                  <a:srgbClr val="333333"/>
                </a:solidFill>
                <a:effectLst/>
                <a:latin typeface="Courier New" panose="02070309020205020404" pitchFamily="49" charset="0"/>
                <a:cs typeface="Courier New" panose="02070309020205020404" pitchFamily="49" charset="0"/>
              </a:rPr>
              <a:t> pd</a:t>
            </a:r>
          </a:p>
          <a:p>
            <a:pPr marL="457200" lvl="1" indent="0">
              <a:buNone/>
            </a:pPr>
            <a:r>
              <a:rPr lang="en-US" sz="2000" b="1" i="0" dirty="0">
                <a:solidFill>
                  <a:srgbClr val="999999"/>
                </a:solidFill>
                <a:effectLst/>
                <a:latin typeface="Courier New" panose="02070309020205020404" pitchFamily="49" charset="0"/>
                <a:cs typeface="Courier New" panose="02070309020205020404" pitchFamily="49" charset="0"/>
              </a:rPr>
              <a:t>&gt;&gt;&gt; </a:t>
            </a:r>
            <a:r>
              <a:rPr lang="en-US" sz="2000" b="0" i="0" dirty="0">
                <a:solidFill>
                  <a:srgbClr val="333333"/>
                </a:solidFill>
                <a:effectLst/>
                <a:latin typeface="Courier New" panose="02070309020205020404" pitchFamily="49" charset="0"/>
                <a:cs typeface="Courier New" panose="02070309020205020404" pitchFamily="49" charset="0"/>
              </a:rPr>
              <a:t>df = </a:t>
            </a:r>
            <a:r>
              <a:rPr lang="en-US" sz="2000" b="0" i="0" dirty="0" err="1">
                <a:solidFill>
                  <a:srgbClr val="333333"/>
                </a:solidFill>
                <a:effectLst/>
                <a:latin typeface="Courier New" panose="02070309020205020404" pitchFamily="49" charset="0"/>
                <a:cs typeface="Courier New" panose="02070309020205020404" pitchFamily="49" charset="0"/>
              </a:rPr>
              <a:t>pd.read_csv</a:t>
            </a:r>
            <a:r>
              <a:rPr lang="en-US" sz="2000" b="0" i="0" dirty="0">
                <a:solidFill>
                  <a:srgbClr val="333333"/>
                </a:solidFill>
                <a:effectLst/>
                <a:latin typeface="Courier New" panose="02070309020205020404" pitchFamily="49" charset="0"/>
                <a:cs typeface="Courier New" panose="02070309020205020404" pitchFamily="49" charset="0"/>
              </a:rPr>
              <a:t>( </a:t>
            </a:r>
            <a:r>
              <a:rPr lang="en-US" sz="2000" b="0" i="0" dirty="0">
                <a:solidFill>
                  <a:srgbClr val="DD1144"/>
                </a:solidFill>
                <a:effectLst/>
                <a:latin typeface="Courier New" panose="02070309020205020404" pitchFamily="49" charset="0"/>
                <a:cs typeface="Courier New" panose="02070309020205020404" pitchFamily="49" charset="0"/>
              </a:rPr>
              <a:t>'https://raw.githubusercontent.com/</a:t>
            </a:r>
            <a:r>
              <a:rPr lang="en-US" sz="2000" b="0" i="0" dirty="0" err="1">
                <a:solidFill>
                  <a:srgbClr val="DD1144"/>
                </a:solidFill>
                <a:effectLst/>
                <a:latin typeface="Courier New" panose="02070309020205020404" pitchFamily="49" charset="0"/>
                <a:cs typeface="Courier New" panose="02070309020205020404" pitchFamily="49" charset="0"/>
              </a:rPr>
              <a:t>asalber</a:t>
            </a:r>
            <a:r>
              <a:rPr lang="en-US" sz="2000" b="0" i="0" dirty="0">
                <a:solidFill>
                  <a:srgbClr val="DD1144"/>
                </a:solidFill>
                <a:effectLst/>
                <a:latin typeface="Courier New" panose="02070309020205020404" pitchFamily="49" charset="0"/>
                <a:cs typeface="Courier New" panose="02070309020205020404" pitchFamily="49" charset="0"/>
              </a:rPr>
              <a:t>/manual-python/master/</a:t>
            </a:r>
            <a:r>
              <a:rPr lang="en-US" sz="2000" b="0" i="0" dirty="0" err="1">
                <a:solidFill>
                  <a:srgbClr val="DD1144"/>
                </a:solidFill>
                <a:effectLst/>
                <a:latin typeface="Courier New" panose="02070309020205020404" pitchFamily="49" charset="0"/>
                <a:cs typeface="Courier New" panose="02070309020205020404" pitchFamily="49" charset="0"/>
              </a:rPr>
              <a:t>datos</a:t>
            </a:r>
            <a:r>
              <a:rPr lang="en-US" sz="2000" b="0" i="0" dirty="0">
                <a:solidFill>
                  <a:srgbClr val="DD1144"/>
                </a:solidFill>
                <a:effectLst/>
                <a:latin typeface="Courier New" panose="02070309020205020404" pitchFamily="49" charset="0"/>
                <a:cs typeface="Courier New" panose="02070309020205020404" pitchFamily="49" charset="0"/>
              </a:rPr>
              <a:t>/colesterol.csv’</a:t>
            </a:r>
            <a:r>
              <a:rPr lang="en-US" sz="20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n-US" sz="2000" b="1" i="0" dirty="0">
                <a:solidFill>
                  <a:srgbClr val="999999"/>
                </a:solidFill>
                <a:effectLst/>
                <a:latin typeface="Courier New" panose="02070309020205020404" pitchFamily="49" charset="0"/>
                <a:cs typeface="Courier New" panose="02070309020205020404" pitchFamily="49" charset="0"/>
              </a:rPr>
              <a:t>&gt;&gt;&gt; </a:t>
            </a:r>
            <a:r>
              <a:rPr lang="en-US" sz="2000" b="0" i="0" dirty="0" err="1">
                <a:solidFill>
                  <a:srgbClr val="333333"/>
                </a:solidFill>
                <a:effectLst/>
                <a:latin typeface="Courier New" panose="02070309020205020404" pitchFamily="49" charset="0"/>
                <a:cs typeface="Courier New" panose="02070309020205020404" pitchFamily="49" charset="0"/>
              </a:rPr>
              <a:t>edad</a:t>
            </a:r>
            <a:r>
              <a:rPr lang="en-US" sz="2000" b="0" i="0" dirty="0">
                <a:solidFill>
                  <a:srgbClr val="333333"/>
                </a:solidFill>
                <a:effectLst/>
                <a:latin typeface="Courier New" panose="02070309020205020404" pitchFamily="49" charset="0"/>
                <a:cs typeface="Courier New" panose="02070309020205020404" pitchFamily="49" charset="0"/>
              </a:rPr>
              <a:t> = </a:t>
            </a:r>
            <a:r>
              <a:rPr lang="en-US" sz="2000" b="0" i="0" dirty="0" err="1">
                <a:solidFill>
                  <a:srgbClr val="333333"/>
                </a:solidFill>
                <a:effectLst/>
                <a:latin typeface="Courier New" panose="02070309020205020404" pitchFamily="49" charset="0"/>
                <a:cs typeface="Courier New" panose="02070309020205020404" pitchFamily="49" charset="0"/>
              </a:rPr>
              <a:t>df.pop</a:t>
            </a:r>
            <a:r>
              <a:rPr lang="en-US" sz="2000" b="0" i="0" dirty="0">
                <a:solidFill>
                  <a:srgbClr val="333333"/>
                </a:solidFill>
                <a:effectLst/>
                <a:latin typeface="Courier New" panose="02070309020205020404" pitchFamily="49" charset="0"/>
                <a:cs typeface="Courier New" panose="02070309020205020404" pitchFamily="49" charset="0"/>
              </a:rPr>
              <a:t>(</a:t>
            </a:r>
            <a:r>
              <a:rPr lang="en-US" sz="2000" b="0" i="0" dirty="0">
                <a:solidFill>
                  <a:srgbClr val="DD1144"/>
                </a:solidFill>
                <a:effectLst/>
                <a:latin typeface="Courier New" panose="02070309020205020404" pitchFamily="49" charset="0"/>
                <a:cs typeface="Courier New" panose="02070309020205020404" pitchFamily="49" charset="0"/>
              </a:rPr>
              <a:t>'</a:t>
            </a:r>
            <a:r>
              <a:rPr lang="en-US" sz="2000" b="0" i="0" dirty="0" err="1">
                <a:solidFill>
                  <a:srgbClr val="DD1144"/>
                </a:solidFill>
                <a:effectLst/>
                <a:latin typeface="Courier New" panose="02070309020205020404" pitchFamily="49" charset="0"/>
                <a:cs typeface="Courier New" panose="02070309020205020404" pitchFamily="49" charset="0"/>
              </a:rPr>
              <a:t>edad</a:t>
            </a:r>
            <a:r>
              <a:rPr lang="en-US" sz="2000" b="0" i="0" dirty="0">
                <a:solidFill>
                  <a:srgbClr val="DD1144"/>
                </a:solidFill>
                <a:effectLst/>
                <a:latin typeface="Courier New" panose="02070309020205020404" pitchFamily="49" charset="0"/>
                <a:cs typeface="Courier New" panose="02070309020205020404" pitchFamily="49" charset="0"/>
              </a:rPr>
              <a:t>’</a:t>
            </a:r>
            <a:r>
              <a:rPr lang="en-US" sz="20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n-US" sz="2000" b="1" i="0" dirty="0">
                <a:solidFill>
                  <a:srgbClr val="999999"/>
                </a:solidFill>
                <a:effectLst/>
                <a:latin typeface="Courier New" panose="02070309020205020404" pitchFamily="49" charset="0"/>
                <a:cs typeface="Courier New" panose="02070309020205020404" pitchFamily="49" charset="0"/>
              </a:rPr>
              <a:t>&gt;&gt;&gt; </a:t>
            </a:r>
            <a:r>
              <a:rPr lang="en-US" sz="2000" b="0" i="0" dirty="0">
                <a:solidFill>
                  <a:srgbClr val="333333"/>
                </a:solidFill>
                <a:effectLst/>
                <a:latin typeface="Courier New" panose="02070309020205020404" pitchFamily="49" charset="0"/>
                <a:cs typeface="Courier New" panose="02070309020205020404" pitchFamily="49" charset="0"/>
              </a:rPr>
              <a:t>print(df)</a:t>
            </a:r>
            <a:endParaRPr lang="es-MX"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720131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7FD24F22-9F5A-40FA-B5AA-14FD523A92F5}"/>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Operaciones sobre las filas de un </a:t>
            </a:r>
            <a:r>
              <a:rPr lang="es-MX" sz="4000">
                <a:solidFill>
                  <a:srgbClr val="FFFFFF"/>
                </a:solidFill>
                <a:latin typeface="Courier New" panose="02070309020205020404" pitchFamily="49" charset="0"/>
                <a:cs typeface="Courier New" panose="02070309020205020404" pitchFamily="49" charset="0"/>
              </a:rPr>
              <a:t>DataFrame</a:t>
            </a:r>
          </a:p>
        </p:txBody>
      </p:sp>
      <p:sp>
        <p:nvSpPr>
          <p:cNvPr id="3" name="Marcador de contenido 2">
            <a:extLst>
              <a:ext uri="{FF2B5EF4-FFF2-40B4-BE49-F238E27FC236}">
                <a16:creationId xmlns:a16="http://schemas.microsoft.com/office/drawing/2014/main" id="{72E151B2-8196-4440-A4A5-B8DE5AAA744E}"/>
              </a:ext>
            </a:extLst>
          </p:cNvPr>
          <p:cNvSpPr>
            <a:spLocks noGrp="1"/>
          </p:cNvSpPr>
          <p:nvPr>
            <p:ph idx="1"/>
          </p:nvPr>
        </p:nvSpPr>
        <p:spPr>
          <a:xfrm>
            <a:off x="4810259" y="649480"/>
            <a:ext cx="6555347" cy="5546047"/>
          </a:xfrm>
        </p:spPr>
        <p:txBody>
          <a:bodyPr anchor="ctr">
            <a:normAutofit/>
          </a:bodyPr>
          <a:lstStyle/>
          <a:p>
            <a:r>
              <a:rPr lang="es-MX" sz="1700" dirty="0"/>
              <a:t>Para añadir una fila a un </a:t>
            </a:r>
            <a:r>
              <a:rPr lang="es-MX" sz="1700" dirty="0" err="1">
                <a:latin typeface="Courier New" panose="02070309020205020404" pitchFamily="49" charset="0"/>
                <a:cs typeface="Courier New" panose="02070309020205020404" pitchFamily="49" charset="0"/>
              </a:rPr>
              <a:t>DataFrame</a:t>
            </a:r>
            <a:r>
              <a:rPr lang="es-MX" sz="1700" dirty="0"/>
              <a:t> se utiliza el siguiente método:</a:t>
            </a:r>
          </a:p>
          <a:p>
            <a:pPr lvl="1"/>
            <a:r>
              <a:rPr lang="es-MX" sz="1700" dirty="0" err="1">
                <a:latin typeface="Courier New" panose="02070309020205020404" pitchFamily="49" charset="0"/>
                <a:cs typeface="Courier New" panose="02070309020205020404" pitchFamily="49" charset="0"/>
              </a:rPr>
              <a:t>df.append</a:t>
            </a:r>
            <a:r>
              <a:rPr lang="es-MX" sz="1700" dirty="0">
                <a:latin typeface="Courier New" panose="02070309020205020404" pitchFamily="49" charset="0"/>
                <a:cs typeface="Courier New" panose="02070309020205020404" pitchFamily="49" charset="0"/>
              </a:rPr>
              <a:t>(serie, </a:t>
            </a:r>
            <a:r>
              <a:rPr lang="es-MX" sz="1700" dirty="0" err="1">
                <a:latin typeface="Courier New" panose="02070309020205020404" pitchFamily="49" charset="0"/>
                <a:cs typeface="Courier New" panose="02070309020205020404" pitchFamily="49" charset="0"/>
              </a:rPr>
              <a:t>ignore_index</a:t>
            </a:r>
            <a:r>
              <a:rPr lang="es-MX" sz="1700" dirty="0">
                <a:latin typeface="Courier New" panose="02070309020205020404" pitchFamily="49" charset="0"/>
                <a:cs typeface="Courier New" panose="02070309020205020404" pitchFamily="49" charset="0"/>
              </a:rPr>
              <a:t>=True)</a:t>
            </a:r>
            <a:r>
              <a:rPr lang="es-MX" sz="1700" dirty="0"/>
              <a:t>: Devuelve el </a:t>
            </a:r>
            <a:r>
              <a:rPr lang="es-MX" sz="1700" dirty="0" err="1">
                <a:latin typeface="Courier New" panose="02070309020205020404" pitchFamily="49" charset="0"/>
                <a:cs typeface="Courier New" panose="02070309020205020404" pitchFamily="49" charset="0"/>
              </a:rPr>
              <a:t>DataFrame</a:t>
            </a:r>
            <a:r>
              <a:rPr lang="es-MX" sz="1700" dirty="0"/>
              <a:t> que resulta de añadir una fila al </a:t>
            </a:r>
            <a:r>
              <a:rPr lang="es-MX" sz="1700" dirty="0" err="1"/>
              <a:t>DataFrame</a:t>
            </a:r>
            <a:r>
              <a:rPr lang="es-MX" sz="1700" dirty="0"/>
              <a:t> </a:t>
            </a:r>
            <a:r>
              <a:rPr lang="es-MX" sz="1700" dirty="0" err="1">
                <a:latin typeface="Courier New" panose="02070309020205020404" pitchFamily="49" charset="0"/>
                <a:cs typeface="Courier New" panose="02070309020205020404" pitchFamily="49" charset="0"/>
              </a:rPr>
              <a:t>df</a:t>
            </a:r>
            <a:r>
              <a:rPr lang="es-MX" sz="1700" dirty="0"/>
              <a:t> con los valores de la serie </a:t>
            </a:r>
            <a:r>
              <a:rPr lang="es-MX" sz="1700" dirty="0" err="1">
                <a:latin typeface="Courier New" panose="02070309020205020404" pitchFamily="49" charset="0"/>
                <a:cs typeface="Courier New" panose="02070309020205020404" pitchFamily="49" charset="0"/>
              </a:rPr>
              <a:t>serie</a:t>
            </a:r>
            <a:r>
              <a:rPr lang="es-MX" sz="1700" dirty="0"/>
              <a:t>. Los nombres del índice de la serie deben corresponderse con los nombres de las columnas de </a:t>
            </a:r>
            <a:r>
              <a:rPr lang="es-MX" sz="1700" dirty="0" err="1">
                <a:latin typeface="Courier New" panose="02070309020205020404" pitchFamily="49" charset="0"/>
                <a:cs typeface="Courier New" panose="02070309020205020404" pitchFamily="49" charset="0"/>
              </a:rPr>
              <a:t>df</a:t>
            </a:r>
            <a:r>
              <a:rPr lang="es-MX" sz="1700" dirty="0"/>
              <a:t>. Si no se pasa el parámetro </a:t>
            </a:r>
            <a:r>
              <a:rPr lang="es-MX" sz="1700" dirty="0" err="1">
                <a:latin typeface="Courier New" panose="02070309020205020404" pitchFamily="49" charset="0"/>
                <a:cs typeface="Courier New" panose="02070309020205020404" pitchFamily="49" charset="0"/>
              </a:rPr>
              <a:t>ignore_index</a:t>
            </a:r>
            <a:r>
              <a:rPr lang="es-MX" sz="1700" dirty="0">
                <a:latin typeface="Courier New" panose="02070309020205020404" pitchFamily="49" charset="0"/>
                <a:cs typeface="Courier New" panose="02070309020205020404" pitchFamily="49" charset="0"/>
              </a:rPr>
              <a:t> </a:t>
            </a:r>
            <a:r>
              <a:rPr lang="es-MX" sz="1700" dirty="0"/>
              <a:t>entonces debe pasarse el parámetro </a:t>
            </a:r>
            <a:r>
              <a:rPr lang="es-MX" sz="1700" dirty="0" err="1">
                <a:latin typeface="Courier New" panose="02070309020205020404" pitchFamily="49" charset="0"/>
                <a:cs typeface="Courier New" panose="02070309020205020404" pitchFamily="49" charset="0"/>
              </a:rPr>
              <a:t>name</a:t>
            </a:r>
            <a:r>
              <a:rPr lang="es-MX" sz="1700" dirty="0"/>
              <a:t> a la serie, donde su argumento será el nombre de la nueva fila.</a:t>
            </a:r>
          </a:p>
          <a:p>
            <a:pPr lvl="1"/>
            <a:r>
              <a:rPr lang="es-MX" sz="1700" dirty="0"/>
              <a:t>Ejemplo:</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1" i="0" dirty="0" err="1">
                <a:solidFill>
                  <a:srgbClr val="333333"/>
                </a:solidFill>
                <a:effectLst/>
                <a:latin typeface="Courier New" panose="02070309020205020404" pitchFamily="49" charset="0"/>
                <a:cs typeface="Courier New" panose="02070309020205020404" pitchFamily="49" charset="0"/>
              </a:rPr>
              <a:t>import</a:t>
            </a:r>
            <a:r>
              <a:rPr lang="es-MX" sz="1800" b="0" i="0" dirty="0">
                <a:solidFill>
                  <a:srgbClr val="333333"/>
                </a:solidFill>
                <a:effectLst/>
                <a:latin typeface="Courier New" panose="02070309020205020404" pitchFamily="49" charset="0"/>
                <a:cs typeface="Courier New" panose="02070309020205020404" pitchFamily="49" charset="0"/>
              </a:rPr>
              <a:t> pandas </a:t>
            </a:r>
            <a:r>
              <a:rPr lang="es-MX" sz="1800" b="1" i="0" dirty="0">
                <a:solidFill>
                  <a:srgbClr val="333333"/>
                </a:solidFill>
                <a:effectLst/>
                <a:latin typeface="Courier New" panose="02070309020205020404" pitchFamily="49" charset="0"/>
                <a:cs typeface="Courier New" panose="02070309020205020404" pitchFamily="49" charset="0"/>
              </a:rPr>
              <a:t>as</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pd</a:t>
            </a:r>
            <a:endParaRPr lang="es-MX" sz="1800" dirty="0">
              <a:solidFill>
                <a:srgbClr val="333333"/>
              </a:solidFill>
              <a:latin typeface="Courier New" panose="02070309020205020404" pitchFamily="49" charset="0"/>
              <a:cs typeface="Courier New" panose="02070309020205020404" pitchFamily="49" charset="0"/>
            </a:endParaRP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df</a:t>
            </a:r>
            <a:r>
              <a:rPr lang="es-MX" sz="1800" b="0" i="0" dirty="0">
                <a:solidFill>
                  <a:srgbClr val="333333"/>
                </a:solidFill>
                <a:effectLst/>
                <a:latin typeface="Courier New" panose="02070309020205020404" pitchFamily="49" charset="0"/>
                <a:cs typeface="Courier New" panose="02070309020205020404" pitchFamily="49" charset="0"/>
              </a:rPr>
              <a:t> = </a:t>
            </a:r>
            <a:r>
              <a:rPr lang="es-MX" sz="1800" b="0" i="0" dirty="0" err="1">
                <a:solidFill>
                  <a:srgbClr val="333333"/>
                </a:solidFill>
                <a:effectLst/>
                <a:latin typeface="Courier New" panose="02070309020205020404" pitchFamily="49" charset="0"/>
                <a:cs typeface="Courier New" panose="02070309020205020404" pitchFamily="49" charset="0"/>
              </a:rPr>
              <a:t>pd.read_csv</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'https://raw.githubusercontent.com/</a:t>
            </a:r>
            <a:r>
              <a:rPr lang="es-MX" sz="1800" b="0" i="0" dirty="0" err="1">
                <a:solidFill>
                  <a:srgbClr val="DD1144"/>
                </a:solidFill>
                <a:effectLst/>
                <a:latin typeface="Courier New" panose="02070309020205020404" pitchFamily="49" charset="0"/>
                <a:cs typeface="Courier New" panose="02070309020205020404" pitchFamily="49" charset="0"/>
              </a:rPr>
              <a:t>asalber</a:t>
            </a:r>
            <a:r>
              <a:rPr lang="es-MX" sz="1800" b="0" i="0" dirty="0">
                <a:solidFill>
                  <a:srgbClr val="DD1144"/>
                </a:solidFill>
                <a:effectLst/>
                <a:latin typeface="Courier New" panose="02070309020205020404" pitchFamily="49" charset="0"/>
                <a:cs typeface="Courier New" panose="02070309020205020404" pitchFamily="49" charset="0"/>
              </a:rPr>
              <a:t>/manual-</a:t>
            </a:r>
            <a:r>
              <a:rPr lang="es-MX" sz="1800" b="0" i="0" dirty="0" err="1">
                <a:solidFill>
                  <a:srgbClr val="DD1144"/>
                </a:solidFill>
                <a:effectLst/>
                <a:latin typeface="Courier New" panose="02070309020205020404" pitchFamily="49" charset="0"/>
                <a:cs typeface="Courier New" panose="02070309020205020404" pitchFamily="49" charset="0"/>
              </a:rPr>
              <a:t>python</a:t>
            </a:r>
            <a:r>
              <a:rPr lang="es-MX" sz="1800" b="0" i="0" dirty="0">
                <a:solidFill>
                  <a:srgbClr val="DD1144"/>
                </a:solidFill>
                <a:effectLst/>
                <a:latin typeface="Courier New" panose="02070309020205020404" pitchFamily="49" charset="0"/>
                <a:cs typeface="Courier New" panose="02070309020205020404" pitchFamily="49" charset="0"/>
              </a:rPr>
              <a:t>/master/datos/colesterol.csv’</a:t>
            </a:r>
            <a:r>
              <a:rPr lang="es-MX" sz="1800" b="0" i="0" dirty="0">
                <a:solidFill>
                  <a:srgbClr val="333333"/>
                </a:solidFill>
                <a:effectLst/>
                <a:latin typeface="Courier New" panose="02070309020205020404" pitchFamily="49" charset="0"/>
                <a:cs typeface="Courier New" panose="02070309020205020404" pitchFamily="49" charset="0"/>
              </a:rPr>
              <a:t>)</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df</a:t>
            </a:r>
            <a:r>
              <a:rPr lang="es-MX" sz="1800" b="0" i="0" dirty="0">
                <a:solidFill>
                  <a:srgbClr val="333333"/>
                </a:solidFill>
                <a:effectLst/>
                <a:latin typeface="Courier New" panose="02070309020205020404" pitchFamily="49" charset="0"/>
                <a:cs typeface="Courier New" panose="02070309020205020404" pitchFamily="49" charset="0"/>
              </a:rPr>
              <a:t> = </a:t>
            </a:r>
            <a:r>
              <a:rPr lang="es-MX" sz="1800" b="0" i="0" dirty="0" err="1">
                <a:solidFill>
                  <a:srgbClr val="333333"/>
                </a:solidFill>
                <a:effectLst/>
                <a:latin typeface="Courier New" panose="02070309020205020404" pitchFamily="49" charset="0"/>
                <a:cs typeface="Courier New" panose="02070309020205020404" pitchFamily="49" charset="0"/>
              </a:rPr>
              <a:t>df.append</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pd.Series</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'Carlos Rivas'</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008080"/>
                </a:solidFill>
                <a:effectLst/>
                <a:latin typeface="Courier New" panose="02070309020205020404" pitchFamily="49" charset="0"/>
                <a:cs typeface="Courier New" panose="02070309020205020404" pitchFamily="49" charset="0"/>
              </a:rPr>
              <a:t>28</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'H'</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008080"/>
                </a:solidFill>
                <a:effectLst/>
                <a:latin typeface="Courier New" panose="02070309020205020404" pitchFamily="49" charset="0"/>
                <a:cs typeface="Courier New" panose="02070309020205020404" pitchFamily="49" charset="0"/>
              </a:rPr>
              <a:t>89.0</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008080"/>
                </a:solidFill>
                <a:effectLst/>
                <a:latin typeface="Courier New" panose="02070309020205020404" pitchFamily="49" charset="0"/>
                <a:cs typeface="Courier New" panose="02070309020205020404" pitchFamily="49" charset="0"/>
              </a:rPr>
              <a:t>1.78</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008080"/>
                </a:solidFill>
                <a:effectLst/>
                <a:latin typeface="Courier New" panose="02070309020205020404" pitchFamily="49" charset="0"/>
                <a:cs typeface="Courier New" panose="02070309020205020404" pitchFamily="49" charset="0"/>
              </a:rPr>
              <a:t>245.0</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index</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a:t>
            </a:r>
            <a:r>
              <a:rPr lang="es-MX" sz="1800" b="0" i="0" dirty="0" err="1">
                <a:solidFill>
                  <a:srgbClr val="DD1144"/>
                </a:solidFill>
                <a:effectLst/>
                <a:latin typeface="Courier New" panose="02070309020205020404" pitchFamily="49" charset="0"/>
                <a:cs typeface="Courier New" panose="02070309020205020404" pitchFamily="49" charset="0"/>
              </a:rPr>
              <a:t>nombre'</a:t>
            </a:r>
            <a:r>
              <a:rPr lang="es-MX" sz="1800" b="0" i="0" dirty="0" err="1">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DD1144"/>
                </a:solidFill>
                <a:effectLst/>
                <a:latin typeface="Courier New" panose="02070309020205020404" pitchFamily="49" charset="0"/>
                <a:cs typeface="Courier New" panose="02070309020205020404" pitchFamily="49" charset="0"/>
              </a:rPr>
              <a:t>'edad'</a:t>
            </a:r>
            <a:r>
              <a:rPr lang="es-MX" sz="1800" b="0" i="0" dirty="0" err="1">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DD1144"/>
                </a:solidFill>
                <a:effectLst/>
                <a:latin typeface="Courier New" panose="02070309020205020404" pitchFamily="49" charset="0"/>
                <a:cs typeface="Courier New" panose="02070309020205020404" pitchFamily="49" charset="0"/>
              </a:rPr>
              <a:t>'sexo'</a:t>
            </a:r>
            <a:r>
              <a:rPr lang="es-MX" sz="1800" b="0" i="0" dirty="0" err="1">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DD1144"/>
                </a:solidFill>
                <a:effectLst/>
                <a:latin typeface="Courier New" panose="02070309020205020404" pitchFamily="49" charset="0"/>
                <a:cs typeface="Courier New" panose="02070309020205020404" pitchFamily="49" charset="0"/>
              </a:rPr>
              <a:t>'peso'</a:t>
            </a:r>
            <a:r>
              <a:rPr lang="es-MX" sz="1800" b="0" i="0" dirty="0" err="1">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DD1144"/>
                </a:solidFill>
                <a:effectLst/>
                <a:latin typeface="Courier New" panose="02070309020205020404" pitchFamily="49" charset="0"/>
                <a:cs typeface="Courier New" panose="02070309020205020404" pitchFamily="49" charset="0"/>
              </a:rPr>
              <a:t>'altura'</a:t>
            </a:r>
            <a:r>
              <a:rPr lang="es-MX" sz="1800" b="0" i="0" dirty="0" err="1">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DD1144"/>
                </a:solidFill>
                <a:effectLst/>
                <a:latin typeface="Courier New" panose="02070309020205020404" pitchFamily="49" charset="0"/>
                <a:cs typeface="Courier New" panose="02070309020205020404" pitchFamily="49" charset="0"/>
              </a:rPr>
              <a:t>'colesterol</a:t>
            </a:r>
            <a:r>
              <a:rPr lang="es-MX" sz="1800" b="0" i="0" dirty="0">
                <a:solidFill>
                  <a:srgbClr val="DD1144"/>
                </a:solidFill>
                <a:effectLst/>
                <a:latin typeface="Courier New" panose="02070309020205020404" pitchFamily="49" charset="0"/>
                <a:cs typeface="Courier New" panose="02070309020205020404" pitchFamily="49" charset="0"/>
              </a:rPr>
              <a:t>'</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ignore_index</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008080"/>
                </a:solidFill>
                <a:effectLst/>
                <a:latin typeface="Courier New" panose="02070309020205020404" pitchFamily="49" charset="0"/>
                <a:cs typeface="Courier New" panose="02070309020205020404" pitchFamily="49" charset="0"/>
              </a:rPr>
              <a:t>True</a:t>
            </a:r>
            <a:r>
              <a:rPr lang="es-MX" sz="1800" b="0" i="0" dirty="0">
                <a:solidFill>
                  <a:srgbClr val="333333"/>
                </a:solidFill>
                <a:effectLst/>
                <a:latin typeface="Courier New" panose="02070309020205020404" pitchFamily="49" charset="0"/>
                <a:cs typeface="Courier New" panose="02070309020205020404" pitchFamily="49" charset="0"/>
              </a:rPr>
              <a:t>)</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print</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df.tail</a:t>
            </a:r>
            <a:r>
              <a:rPr lang="es-MX" sz="1800" b="0" i="0" dirty="0">
                <a:solidFill>
                  <a:srgbClr val="333333"/>
                </a:solidFill>
                <a:effectLst/>
                <a:latin typeface="Courier New" panose="02070309020205020404" pitchFamily="49" charset="0"/>
                <a:cs typeface="Courier New" panose="02070309020205020404" pitchFamily="49" charset="0"/>
              </a:rPr>
              <a:t>())</a:t>
            </a:r>
            <a:endParaRPr lang="es-MX" sz="1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580939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7FD24F22-9F5A-40FA-B5AA-14FD523A92F5}"/>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Operaciones sobre las filas de un </a:t>
            </a:r>
            <a:r>
              <a:rPr lang="es-MX" sz="4000">
                <a:solidFill>
                  <a:srgbClr val="FFFFFF"/>
                </a:solidFill>
                <a:latin typeface="Courier New" panose="02070309020205020404" pitchFamily="49" charset="0"/>
                <a:cs typeface="Courier New" panose="02070309020205020404" pitchFamily="49" charset="0"/>
              </a:rPr>
              <a:t>DataFrame</a:t>
            </a:r>
          </a:p>
        </p:txBody>
      </p:sp>
      <p:sp>
        <p:nvSpPr>
          <p:cNvPr id="3" name="Marcador de contenido 2">
            <a:extLst>
              <a:ext uri="{FF2B5EF4-FFF2-40B4-BE49-F238E27FC236}">
                <a16:creationId xmlns:a16="http://schemas.microsoft.com/office/drawing/2014/main" id="{72E151B2-8196-4440-A4A5-B8DE5AAA744E}"/>
              </a:ext>
            </a:extLst>
          </p:cNvPr>
          <p:cNvSpPr>
            <a:spLocks noGrp="1"/>
          </p:cNvSpPr>
          <p:nvPr>
            <p:ph idx="1"/>
          </p:nvPr>
        </p:nvSpPr>
        <p:spPr>
          <a:xfrm>
            <a:off x="4810259" y="649480"/>
            <a:ext cx="6555347" cy="5546047"/>
          </a:xfrm>
        </p:spPr>
        <p:txBody>
          <a:bodyPr anchor="ctr">
            <a:normAutofit/>
          </a:bodyPr>
          <a:lstStyle/>
          <a:p>
            <a:r>
              <a:rPr lang="es-MX" sz="2000" dirty="0"/>
              <a:t>Para eliminar filas de un </a:t>
            </a:r>
            <a:r>
              <a:rPr lang="es-MX" sz="2000" dirty="0" err="1">
                <a:latin typeface="Courier New" panose="02070309020205020404" pitchFamily="49" charset="0"/>
                <a:cs typeface="Courier New" panose="02070309020205020404" pitchFamily="49" charset="0"/>
              </a:rPr>
              <a:t>DataFrame</a:t>
            </a:r>
            <a:r>
              <a:rPr lang="es-MX" sz="2000" dirty="0"/>
              <a:t> se utilizan el siguiente método:</a:t>
            </a:r>
          </a:p>
          <a:p>
            <a:pPr lvl="1"/>
            <a:r>
              <a:rPr lang="es-MX" sz="2000" dirty="0" err="1">
                <a:latin typeface="Courier New" panose="02070309020205020404" pitchFamily="49" charset="0"/>
                <a:cs typeface="Courier New" panose="02070309020205020404" pitchFamily="49" charset="0"/>
              </a:rPr>
              <a:t>df.drop</a:t>
            </a:r>
            <a:r>
              <a:rPr lang="es-MX" sz="2000" dirty="0">
                <a:latin typeface="Courier New" panose="02070309020205020404" pitchFamily="49" charset="0"/>
                <a:cs typeface="Courier New" panose="02070309020205020404" pitchFamily="49" charset="0"/>
              </a:rPr>
              <a:t>(filas)</a:t>
            </a:r>
            <a:r>
              <a:rPr lang="es-MX" sz="2000" dirty="0"/>
              <a:t>: Devuelve el </a:t>
            </a:r>
            <a:r>
              <a:rPr lang="es-MX" sz="2000" dirty="0" err="1"/>
              <a:t>DataFrame</a:t>
            </a:r>
            <a:r>
              <a:rPr lang="es-MX" sz="2000" dirty="0"/>
              <a:t> que resulta de eliminar las filas con los nombres indicados en la lista filas del </a:t>
            </a:r>
            <a:r>
              <a:rPr lang="es-MX" sz="2000" dirty="0" err="1"/>
              <a:t>DataFrame</a:t>
            </a:r>
            <a:r>
              <a:rPr lang="es-MX" sz="2000" dirty="0"/>
              <a:t> </a:t>
            </a:r>
            <a:r>
              <a:rPr lang="es-MX" sz="2000" dirty="0" err="1">
                <a:latin typeface="Courier New" panose="02070309020205020404" pitchFamily="49" charset="0"/>
                <a:cs typeface="Courier New" panose="02070309020205020404" pitchFamily="49" charset="0"/>
              </a:rPr>
              <a:t>df</a:t>
            </a:r>
            <a:r>
              <a:rPr lang="es-MX" sz="2000" dirty="0"/>
              <a:t>.</a:t>
            </a:r>
          </a:p>
          <a:p>
            <a:pPr lvl="1"/>
            <a:r>
              <a:rPr lang="es-MX" sz="2000" dirty="0"/>
              <a:t>Ejemplo:</a:t>
            </a: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1" i="0" dirty="0" err="1">
                <a:solidFill>
                  <a:srgbClr val="333333"/>
                </a:solidFill>
                <a:effectLst/>
                <a:latin typeface="Courier New" panose="02070309020205020404" pitchFamily="49" charset="0"/>
                <a:cs typeface="Courier New" panose="02070309020205020404" pitchFamily="49" charset="0"/>
              </a:rPr>
              <a:t>import</a:t>
            </a:r>
            <a:r>
              <a:rPr lang="es-MX" b="0" i="0" dirty="0">
                <a:solidFill>
                  <a:srgbClr val="333333"/>
                </a:solidFill>
                <a:effectLst/>
                <a:latin typeface="Courier New" panose="02070309020205020404" pitchFamily="49" charset="0"/>
                <a:cs typeface="Courier New" panose="02070309020205020404" pitchFamily="49" charset="0"/>
              </a:rPr>
              <a:t> pandas </a:t>
            </a:r>
            <a:r>
              <a:rPr lang="es-MX" b="1" i="0" dirty="0">
                <a:solidFill>
                  <a:srgbClr val="333333"/>
                </a:solidFill>
                <a:effectLst/>
                <a:latin typeface="Courier New" panose="02070309020205020404" pitchFamily="49" charset="0"/>
                <a:cs typeface="Courier New" panose="02070309020205020404" pitchFamily="49" charset="0"/>
              </a:rPr>
              <a:t>as</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err="1">
                <a:solidFill>
                  <a:srgbClr val="333333"/>
                </a:solidFill>
                <a:effectLst/>
                <a:latin typeface="Courier New" panose="02070309020205020404" pitchFamily="49" charset="0"/>
                <a:cs typeface="Courier New" panose="02070309020205020404" pitchFamily="49" charset="0"/>
              </a:rPr>
              <a:t>pd</a:t>
            </a:r>
            <a:endParaRPr lang="es-MX" dirty="0">
              <a:solidFill>
                <a:srgbClr val="333333"/>
              </a:solidFill>
              <a:latin typeface="Courier New" panose="02070309020205020404" pitchFamily="49" charset="0"/>
              <a:cs typeface="Courier New" panose="02070309020205020404" pitchFamily="49" charset="0"/>
            </a:endParaRP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0" i="0" dirty="0" err="1">
                <a:solidFill>
                  <a:srgbClr val="333333"/>
                </a:solidFill>
                <a:effectLst/>
                <a:latin typeface="Courier New" panose="02070309020205020404" pitchFamily="49" charset="0"/>
                <a:cs typeface="Courier New" panose="02070309020205020404" pitchFamily="49" charset="0"/>
              </a:rPr>
              <a:t>df</a:t>
            </a:r>
            <a:r>
              <a:rPr lang="es-MX" b="0" i="0" dirty="0">
                <a:solidFill>
                  <a:srgbClr val="333333"/>
                </a:solidFill>
                <a:effectLst/>
                <a:latin typeface="Courier New" panose="02070309020205020404" pitchFamily="49" charset="0"/>
                <a:cs typeface="Courier New" panose="02070309020205020404" pitchFamily="49" charset="0"/>
              </a:rPr>
              <a:t> = </a:t>
            </a:r>
            <a:r>
              <a:rPr lang="es-MX" b="0" i="0" dirty="0" err="1">
                <a:solidFill>
                  <a:srgbClr val="333333"/>
                </a:solidFill>
                <a:effectLst/>
                <a:latin typeface="Courier New" panose="02070309020205020404" pitchFamily="49" charset="0"/>
                <a:cs typeface="Courier New" panose="02070309020205020404" pitchFamily="49" charset="0"/>
              </a:rPr>
              <a:t>pd.read_csv</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'https://raw.githubusercontent.com/</a:t>
            </a:r>
            <a:r>
              <a:rPr lang="es-MX" b="0" i="0" dirty="0" err="1">
                <a:solidFill>
                  <a:srgbClr val="DD1144"/>
                </a:solidFill>
                <a:effectLst/>
                <a:latin typeface="Courier New" panose="02070309020205020404" pitchFamily="49" charset="0"/>
                <a:cs typeface="Courier New" panose="02070309020205020404" pitchFamily="49" charset="0"/>
              </a:rPr>
              <a:t>asalber</a:t>
            </a:r>
            <a:r>
              <a:rPr lang="es-MX" b="0" i="0" dirty="0">
                <a:solidFill>
                  <a:srgbClr val="DD1144"/>
                </a:solidFill>
                <a:effectLst/>
                <a:latin typeface="Courier New" panose="02070309020205020404" pitchFamily="49" charset="0"/>
                <a:cs typeface="Courier New" panose="02070309020205020404" pitchFamily="49" charset="0"/>
              </a:rPr>
              <a:t>/manual-</a:t>
            </a:r>
            <a:r>
              <a:rPr lang="es-MX" b="0" i="0" dirty="0" err="1">
                <a:solidFill>
                  <a:srgbClr val="DD1144"/>
                </a:solidFill>
                <a:effectLst/>
                <a:latin typeface="Courier New" panose="02070309020205020404" pitchFamily="49" charset="0"/>
                <a:cs typeface="Courier New" panose="02070309020205020404" pitchFamily="49" charset="0"/>
              </a:rPr>
              <a:t>python</a:t>
            </a:r>
            <a:r>
              <a:rPr lang="es-MX" b="0" i="0" dirty="0">
                <a:solidFill>
                  <a:srgbClr val="DD1144"/>
                </a:solidFill>
                <a:effectLst/>
                <a:latin typeface="Courier New" panose="02070309020205020404" pitchFamily="49" charset="0"/>
                <a:cs typeface="Courier New" panose="02070309020205020404" pitchFamily="49" charset="0"/>
              </a:rPr>
              <a:t>/master/datos/colesterol.csv’</a:t>
            </a:r>
            <a:r>
              <a:rPr lang="es-MX" b="0" i="0" dirty="0">
                <a:solidFill>
                  <a:srgbClr val="333333"/>
                </a:solidFill>
                <a:effectLst/>
                <a:latin typeface="Courier New" panose="02070309020205020404" pitchFamily="49" charset="0"/>
                <a:cs typeface="Courier New" panose="02070309020205020404" pitchFamily="49" charset="0"/>
              </a:rPr>
              <a:t>)</a:t>
            </a: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0" i="0" dirty="0" err="1">
                <a:solidFill>
                  <a:srgbClr val="333333"/>
                </a:solidFill>
                <a:effectLst/>
                <a:latin typeface="Courier New" panose="02070309020205020404" pitchFamily="49" charset="0"/>
                <a:cs typeface="Courier New" panose="02070309020205020404" pitchFamily="49" charset="0"/>
              </a:rPr>
              <a:t>print</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err="1">
                <a:solidFill>
                  <a:srgbClr val="333333"/>
                </a:solidFill>
                <a:effectLst/>
                <a:latin typeface="Courier New" panose="02070309020205020404" pitchFamily="49" charset="0"/>
                <a:cs typeface="Courier New" panose="02070309020205020404" pitchFamily="49" charset="0"/>
              </a:rPr>
              <a:t>df.drop</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a:solidFill>
                  <a:srgbClr val="008080"/>
                </a:solidFill>
                <a:effectLst/>
                <a:latin typeface="Courier New" panose="02070309020205020404" pitchFamily="49" charset="0"/>
                <a:cs typeface="Courier New" panose="02070309020205020404" pitchFamily="49" charset="0"/>
              </a:rPr>
              <a:t>1</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008080"/>
                </a:solidFill>
                <a:effectLst/>
                <a:latin typeface="Courier New" panose="02070309020205020404" pitchFamily="49" charset="0"/>
                <a:cs typeface="Courier New" panose="02070309020205020404" pitchFamily="49" charset="0"/>
              </a:rPr>
              <a:t>3</a:t>
            </a:r>
            <a:r>
              <a:rPr lang="es-MX" b="0" i="0" dirty="0">
                <a:solidFill>
                  <a:srgbClr val="333333"/>
                </a:solidFill>
                <a:effectLst/>
                <a:latin typeface="Courier New" panose="02070309020205020404" pitchFamily="49" charset="0"/>
                <a:cs typeface="Courier New" panose="02070309020205020404" pitchFamily="49" charset="0"/>
              </a:rPr>
              <a:t>]))</a:t>
            </a:r>
            <a:endParaRPr lang="es-MX"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098260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9DA5D1E-75AB-46E4-B0CD-76BB27BF1821}"/>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Operaciones sobre las filas de un </a:t>
            </a:r>
            <a:r>
              <a:rPr lang="es-MX" sz="4000">
                <a:solidFill>
                  <a:srgbClr val="FFFFFF"/>
                </a:solidFill>
                <a:latin typeface="Courier New" panose="02070309020205020404" pitchFamily="49" charset="0"/>
                <a:cs typeface="Courier New" panose="02070309020205020404" pitchFamily="49" charset="0"/>
              </a:rPr>
              <a:t>DataFrame</a:t>
            </a:r>
            <a:endParaRPr lang="es-MX" sz="4000">
              <a:solidFill>
                <a:srgbClr val="FFFFFF"/>
              </a:solidFill>
            </a:endParaRPr>
          </a:p>
        </p:txBody>
      </p:sp>
      <p:sp>
        <p:nvSpPr>
          <p:cNvPr id="3" name="Marcador de contenido 2">
            <a:extLst>
              <a:ext uri="{FF2B5EF4-FFF2-40B4-BE49-F238E27FC236}">
                <a16:creationId xmlns:a16="http://schemas.microsoft.com/office/drawing/2014/main" id="{288B54FF-A11C-4D9A-9B9E-2BEEDAEA378F}"/>
              </a:ext>
            </a:extLst>
          </p:cNvPr>
          <p:cNvSpPr>
            <a:spLocks noGrp="1"/>
          </p:cNvSpPr>
          <p:nvPr>
            <p:ph idx="1"/>
          </p:nvPr>
        </p:nvSpPr>
        <p:spPr>
          <a:xfrm>
            <a:off x="4810259" y="649480"/>
            <a:ext cx="6555347" cy="5546047"/>
          </a:xfrm>
        </p:spPr>
        <p:txBody>
          <a:bodyPr anchor="ctr">
            <a:normAutofit/>
          </a:bodyPr>
          <a:lstStyle/>
          <a:p>
            <a:r>
              <a:rPr lang="es-MX" sz="1900" dirty="0"/>
              <a:t>Filtrado de las filas de un </a:t>
            </a:r>
            <a:r>
              <a:rPr lang="es-MX" sz="1900" dirty="0" err="1">
                <a:latin typeface="Courier New" panose="02070309020205020404" pitchFamily="49" charset="0"/>
                <a:cs typeface="Courier New" panose="02070309020205020404" pitchFamily="49" charset="0"/>
              </a:rPr>
              <a:t>DataFrame</a:t>
            </a:r>
            <a:endParaRPr lang="es-MX" sz="1900" dirty="0">
              <a:latin typeface="Courier New" panose="02070309020205020404" pitchFamily="49" charset="0"/>
              <a:cs typeface="Courier New" panose="02070309020205020404" pitchFamily="49" charset="0"/>
            </a:endParaRPr>
          </a:p>
          <a:p>
            <a:pPr lvl="1"/>
            <a:r>
              <a:rPr lang="es-MX" sz="1900" dirty="0"/>
              <a:t>Una operación bastante común con un </a:t>
            </a:r>
            <a:r>
              <a:rPr lang="es-MX" sz="1900" dirty="0" err="1">
                <a:latin typeface="Courier New" panose="02070309020205020404" pitchFamily="49" charset="0"/>
                <a:cs typeface="Courier New" panose="02070309020205020404" pitchFamily="49" charset="0"/>
              </a:rPr>
              <a:t>DataFrame</a:t>
            </a:r>
            <a:r>
              <a:rPr lang="es-MX" sz="1900" dirty="0"/>
              <a:t> es obtener las filas que cumplen una determinada condición.</a:t>
            </a:r>
          </a:p>
          <a:p>
            <a:pPr lvl="1"/>
            <a:r>
              <a:rPr lang="es-MX" sz="1900" dirty="0" err="1">
                <a:latin typeface="Courier New" panose="02070309020205020404" pitchFamily="49" charset="0"/>
                <a:cs typeface="Courier New" panose="02070309020205020404" pitchFamily="49" charset="0"/>
              </a:rPr>
              <a:t>df</a:t>
            </a:r>
            <a:r>
              <a:rPr lang="es-MX" sz="1900" dirty="0">
                <a:latin typeface="Courier New" panose="02070309020205020404" pitchFamily="49" charset="0"/>
                <a:cs typeface="Courier New" panose="02070309020205020404" pitchFamily="49" charset="0"/>
              </a:rPr>
              <a:t>[</a:t>
            </a:r>
            <a:r>
              <a:rPr lang="es-MX" sz="1900" dirty="0" err="1">
                <a:latin typeface="Courier New" panose="02070309020205020404" pitchFamily="49" charset="0"/>
                <a:cs typeface="Courier New" panose="02070309020205020404" pitchFamily="49" charset="0"/>
              </a:rPr>
              <a:t>condicion</a:t>
            </a:r>
            <a:r>
              <a:rPr lang="es-MX" sz="1900" dirty="0">
                <a:latin typeface="Courier New" panose="02070309020205020404" pitchFamily="49" charset="0"/>
                <a:cs typeface="Courier New" panose="02070309020205020404" pitchFamily="49" charset="0"/>
              </a:rPr>
              <a:t>]</a:t>
            </a:r>
            <a:r>
              <a:rPr lang="es-MX" sz="1900" dirty="0"/>
              <a:t>: Devuelve un </a:t>
            </a:r>
            <a:r>
              <a:rPr lang="es-MX" sz="1900" dirty="0" err="1">
                <a:latin typeface="Courier New" panose="02070309020205020404" pitchFamily="49" charset="0"/>
                <a:cs typeface="Courier New" panose="02070309020205020404" pitchFamily="49" charset="0"/>
              </a:rPr>
              <a:t>DataFrame</a:t>
            </a:r>
            <a:r>
              <a:rPr lang="es-MX" sz="1900" dirty="0"/>
              <a:t> con las filas del </a:t>
            </a:r>
            <a:r>
              <a:rPr lang="es-MX" sz="1900" dirty="0" err="1"/>
              <a:t>DataFrame</a:t>
            </a:r>
            <a:r>
              <a:rPr lang="es-MX" sz="1900" dirty="0"/>
              <a:t> </a:t>
            </a:r>
            <a:r>
              <a:rPr lang="es-MX" sz="1900" dirty="0" err="1">
                <a:latin typeface="Courier New" panose="02070309020205020404" pitchFamily="49" charset="0"/>
                <a:cs typeface="Courier New" panose="02070309020205020404" pitchFamily="49" charset="0"/>
              </a:rPr>
              <a:t>df</a:t>
            </a:r>
            <a:r>
              <a:rPr lang="es-MX" sz="1900" dirty="0"/>
              <a:t> que se corresponden con el valor </a:t>
            </a:r>
            <a:r>
              <a:rPr lang="es-MX" sz="1900" dirty="0">
                <a:latin typeface="Courier New" panose="02070309020205020404" pitchFamily="49" charset="0"/>
                <a:cs typeface="Courier New" panose="02070309020205020404" pitchFamily="49" charset="0"/>
              </a:rPr>
              <a:t>True</a:t>
            </a:r>
            <a:r>
              <a:rPr lang="es-MX" sz="1900" dirty="0"/>
              <a:t> de la lista booleana </a:t>
            </a:r>
            <a:r>
              <a:rPr lang="es-MX" sz="1900" dirty="0" err="1">
                <a:latin typeface="Courier New" panose="02070309020205020404" pitchFamily="49" charset="0"/>
                <a:cs typeface="Courier New" panose="02070309020205020404" pitchFamily="49" charset="0"/>
              </a:rPr>
              <a:t>condicion</a:t>
            </a:r>
            <a:r>
              <a:rPr lang="es-MX" sz="1900" dirty="0"/>
              <a:t>. </a:t>
            </a:r>
            <a:r>
              <a:rPr lang="es-MX" sz="1900" dirty="0" err="1">
                <a:latin typeface="Courier New" panose="02070309020205020404" pitchFamily="49" charset="0"/>
                <a:cs typeface="Courier New" panose="02070309020205020404" pitchFamily="49" charset="0"/>
              </a:rPr>
              <a:t>condicion</a:t>
            </a:r>
            <a:r>
              <a:rPr lang="es-MX" sz="1900" dirty="0"/>
              <a:t> debe ser una lista de valores booleanos de la misma longitud que el número de filas del </a:t>
            </a:r>
            <a:r>
              <a:rPr lang="es-MX" sz="1900" dirty="0" err="1">
                <a:latin typeface="Courier New" panose="02070309020205020404" pitchFamily="49" charset="0"/>
                <a:cs typeface="Courier New" panose="02070309020205020404" pitchFamily="49" charset="0"/>
              </a:rPr>
              <a:t>DataFrame</a:t>
            </a:r>
            <a:r>
              <a:rPr lang="es-MX" sz="1900" dirty="0"/>
              <a:t>.</a:t>
            </a:r>
          </a:p>
          <a:p>
            <a:pPr lvl="1"/>
            <a:r>
              <a:rPr lang="es-MX" sz="1900" dirty="0"/>
              <a:t>Ejemplo:</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1" i="0" dirty="0" err="1">
                <a:solidFill>
                  <a:srgbClr val="333333"/>
                </a:solidFill>
                <a:effectLst/>
                <a:latin typeface="Courier New" panose="02070309020205020404" pitchFamily="49" charset="0"/>
                <a:cs typeface="Courier New" panose="02070309020205020404" pitchFamily="49" charset="0"/>
              </a:rPr>
              <a:t>import</a:t>
            </a:r>
            <a:r>
              <a:rPr lang="es-MX" sz="1800" b="0" i="0" dirty="0">
                <a:solidFill>
                  <a:srgbClr val="333333"/>
                </a:solidFill>
                <a:effectLst/>
                <a:latin typeface="Courier New" panose="02070309020205020404" pitchFamily="49" charset="0"/>
                <a:cs typeface="Courier New" panose="02070309020205020404" pitchFamily="49" charset="0"/>
              </a:rPr>
              <a:t> pandas </a:t>
            </a:r>
            <a:r>
              <a:rPr lang="es-MX" sz="1800" b="1" i="0" dirty="0">
                <a:solidFill>
                  <a:srgbClr val="333333"/>
                </a:solidFill>
                <a:effectLst/>
                <a:latin typeface="Courier New" panose="02070309020205020404" pitchFamily="49" charset="0"/>
                <a:cs typeface="Courier New" panose="02070309020205020404" pitchFamily="49" charset="0"/>
              </a:rPr>
              <a:t>as</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pd</a:t>
            </a:r>
            <a:endParaRPr lang="es-MX" sz="1800" b="0" i="0" dirty="0">
              <a:solidFill>
                <a:srgbClr val="333333"/>
              </a:solidFill>
              <a:effectLst/>
              <a:latin typeface="Courier New" panose="02070309020205020404" pitchFamily="49" charset="0"/>
              <a:cs typeface="Courier New" panose="02070309020205020404" pitchFamily="49" charset="0"/>
            </a:endParaRP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df</a:t>
            </a:r>
            <a:r>
              <a:rPr lang="es-MX" sz="1800" b="0" i="0" dirty="0">
                <a:solidFill>
                  <a:srgbClr val="333333"/>
                </a:solidFill>
                <a:effectLst/>
                <a:latin typeface="Courier New" panose="02070309020205020404" pitchFamily="49" charset="0"/>
                <a:cs typeface="Courier New" panose="02070309020205020404" pitchFamily="49" charset="0"/>
              </a:rPr>
              <a:t> = </a:t>
            </a:r>
            <a:r>
              <a:rPr lang="es-MX" sz="1800" b="0" i="0" dirty="0" err="1">
                <a:solidFill>
                  <a:srgbClr val="333333"/>
                </a:solidFill>
                <a:effectLst/>
                <a:latin typeface="Courier New" panose="02070309020205020404" pitchFamily="49" charset="0"/>
                <a:cs typeface="Courier New" panose="02070309020205020404" pitchFamily="49" charset="0"/>
              </a:rPr>
              <a:t>pd.read_csv</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'https://raw.githubusercontent.com/</a:t>
            </a:r>
            <a:r>
              <a:rPr lang="es-MX" sz="1800" b="0" i="0" dirty="0" err="1">
                <a:solidFill>
                  <a:srgbClr val="DD1144"/>
                </a:solidFill>
                <a:effectLst/>
                <a:latin typeface="Courier New" panose="02070309020205020404" pitchFamily="49" charset="0"/>
                <a:cs typeface="Courier New" panose="02070309020205020404" pitchFamily="49" charset="0"/>
              </a:rPr>
              <a:t>asalber</a:t>
            </a:r>
            <a:r>
              <a:rPr lang="es-MX" sz="1800" b="0" i="0" dirty="0">
                <a:solidFill>
                  <a:srgbClr val="DD1144"/>
                </a:solidFill>
                <a:effectLst/>
                <a:latin typeface="Courier New" panose="02070309020205020404" pitchFamily="49" charset="0"/>
                <a:cs typeface="Courier New" panose="02070309020205020404" pitchFamily="49" charset="0"/>
              </a:rPr>
              <a:t>/manual-</a:t>
            </a:r>
            <a:r>
              <a:rPr lang="es-MX" sz="1800" b="0" i="0" dirty="0" err="1">
                <a:solidFill>
                  <a:srgbClr val="DD1144"/>
                </a:solidFill>
                <a:effectLst/>
                <a:latin typeface="Courier New" panose="02070309020205020404" pitchFamily="49" charset="0"/>
                <a:cs typeface="Courier New" panose="02070309020205020404" pitchFamily="49" charset="0"/>
              </a:rPr>
              <a:t>python</a:t>
            </a:r>
            <a:r>
              <a:rPr lang="es-MX" sz="1800" b="0" i="0" dirty="0">
                <a:solidFill>
                  <a:srgbClr val="DD1144"/>
                </a:solidFill>
                <a:effectLst/>
                <a:latin typeface="Courier New" panose="02070309020205020404" pitchFamily="49" charset="0"/>
                <a:cs typeface="Courier New" panose="02070309020205020404" pitchFamily="49" charset="0"/>
              </a:rPr>
              <a:t>/master/datos/colesterol.csv’</a:t>
            </a:r>
            <a:r>
              <a:rPr lang="es-MX" sz="1800" b="0" i="0" dirty="0">
                <a:solidFill>
                  <a:srgbClr val="333333"/>
                </a:solidFill>
                <a:effectLst/>
                <a:latin typeface="Courier New" panose="02070309020205020404" pitchFamily="49" charset="0"/>
                <a:cs typeface="Courier New" panose="02070309020205020404" pitchFamily="49" charset="0"/>
              </a:rPr>
              <a:t>)</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print</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df</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df</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'sexo'</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'H'</a:t>
            </a:r>
            <a:r>
              <a:rPr lang="es-MX" sz="1800" b="0" i="0" dirty="0">
                <a:solidFill>
                  <a:srgbClr val="333333"/>
                </a:solidFill>
                <a:effectLst/>
                <a:latin typeface="Courier New" panose="02070309020205020404" pitchFamily="49" charset="0"/>
                <a:cs typeface="Courier New" panose="02070309020205020404" pitchFamily="49" charset="0"/>
              </a:rPr>
              <a:t>) &amp; (</a:t>
            </a:r>
            <a:r>
              <a:rPr lang="es-MX" sz="1800" b="0" i="0" dirty="0" err="1">
                <a:solidFill>
                  <a:srgbClr val="333333"/>
                </a:solidFill>
                <a:effectLst/>
                <a:latin typeface="Courier New" panose="02070309020205020404" pitchFamily="49" charset="0"/>
                <a:cs typeface="Courier New" panose="02070309020205020404" pitchFamily="49" charset="0"/>
              </a:rPr>
              <a:t>df</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'colesterol'</a:t>
            </a:r>
            <a:r>
              <a:rPr lang="es-MX" sz="1800" b="0" i="0" dirty="0">
                <a:solidFill>
                  <a:srgbClr val="333333"/>
                </a:solidFill>
                <a:effectLst/>
                <a:latin typeface="Courier New" panose="02070309020205020404" pitchFamily="49" charset="0"/>
                <a:cs typeface="Courier New" panose="02070309020205020404" pitchFamily="49" charset="0"/>
              </a:rPr>
              <a:t>] &gt; </a:t>
            </a:r>
            <a:r>
              <a:rPr lang="es-MX" sz="1800" b="0" i="0" dirty="0">
                <a:solidFill>
                  <a:srgbClr val="008080"/>
                </a:solidFill>
                <a:effectLst/>
                <a:latin typeface="Courier New" panose="02070309020205020404" pitchFamily="49" charset="0"/>
                <a:cs typeface="Courier New" panose="02070309020205020404" pitchFamily="49" charset="0"/>
              </a:rPr>
              <a:t>260</a:t>
            </a:r>
            <a:r>
              <a:rPr lang="es-MX" sz="1800" b="0" i="0" dirty="0">
                <a:solidFill>
                  <a:srgbClr val="333333"/>
                </a:solidFill>
                <a:effectLst/>
                <a:latin typeface="Courier New" panose="02070309020205020404" pitchFamily="49" charset="0"/>
                <a:cs typeface="Courier New" panose="02070309020205020404" pitchFamily="49" charset="0"/>
              </a:rPr>
              <a:t>)])</a:t>
            </a:r>
            <a:endParaRPr lang="es-MX" sz="1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088868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9E6A06E3-37CB-48AE-81DB-FE741D4B9966}"/>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Ordenar un </a:t>
            </a:r>
            <a:r>
              <a:rPr lang="es-MX" sz="4000">
                <a:solidFill>
                  <a:srgbClr val="FFFFFF"/>
                </a:solidFill>
                <a:latin typeface="Courier New" panose="02070309020205020404" pitchFamily="49" charset="0"/>
                <a:cs typeface="Courier New" panose="02070309020205020404" pitchFamily="49" charset="0"/>
              </a:rPr>
              <a:t>DataFrame</a:t>
            </a:r>
          </a:p>
        </p:txBody>
      </p:sp>
      <p:sp>
        <p:nvSpPr>
          <p:cNvPr id="3" name="Marcador de contenido 2">
            <a:extLst>
              <a:ext uri="{FF2B5EF4-FFF2-40B4-BE49-F238E27FC236}">
                <a16:creationId xmlns:a16="http://schemas.microsoft.com/office/drawing/2014/main" id="{0693A737-8FF6-4D13-815B-D57B354380BD}"/>
              </a:ext>
            </a:extLst>
          </p:cNvPr>
          <p:cNvSpPr>
            <a:spLocks noGrp="1"/>
          </p:cNvSpPr>
          <p:nvPr>
            <p:ph idx="1"/>
          </p:nvPr>
        </p:nvSpPr>
        <p:spPr>
          <a:xfrm>
            <a:off x="4810259" y="649480"/>
            <a:ext cx="6555347" cy="5546047"/>
          </a:xfrm>
        </p:spPr>
        <p:txBody>
          <a:bodyPr anchor="ctr">
            <a:normAutofit/>
          </a:bodyPr>
          <a:lstStyle/>
          <a:p>
            <a:r>
              <a:rPr lang="es-MX" sz="1700" dirty="0"/>
              <a:t>Para ordenar un </a:t>
            </a:r>
            <a:r>
              <a:rPr lang="es-MX" sz="1700" dirty="0" err="1">
                <a:latin typeface="Courier New" panose="02070309020205020404" pitchFamily="49" charset="0"/>
                <a:cs typeface="Courier New" panose="02070309020205020404" pitchFamily="49" charset="0"/>
              </a:rPr>
              <a:t>DataFrame</a:t>
            </a:r>
            <a:r>
              <a:rPr lang="es-MX" sz="1700" dirty="0"/>
              <a:t> de acuerdo a los valores de una determinada columna se utilizan los siguientes métodos:</a:t>
            </a:r>
          </a:p>
          <a:p>
            <a:pPr lvl="1"/>
            <a:r>
              <a:rPr lang="es-MX" sz="1700" dirty="0" err="1">
                <a:latin typeface="Courier New" panose="02070309020205020404" pitchFamily="49" charset="0"/>
                <a:cs typeface="Courier New" panose="02070309020205020404" pitchFamily="49" charset="0"/>
              </a:rPr>
              <a:t>df.sort_values</a:t>
            </a:r>
            <a:r>
              <a:rPr lang="es-MX" sz="1700" dirty="0">
                <a:latin typeface="Courier New" panose="02070309020205020404" pitchFamily="49" charset="0"/>
                <a:cs typeface="Courier New" panose="02070309020205020404" pitchFamily="49" charset="0"/>
              </a:rPr>
              <a:t>(columna, </a:t>
            </a:r>
            <a:r>
              <a:rPr lang="es-MX" sz="1700" dirty="0" err="1">
                <a:latin typeface="Courier New" panose="02070309020205020404" pitchFamily="49" charset="0"/>
                <a:cs typeface="Courier New" panose="02070309020205020404" pitchFamily="49" charset="0"/>
              </a:rPr>
              <a:t>ascending</a:t>
            </a:r>
            <a:r>
              <a:rPr lang="es-MX" sz="1700" dirty="0">
                <a:latin typeface="Courier New" panose="02070309020205020404" pitchFamily="49" charset="0"/>
                <a:cs typeface="Courier New" panose="02070309020205020404" pitchFamily="49" charset="0"/>
              </a:rPr>
              <a:t>=booleano)</a:t>
            </a:r>
            <a:r>
              <a:rPr lang="es-MX" sz="1700" dirty="0"/>
              <a:t>: Devuelve el </a:t>
            </a:r>
            <a:r>
              <a:rPr lang="es-MX" sz="1700" dirty="0" err="1">
                <a:latin typeface="Courier New" panose="02070309020205020404" pitchFamily="49" charset="0"/>
                <a:cs typeface="Courier New" panose="02070309020205020404" pitchFamily="49" charset="0"/>
              </a:rPr>
              <a:t>DataFrame</a:t>
            </a:r>
            <a:r>
              <a:rPr lang="es-MX" sz="1700" dirty="0"/>
              <a:t> que resulta de ordenar las filas del </a:t>
            </a:r>
            <a:r>
              <a:rPr lang="es-MX" sz="1700" dirty="0" err="1"/>
              <a:t>DataFrame</a:t>
            </a:r>
            <a:r>
              <a:rPr lang="es-MX" sz="1700" dirty="0"/>
              <a:t> </a:t>
            </a:r>
            <a:r>
              <a:rPr lang="es-MX" sz="1700" dirty="0" err="1">
                <a:latin typeface="Courier New" panose="02070309020205020404" pitchFamily="49" charset="0"/>
                <a:cs typeface="Courier New" panose="02070309020205020404" pitchFamily="49" charset="0"/>
              </a:rPr>
              <a:t>df</a:t>
            </a:r>
            <a:r>
              <a:rPr lang="es-MX" sz="1700" dirty="0"/>
              <a:t> según los valores del la columna con nombre columna. Si argumento del parámetro </a:t>
            </a:r>
            <a:r>
              <a:rPr lang="es-MX" sz="1700" dirty="0" err="1">
                <a:latin typeface="Courier New" panose="02070309020205020404" pitchFamily="49" charset="0"/>
                <a:cs typeface="Courier New" panose="02070309020205020404" pitchFamily="49" charset="0"/>
              </a:rPr>
              <a:t>ascending</a:t>
            </a:r>
            <a:r>
              <a:rPr lang="es-MX" sz="1700" dirty="0"/>
              <a:t> es </a:t>
            </a:r>
            <a:r>
              <a:rPr lang="es-MX" sz="1700" dirty="0">
                <a:latin typeface="Courier New" panose="02070309020205020404" pitchFamily="49" charset="0"/>
                <a:cs typeface="Courier New" panose="02070309020205020404" pitchFamily="49" charset="0"/>
              </a:rPr>
              <a:t>True</a:t>
            </a:r>
            <a:r>
              <a:rPr lang="es-MX" sz="1700" dirty="0"/>
              <a:t> el orden es creciente y si es </a:t>
            </a:r>
            <a:r>
              <a:rPr lang="es-MX" sz="1700" dirty="0">
                <a:latin typeface="Courier New" panose="02070309020205020404" pitchFamily="49" charset="0"/>
                <a:cs typeface="Courier New" panose="02070309020205020404" pitchFamily="49" charset="0"/>
              </a:rPr>
              <a:t>False</a:t>
            </a:r>
            <a:r>
              <a:rPr lang="es-MX" sz="1700" dirty="0"/>
              <a:t> decreciente.</a:t>
            </a:r>
          </a:p>
          <a:p>
            <a:pPr lvl="1"/>
            <a:r>
              <a:rPr lang="es-MX" sz="1700" dirty="0" err="1">
                <a:latin typeface="Courier New" panose="02070309020205020404" pitchFamily="49" charset="0"/>
                <a:cs typeface="Courier New" panose="02070309020205020404" pitchFamily="49" charset="0"/>
              </a:rPr>
              <a:t>df.sort_index</a:t>
            </a:r>
            <a:r>
              <a:rPr lang="es-MX" sz="1700" dirty="0">
                <a:latin typeface="Courier New" panose="02070309020205020404" pitchFamily="49" charset="0"/>
                <a:cs typeface="Courier New" panose="02070309020205020404" pitchFamily="49" charset="0"/>
              </a:rPr>
              <a:t>(</a:t>
            </a:r>
            <a:r>
              <a:rPr lang="es-MX" sz="1700" dirty="0" err="1">
                <a:latin typeface="Courier New" panose="02070309020205020404" pitchFamily="49" charset="0"/>
                <a:cs typeface="Courier New" panose="02070309020205020404" pitchFamily="49" charset="0"/>
              </a:rPr>
              <a:t>ascending</a:t>
            </a:r>
            <a:r>
              <a:rPr lang="es-MX" sz="1700" dirty="0">
                <a:latin typeface="Courier New" panose="02070309020205020404" pitchFamily="49" charset="0"/>
                <a:cs typeface="Courier New" panose="02070309020205020404" pitchFamily="49" charset="0"/>
              </a:rPr>
              <a:t>=booleano)</a:t>
            </a:r>
            <a:r>
              <a:rPr lang="es-MX" sz="1700" dirty="0"/>
              <a:t>: Devuelve el </a:t>
            </a:r>
            <a:r>
              <a:rPr lang="es-MX" sz="1700" dirty="0" err="1">
                <a:latin typeface="Courier New" panose="02070309020205020404" pitchFamily="49" charset="0"/>
                <a:cs typeface="Courier New" panose="02070309020205020404" pitchFamily="49" charset="0"/>
              </a:rPr>
              <a:t>DataFrame</a:t>
            </a:r>
            <a:r>
              <a:rPr lang="es-MX" sz="1700" dirty="0"/>
              <a:t> que resulta de ordenar las filas del </a:t>
            </a:r>
            <a:r>
              <a:rPr lang="es-MX" sz="1700" dirty="0" err="1"/>
              <a:t>DataFrame</a:t>
            </a:r>
            <a:r>
              <a:rPr lang="es-MX" sz="1700" dirty="0"/>
              <a:t> </a:t>
            </a:r>
            <a:r>
              <a:rPr lang="es-MX" sz="1700" dirty="0" err="1">
                <a:latin typeface="Courier New" panose="02070309020205020404" pitchFamily="49" charset="0"/>
                <a:cs typeface="Courier New" panose="02070309020205020404" pitchFamily="49" charset="0"/>
              </a:rPr>
              <a:t>df</a:t>
            </a:r>
            <a:r>
              <a:rPr lang="es-MX" sz="1700" dirty="0"/>
              <a:t> según los nombres de las filas. Si el argumento del parámetro </a:t>
            </a:r>
            <a:r>
              <a:rPr lang="es-MX" sz="1700" dirty="0" err="1">
                <a:latin typeface="Courier New" panose="02070309020205020404" pitchFamily="49" charset="0"/>
                <a:cs typeface="Courier New" panose="02070309020205020404" pitchFamily="49" charset="0"/>
              </a:rPr>
              <a:t>ascending</a:t>
            </a:r>
            <a:r>
              <a:rPr lang="es-MX" sz="1700" dirty="0"/>
              <a:t> es </a:t>
            </a:r>
            <a:r>
              <a:rPr lang="es-MX" sz="1700" dirty="0">
                <a:latin typeface="Courier New" panose="02070309020205020404" pitchFamily="49" charset="0"/>
                <a:cs typeface="Courier New" panose="02070309020205020404" pitchFamily="49" charset="0"/>
              </a:rPr>
              <a:t>True</a:t>
            </a:r>
            <a:r>
              <a:rPr lang="es-MX" sz="1700" dirty="0"/>
              <a:t> el orden es creciente y si es </a:t>
            </a:r>
            <a:r>
              <a:rPr lang="es-MX" sz="1700" dirty="0">
                <a:latin typeface="Courier New" panose="02070309020205020404" pitchFamily="49" charset="0"/>
                <a:cs typeface="Courier New" panose="02070309020205020404" pitchFamily="49" charset="0"/>
              </a:rPr>
              <a:t>False</a:t>
            </a:r>
            <a:r>
              <a:rPr lang="es-MX" sz="1700" dirty="0"/>
              <a:t> decreciente.</a:t>
            </a:r>
          </a:p>
          <a:p>
            <a:pPr lvl="1"/>
            <a:r>
              <a:rPr lang="es-MX" sz="1700" dirty="0"/>
              <a:t>Ejemplo:</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1" i="0" dirty="0" err="1">
                <a:solidFill>
                  <a:srgbClr val="333333"/>
                </a:solidFill>
                <a:effectLst/>
                <a:latin typeface="Courier New" panose="02070309020205020404" pitchFamily="49" charset="0"/>
                <a:cs typeface="Courier New" panose="02070309020205020404" pitchFamily="49" charset="0"/>
              </a:rPr>
              <a:t>import</a:t>
            </a:r>
            <a:r>
              <a:rPr lang="es-MX" sz="1800" b="0" i="0" dirty="0">
                <a:solidFill>
                  <a:srgbClr val="333333"/>
                </a:solidFill>
                <a:effectLst/>
                <a:latin typeface="Courier New" panose="02070309020205020404" pitchFamily="49" charset="0"/>
                <a:cs typeface="Courier New" panose="02070309020205020404" pitchFamily="49" charset="0"/>
              </a:rPr>
              <a:t> pandas </a:t>
            </a:r>
            <a:r>
              <a:rPr lang="es-MX" sz="1800" b="1" i="0" dirty="0">
                <a:solidFill>
                  <a:srgbClr val="333333"/>
                </a:solidFill>
                <a:effectLst/>
                <a:latin typeface="Courier New" panose="02070309020205020404" pitchFamily="49" charset="0"/>
                <a:cs typeface="Courier New" panose="02070309020205020404" pitchFamily="49" charset="0"/>
              </a:rPr>
              <a:t>as</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pd</a:t>
            </a:r>
            <a:endParaRPr lang="es-MX" sz="1800" dirty="0">
              <a:solidFill>
                <a:srgbClr val="333333"/>
              </a:solidFill>
              <a:latin typeface="Courier New" panose="02070309020205020404" pitchFamily="49" charset="0"/>
              <a:cs typeface="Courier New" panose="02070309020205020404" pitchFamily="49" charset="0"/>
            </a:endParaRP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df</a:t>
            </a:r>
            <a:r>
              <a:rPr lang="es-MX" sz="1800" b="0" i="0" dirty="0">
                <a:solidFill>
                  <a:srgbClr val="333333"/>
                </a:solidFill>
                <a:effectLst/>
                <a:latin typeface="Courier New" panose="02070309020205020404" pitchFamily="49" charset="0"/>
                <a:cs typeface="Courier New" panose="02070309020205020404" pitchFamily="49" charset="0"/>
              </a:rPr>
              <a:t> = </a:t>
            </a:r>
            <a:r>
              <a:rPr lang="es-MX" sz="1800" b="0" i="0" dirty="0" err="1">
                <a:solidFill>
                  <a:srgbClr val="333333"/>
                </a:solidFill>
                <a:effectLst/>
                <a:latin typeface="Courier New" panose="02070309020205020404" pitchFamily="49" charset="0"/>
                <a:cs typeface="Courier New" panose="02070309020205020404" pitchFamily="49" charset="0"/>
              </a:rPr>
              <a:t>pd.read_csv</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'https://raw.githubusercontent.com/</a:t>
            </a:r>
            <a:r>
              <a:rPr lang="es-MX" sz="1800" b="0" i="0" dirty="0" err="1">
                <a:solidFill>
                  <a:srgbClr val="DD1144"/>
                </a:solidFill>
                <a:effectLst/>
                <a:latin typeface="Courier New" panose="02070309020205020404" pitchFamily="49" charset="0"/>
                <a:cs typeface="Courier New" panose="02070309020205020404" pitchFamily="49" charset="0"/>
              </a:rPr>
              <a:t>asalber</a:t>
            </a:r>
            <a:r>
              <a:rPr lang="es-MX" sz="1800" b="0" i="0" dirty="0">
                <a:solidFill>
                  <a:srgbClr val="DD1144"/>
                </a:solidFill>
                <a:effectLst/>
                <a:latin typeface="Courier New" panose="02070309020205020404" pitchFamily="49" charset="0"/>
                <a:cs typeface="Courier New" panose="02070309020205020404" pitchFamily="49" charset="0"/>
              </a:rPr>
              <a:t>/manual-</a:t>
            </a:r>
            <a:r>
              <a:rPr lang="es-MX" sz="1800" b="0" i="0" dirty="0" err="1">
                <a:solidFill>
                  <a:srgbClr val="DD1144"/>
                </a:solidFill>
                <a:effectLst/>
                <a:latin typeface="Courier New" panose="02070309020205020404" pitchFamily="49" charset="0"/>
                <a:cs typeface="Courier New" panose="02070309020205020404" pitchFamily="49" charset="0"/>
              </a:rPr>
              <a:t>python</a:t>
            </a:r>
            <a:r>
              <a:rPr lang="es-MX" sz="1800" b="0" i="0" dirty="0">
                <a:solidFill>
                  <a:srgbClr val="DD1144"/>
                </a:solidFill>
                <a:effectLst/>
                <a:latin typeface="Courier New" panose="02070309020205020404" pitchFamily="49" charset="0"/>
                <a:cs typeface="Courier New" panose="02070309020205020404" pitchFamily="49" charset="0"/>
              </a:rPr>
              <a:t>/master/datos/colesterol.csv’</a:t>
            </a:r>
            <a:r>
              <a:rPr lang="es-MX" sz="1800" b="0" i="0" dirty="0">
                <a:solidFill>
                  <a:srgbClr val="333333"/>
                </a:solidFill>
                <a:effectLst/>
                <a:latin typeface="Courier New" panose="02070309020205020404" pitchFamily="49" charset="0"/>
                <a:cs typeface="Courier New" panose="02070309020205020404" pitchFamily="49" charset="0"/>
              </a:rPr>
              <a:t>)</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print</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df.sort_values</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'colesterol'</a:t>
            </a:r>
            <a:r>
              <a:rPr lang="es-MX" sz="1800" b="0" i="0" dirty="0">
                <a:solidFill>
                  <a:srgbClr val="333333"/>
                </a:solidFill>
                <a:effectLst/>
                <a:latin typeface="Courier New" panose="02070309020205020404" pitchFamily="49" charset="0"/>
                <a:cs typeface="Courier New" panose="02070309020205020404" pitchFamily="49" charset="0"/>
              </a:rPr>
              <a:t>))</a:t>
            </a:r>
            <a:endParaRPr lang="es-MX" sz="1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38938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F7641CF-BA79-4707-9749-3C8B2596977E}"/>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Eliminar filas con datos desconocidos en un </a:t>
            </a:r>
            <a:r>
              <a:rPr lang="es-MX" sz="4000">
                <a:solidFill>
                  <a:srgbClr val="FFFFFF"/>
                </a:solidFill>
                <a:latin typeface="Courier New" panose="02070309020205020404" pitchFamily="49" charset="0"/>
                <a:cs typeface="Courier New" panose="02070309020205020404" pitchFamily="49" charset="0"/>
              </a:rPr>
              <a:t>DataFrame</a:t>
            </a:r>
          </a:p>
        </p:txBody>
      </p:sp>
      <p:sp>
        <p:nvSpPr>
          <p:cNvPr id="3" name="Marcador de contenido 2">
            <a:extLst>
              <a:ext uri="{FF2B5EF4-FFF2-40B4-BE49-F238E27FC236}">
                <a16:creationId xmlns:a16="http://schemas.microsoft.com/office/drawing/2014/main" id="{4B662C81-AA6F-4857-B342-462C0BE108A2}"/>
              </a:ext>
            </a:extLst>
          </p:cNvPr>
          <p:cNvSpPr>
            <a:spLocks noGrp="1"/>
          </p:cNvSpPr>
          <p:nvPr>
            <p:ph idx="1"/>
          </p:nvPr>
        </p:nvSpPr>
        <p:spPr>
          <a:xfrm>
            <a:off x="4810259" y="649480"/>
            <a:ext cx="6555347" cy="5546047"/>
          </a:xfrm>
        </p:spPr>
        <p:txBody>
          <a:bodyPr anchor="ctr">
            <a:normAutofit/>
          </a:bodyPr>
          <a:lstStyle/>
          <a:p>
            <a:r>
              <a:rPr lang="es-MX" sz="2000" dirty="0"/>
              <a:t>Para eliminar las filas de un </a:t>
            </a:r>
            <a:r>
              <a:rPr lang="es-MX" sz="2000" dirty="0" err="1">
                <a:latin typeface="Courier New" panose="02070309020205020404" pitchFamily="49" charset="0"/>
                <a:cs typeface="Courier New" panose="02070309020205020404" pitchFamily="49" charset="0"/>
              </a:rPr>
              <a:t>DataFrame</a:t>
            </a:r>
            <a:r>
              <a:rPr lang="es-MX" sz="2000" dirty="0"/>
              <a:t> que contienen datos desconocidos </a:t>
            </a:r>
            <a:r>
              <a:rPr lang="es-MX" sz="2000" dirty="0" err="1">
                <a:latin typeface="Courier New" panose="02070309020205020404" pitchFamily="49" charset="0"/>
                <a:cs typeface="Courier New" panose="02070309020205020404" pitchFamily="49" charset="0"/>
              </a:rPr>
              <a:t>NaN</a:t>
            </a:r>
            <a:r>
              <a:rPr lang="es-MX" sz="2000" dirty="0"/>
              <a:t> o nulos </a:t>
            </a:r>
            <a:r>
              <a:rPr lang="es-MX" sz="2000" dirty="0" err="1">
                <a:latin typeface="Courier New" panose="02070309020205020404" pitchFamily="49" charset="0"/>
                <a:cs typeface="Courier New" panose="02070309020205020404" pitchFamily="49" charset="0"/>
              </a:rPr>
              <a:t>None</a:t>
            </a:r>
            <a:r>
              <a:rPr lang="es-MX" sz="2000" dirty="0"/>
              <a:t> se utiliza el siguiente método:</a:t>
            </a:r>
          </a:p>
          <a:p>
            <a:pPr lvl="1"/>
            <a:r>
              <a:rPr lang="es-MX" sz="2000" dirty="0" err="1">
                <a:latin typeface="Courier New" panose="02070309020205020404" pitchFamily="49" charset="0"/>
                <a:cs typeface="Courier New" panose="02070309020205020404" pitchFamily="49" charset="0"/>
              </a:rPr>
              <a:t>s.dropna</a:t>
            </a:r>
            <a:r>
              <a:rPr lang="es-MX" sz="2000" dirty="0">
                <a:latin typeface="Courier New" panose="02070309020205020404" pitchFamily="49" charset="0"/>
                <a:cs typeface="Courier New" panose="02070309020205020404" pitchFamily="49" charset="0"/>
              </a:rPr>
              <a:t>(</a:t>
            </a:r>
            <a:r>
              <a:rPr lang="es-MX" sz="2000" dirty="0" err="1">
                <a:latin typeface="Courier New" panose="02070309020205020404" pitchFamily="49" charset="0"/>
                <a:cs typeface="Courier New" panose="02070309020205020404" pitchFamily="49" charset="0"/>
              </a:rPr>
              <a:t>subset</a:t>
            </a:r>
            <a:r>
              <a:rPr lang="es-MX" sz="2000" dirty="0">
                <a:latin typeface="Courier New" panose="02070309020205020404" pitchFamily="49" charset="0"/>
                <a:cs typeface="Courier New" panose="02070309020205020404" pitchFamily="49" charset="0"/>
              </a:rPr>
              <a:t>=columnas)</a:t>
            </a:r>
            <a:r>
              <a:rPr lang="es-MX" sz="2000" dirty="0"/>
              <a:t>: Devuelve el </a:t>
            </a:r>
            <a:r>
              <a:rPr lang="es-MX" sz="2000" dirty="0" err="1">
                <a:latin typeface="Courier New" panose="02070309020205020404" pitchFamily="49" charset="0"/>
                <a:cs typeface="Courier New" panose="02070309020205020404" pitchFamily="49" charset="0"/>
              </a:rPr>
              <a:t>DataFrame</a:t>
            </a:r>
            <a:r>
              <a:rPr lang="es-MX" sz="2000" dirty="0"/>
              <a:t> que resulta de eliminar las filas que contienen algún dato desconocido o nulo en las columnas de la lista columna del </a:t>
            </a:r>
            <a:r>
              <a:rPr lang="es-MX" sz="2000" dirty="0" err="1"/>
              <a:t>DataFrame</a:t>
            </a:r>
            <a:r>
              <a:rPr lang="es-MX" sz="2000" dirty="0"/>
              <a:t> </a:t>
            </a:r>
            <a:r>
              <a:rPr lang="es-MX" sz="2000" dirty="0" err="1">
                <a:latin typeface="Courier New" panose="02070309020205020404" pitchFamily="49" charset="0"/>
                <a:cs typeface="Courier New" panose="02070309020205020404" pitchFamily="49" charset="0"/>
              </a:rPr>
              <a:t>df</a:t>
            </a:r>
            <a:r>
              <a:rPr lang="es-MX" sz="2000" dirty="0"/>
              <a:t>. Si no se pasa un argumento al parámetro </a:t>
            </a:r>
            <a:r>
              <a:rPr lang="es-MX" sz="2000" dirty="0" err="1"/>
              <a:t>subset</a:t>
            </a:r>
            <a:r>
              <a:rPr lang="es-MX" sz="2000" dirty="0"/>
              <a:t> se aplica a todas las columnas del </a:t>
            </a:r>
            <a:r>
              <a:rPr lang="es-MX" sz="2000" dirty="0" err="1"/>
              <a:t>DataFrame</a:t>
            </a:r>
            <a:r>
              <a:rPr lang="es-MX" sz="2000" dirty="0"/>
              <a:t>.</a:t>
            </a:r>
          </a:p>
          <a:p>
            <a:pPr lvl="1"/>
            <a:r>
              <a:rPr lang="es-MX" sz="2000" dirty="0"/>
              <a:t>Ejemplo:</a:t>
            </a:r>
          </a:p>
          <a:p>
            <a:pPr marL="914400" lvl="2" indent="0">
              <a:buNone/>
            </a:pPr>
            <a:r>
              <a:rPr lang="en-US" b="1" i="0" dirty="0">
                <a:solidFill>
                  <a:srgbClr val="999999"/>
                </a:solidFill>
                <a:effectLst/>
                <a:latin typeface="Courier New" panose="02070309020205020404" pitchFamily="49" charset="0"/>
                <a:cs typeface="Courier New" panose="02070309020205020404" pitchFamily="49" charset="0"/>
              </a:rPr>
              <a:t>&gt;&gt;&gt; </a:t>
            </a:r>
            <a:r>
              <a:rPr lang="en-US" b="1" i="0" dirty="0">
                <a:solidFill>
                  <a:srgbClr val="333333"/>
                </a:solidFill>
                <a:effectLst/>
                <a:latin typeface="Courier New" panose="02070309020205020404" pitchFamily="49" charset="0"/>
                <a:cs typeface="Courier New" panose="02070309020205020404" pitchFamily="49" charset="0"/>
              </a:rPr>
              <a:t>import</a:t>
            </a:r>
            <a:r>
              <a:rPr lang="en-US" b="0" i="0" dirty="0">
                <a:solidFill>
                  <a:srgbClr val="333333"/>
                </a:solidFill>
                <a:effectLst/>
                <a:latin typeface="Courier New" panose="02070309020205020404" pitchFamily="49" charset="0"/>
                <a:cs typeface="Courier New" panose="02070309020205020404" pitchFamily="49" charset="0"/>
              </a:rPr>
              <a:t> pandas </a:t>
            </a:r>
            <a:r>
              <a:rPr lang="en-US" b="1" i="0" dirty="0">
                <a:solidFill>
                  <a:srgbClr val="333333"/>
                </a:solidFill>
                <a:effectLst/>
                <a:latin typeface="Courier New" panose="02070309020205020404" pitchFamily="49" charset="0"/>
                <a:cs typeface="Courier New" panose="02070309020205020404" pitchFamily="49" charset="0"/>
              </a:rPr>
              <a:t>as</a:t>
            </a:r>
            <a:r>
              <a:rPr lang="en-US" b="0" i="0" dirty="0">
                <a:solidFill>
                  <a:srgbClr val="333333"/>
                </a:solidFill>
                <a:effectLst/>
                <a:latin typeface="Courier New" panose="02070309020205020404" pitchFamily="49" charset="0"/>
                <a:cs typeface="Courier New" panose="02070309020205020404" pitchFamily="49" charset="0"/>
              </a:rPr>
              <a:t> pd</a:t>
            </a:r>
          </a:p>
          <a:p>
            <a:pPr marL="914400" lvl="2" indent="0">
              <a:buNone/>
            </a:pPr>
            <a:r>
              <a:rPr lang="en-US" b="1" i="0" dirty="0">
                <a:solidFill>
                  <a:srgbClr val="999999"/>
                </a:solidFill>
                <a:effectLst/>
                <a:latin typeface="Courier New" panose="02070309020205020404" pitchFamily="49" charset="0"/>
                <a:cs typeface="Courier New" panose="02070309020205020404" pitchFamily="49" charset="0"/>
              </a:rPr>
              <a:t>&gt;&gt;&gt; </a:t>
            </a:r>
            <a:r>
              <a:rPr lang="en-US" b="0" i="0" dirty="0">
                <a:solidFill>
                  <a:srgbClr val="333333"/>
                </a:solidFill>
                <a:effectLst/>
                <a:latin typeface="Courier New" panose="02070309020205020404" pitchFamily="49" charset="0"/>
                <a:cs typeface="Courier New" panose="02070309020205020404" pitchFamily="49" charset="0"/>
              </a:rPr>
              <a:t>df = </a:t>
            </a:r>
            <a:r>
              <a:rPr lang="en-US" b="0" i="0" dirty="0" err="1">
                <a:solidFill>
                  <a:srgbClr val="333333"/>
                </a:solidFill>
                <a:effectLst/>
                <a:latin typeface="Courier New" panose="02070309020205020404" pitchFamily="49" charset="0"/>
                <a:cs typeface="Courier New" panose="02070309020205020404" pitchFamily="49" charset="0"/>
              </a:rPr>
              <a:t>pd.read_csv</a:t>
            </a:r>
            <a:r>
              <a:rPr lang="en-US" b="0" i="0" dirty="0">
                <a:solidFill>
                  <a:srgbClr val="333333"/>
                </a:solidFill>
                <a:effectLst/>
                <a:latin typeface="Courier New" panose="02070309020205020404" pitchFamily="49" charset="0"/>
                <a:cs typeface="Courier New" panose="02070309020205020404" pitchFamily="49" charset="0"/>
              </a:rPr>
              <a:t>( </a:t>
            </a:r>
            <a:r>
              <a:rPr lang="en-US" b="0" i="0" dirty="0">
                <a:solidFill>
                  <a:srgbClr val="DD1144"/>
                </a:solidFill>
                <a:effectLst/>
                <a:latin typeface="Courier New" panose="02070309020205020404" pitchFamily="49" charset="0"/>
                <a:cs typeface="Courier New" panose="02070309020205020404" pitchFamily="49" charset="0"/>
              </a:rPr>
              <a:t>'https://raw.githubusercontent.com/</a:t>
            </a:r>
            <a:r>
              <a:rPr lang="en-US" b="0" i="0" dirty="0" err="1">
                <a:solidFill>
                  <a:srgbClr val="DD1144"/>
                </a:solidFill>
                <a:effectLst/>
                <a:latin typeface="Courier New" panose="02070309020205020404" pitchFamily="49" charset="0"/>
                <a:cs typeface="Courier New" panose="02070309020205020404" pitchFamily="49" charset="0"/>
              </a:rPr>
              <a:t>asalber</a:t>
            </a:r>
            <a:r>
              <a:rPr lang="en-US" b="0" i="0" dirty="0">
                <a:solidFill>
                  <a:srgbClr val="DD1144"/>
                </a:solidFill>
                <a:effectLst/>
                <a:latin typeface="Courier New" panose="02070309020205020404" pitchFamily="49" charset="0"/>
                <a:cs typeface="Courier New" panose="02070309020205020404" pitchFamily="49" charset="0"/>
              </a:rPr>
              <a:t>/manual-python/master/</a:t>
            </a:r>
            <a:r>
              <a:rPr lang="en-US" b="0" i="0" dirty="0" err="1">
                <a:solidFill>
                  <a:srgbClr val="DD1144"/>
                </a:solidFill>
                <a:effectLst/>
                <a:latin typeface="Courier New" panose="02070309020205020404" pitchFamily="49" charset="0"/>
                <a:cs typeface="Courier New" panose="02070309020205020404" pitchFamily="49" charset="0"/>
              </a:rPr>
              <a:t>datos</a:t>
            </a:r>
            <a:r>
              <a:rPr lang="en-US" b="0" i="0" dirty="0">
                <a:solidFill>
                  <a:srgbClr val="DD1144"/>
                </a:solidFill>
                <a:effectLst/>
                <a:latin typeface="Courier New" panose="02070309020205020404" pitchFamily="49" charset="0"/>
                <a:cs typeface="Courier New" panose="02070309020205020404" pitchFamily="49" charset="0"/>
              </a:rPr>
              <a:t>/colesterol.csv’</a:t>
            </a:r>
            <a:r>
              <a:rPr lang="en-US" b="0" i="0" dirty="0">
                <a:solidFill>
                  <a:srgbClr val="333333"/>
                </a:solidFill>
                <a:effectLst/>
                <a:latin typeface="Courier New" panose="02070309020205020404" pitchFamily="49" charset="0"/>
                <a:cs typeface="Courier New" panose="02070309020205020404" pitchFamily="49" charset="0"/>
              </a:rPr>
              <a:t>)</a:t>
            </a:r>
          </a:p>
          <a:p>
            <a:pPr marL="914400" lvl="2" indent="0">
              <a:buNone/>
            </a:pPr>
            <a:r>
              <a:rPr lang="en-US" b="1" i="0" dirty="0">
                <a:solidFill>
                  <a:srgbClr val="999999"/>
                </a:solidFill>
                <a:effectLst/>
                <a:latin typeface="Courier New" panose="02070309020205020404" pitchFamily="49" charset="0"/>
                <a:cs typeface="Courier New" panose="02070309020205020404" pitchFamily="49" charset="0"/>
              </a:rPr>
              <a:t>&gt;&gt;&gt; </a:t>
            </a:r>
            <a:r>
              <a:rPr lang="en-US" b="0" i="0" dirty="0">
                <a:solidFill>
                  <a:srgbClr val="333333"/>
                </a:solidFill>
                <a:effectLst/>
                <a:latin typeface="Courier New" panose="02070309020205020404" pitchFamily="49" charset="0"/>
                <a:cs typeface="Courier New" panose="02070309020205020404" pitchFamily="49" charset="0"/>
              </a:rPr>
              <a:t>print(</a:t>
            </a:r>
            <a:r>
              <a:rPr lang="en-US" b="0" i="0" dirty="0" err="1">
                <a:solidFill>
                  <a:srgbClr val="333333"/>
                </a:solidFill>
                <a:effectLst/>
                <a:latin typeface="Courier New" panose="02070309020205020404" pitchFamily="49" charset="0"/>
                <a:cs typeface="Courier New" panose="02070309020205020404" pitchFamily="49" charset="0"/>
              </a:rPr>
              <a:t>df.dropna</a:t>
            </a:r>
            <a:r>
              <a:rPr lang="en-US" b="0" i="0" dirty="0">
                <a:solidFill>
                  <a:srgbClr val="333333"/>
                </a:solidFill>
                <a:effectLst/>
                <a:latin typeface="Courier New" panose="02070309020205020404" pitchFamily="49" charset="0"/>
                <a:cs typeface="Courier New" panose="02070309020205020404" pitchFamily="49" charset="0"/>
              </a:rPr>
              <a:t>())</a:t>
            </a:r>
            <a:endParaRPr lang="es-MX"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790454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Rectangle 7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1B585011-8246-4574-B913-3FDE90EE6035}"/>
              </a:ext>
            </a:extLst>
          </p:cNvPr>
          <p:cNvSpPr>
            <a:spLocks noGrp="1"/>
          </p:cNvSpPr>
          <p:nvPr>
            <p:ph type="title"/>
          </p:nvPr>
        </p:nvSpPr>
        <p:spPr>
          <a:xfrm>
            <a:off x="1371599" y="5510253"/>
            <a:ext cx="9895951" cy="1033669"/>
          </a:xfrm>
        </p:spPr>
        <p:txBody>
          <a:bodyPr>
            <a:normAutofit/>
          </a:bodyPr>
          <a:lstStyle/>
          <a:p>
            <a:r>
              <a:rPr lang="es-MX" sz="3700">
                <a:solidFill>
                  <a:srgbClr val="FFFFFF"/>
                </a:solidFill>
              </a:rPr>
              <a:t>Contatenación y separación de un </a:t>
            </a:r>
            <a:r>
              <a:rPr lang="es-MX" sz="3700">
                <a:solidFill>
                  <a:srgbClr val="FFFFFF"/>
                </a:solidFill>
                <a:latin typeface="Courier New" panose="02070309020205020404" pitchFamily="49" charset="0"/>
                <a:cs typeface="Courier New" panose="02070309020205020404" pitchFamily="49" charset="0"/>
              </a:rPr>
              <a:t>DataFrame</a:t>
            </a:r>
          </a:p>
        </p:txBody>
      </p:sp>
      <p:pic>
        <p:nvPicPr>
          <p:cNvPr id="14338" name="Picture 2" descr="División en grupos de un DataFrame">
            <a:extLst>
              <a:ext uri="{FF2B5EF4-FFF2-40B4-BE49-F238E27FC236}">
                <a16:creationId xmlns:a16="http://schemas.microsoft.com/office/drawing/2014/main" id="{E6A2D6F8-8F5B-4632-BB26-DE618ECC98D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300110" y="402570"/>
            <a:ext cx="5591779" cy="3215273"/>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5BECA51C-7E1A-4F9D-9D78-9C8D8F53B5DC}"/>
              </a:ext>
            </a:extLst>
          </p:cNvPr>
          <p:cNvSpPr>
            <a:spLocks noGrp="1"/>
          </p:cNvSpPr>
          <p:nvPr>
            <p:ph idx="1"/>
          </p:nvPr>
        </p:nvSpPr>
        <p:spPr>
          <a:xfrm>
            <a:off x="1940256" y="3833199"/>
            <a:ext cx="8332826" cy="1119982"/>
          </a:xfrm>
        </p:spPr>
        <p:txBody>
          <a:bodyPr anchor="ctr">
            <a:normAutofit/>
          </a:bodyPr>
          <a:lstStyle/>
          <a:p>
            <a:r>
              <a:rPr lang="es-MX" sz="2000"/>
              <a:t>En muchas aplicaciones es útil agrupar los datos de un DataFrame de acuerdo a los valores de una o varias columnas (categorías), como por ejemplo el sexo o el país.</a:t>
            </a:r>
          </a:p>
        </p:txBody>
      </p:sp>
    </p:spTree>
    <p:extLst>
      <p:ext uri="{BB962C8B-B14F-4D97-AF65-F5344CB8AC3E}">
        <p14:creationId xmlns:p14="http://schemas.microsoft.com/office/powerpoint/2010/main" val="42436931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9D919C36-FEA0-4B08-BCBB-DB0B68EEB999}"/>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División de un </a:t>
            </a:r>
            <a:r>
              <a:rPr lang="es-MX" sz="4000">
                <a:solidFill>
                  <a:srgbClr val="FFFFFF"/>
                </a:solidFill>
                <a:latin typeface="Courier New" panose="02070309020205020404" pitchFamily="49" charset="0"/>
                <a:cs typeface="Courier New" panose="02070309020205020404" pitchFamily="49" charset="0"/>
              </a:rPr>
              <a:t>DataFrame</a:t>
            </a:r>
            <a:r>
              <a:rPr lang="es-MX" sz="4000">
                <a:solidFill>
                  <a:srgbClr val="FFFFFF"/>
                </a:solidFill>
              </a:rPr>
              <a:t> en grupos</a:t>
            </a:r>
          </a:p>
        </p:txBody>
      </p:sp>
      <p:sp>
        <p:nvSpPr>
          <p:cNvPr id="3" name="Marcador de contenido 2">
            <a:extLst>
              <a:ext uri="{FF2B5EF4-FFF2-40B4-BE49-F238E27FC236}">
                <a16:creationId xmlns:a16="http://schemas.microsoft.com/office/drawing/2014/main" id="{7572CC1E-B737-4A91-BEE8-07CCB82086F1}"/>
              </a:ext>
            </a:extLst>
          </p:cNvPr>
          <p:cNvSpPr>
            <a:spLocks noGrp="1"/>
          </p:cNvSpPr>
          <p:nvPr>
            <p:ph idx="1"/>
          </p:nvPr>
        </p:nvSpPr>
        <p:spPr>
          <a:xfrm>
            <a:off x="1371599" y="2318197"/>
            <a:ext cx="9724031" cy="3683358"/>
          </a:xfrm>
        </p:spPr>
        <p:txBody>
          <a:bodyPr anchor="ctr">
            <a:normAutofit/>
          </a:bodyPr>
          <a:lstStyle/>
          <a:p>
            <a:r>
              <a:rPr lang="es-MX" sz="1900" dirty="0"/>
              <a:t>Para dividir un </a:t>
            </a:r>
            <a:r>
              <a:rPr lang="es-MX" sz="1900" dirty="0" err="1">
                <a:latin typeface="Courier New" panose="02070309020205020404" pitchFamily="49" charset="0"/>
                <a:cs typeface="Courier New" panose="02070309020205020404" pitchFamily="49" charset="0"/>
              </a:rPr>
              <a:t>DataFrame</a:t>
            </a:r>
            <a:r>
              <a:rPr lang="es-MX" sz="1900" dirty="0"/>
              <a:t> en grupos se utiliza el siguiente método:</a:t>
            </a:r>
          </a:p>
          <a:p>
            <a:pPr lvl="1"/>
            <a:r>
              <a:rPr lang="es-MX" sz="1900" dirty="0" err="1">
                <a:latin typeface="Courier New" panose="02070309020205020404" pitchFamily="49" charset="0"/>
                <a:cs typeface="Courier New" panose="02070309020205020404" pitchFamily="49" charset="0"/>
              </a:rPr>
              <a:t>df.groupby</a:t>
            </a:r>
            <a:r>
              <a:rPr lang="es-MX" sz="1900" dirty="0">
                <a:latin typeface="Courier New" panose="02070309020205020404" pitchFamily="49" charset="0"/>
                <a:cs typeface="Courier New" panose="02070309020205020404" pitchFamily="49" charset="0"/>
              </a:rPr>
              <a:t>(columnas).</a:t>
            </a:r>
            <a:r>
              <a:rPr lang="es-MX" sz="1900" dirty="0" err="1">
                <a:latin typeface="Courier New" panose="02070309020205020404" pitchFamily="49" charset="0"/>
                <a:cs typeface="Courier New" panose="02070309020205020404" pitchFamily="49" charset="0"/>
              </a:rPr>
              <a:t>groups</a:t>
            </a:r>
            <a:r>
              <a:rPr lang="es-MX" sz="1900" dirty="0"/>
              <a:t>: Devuelve un diccionario con cuyas claves son las tuplas que resultan de todas las combinaciones de los valores de las columnas con nombres en la lista columnas, y valores las listas de los nombres de las filas que contienen esos valores en las correspondientes columnas del </a:t>
            </a:r>
            <a:r>
              <a:rPr lang="es-MX" sz="1900" dirty="0" err="1"/>
              <a:t>DataFrame</a:t>
            </a:r>
            <a:r>
              <a:rPr lang="es-MX" sz="1900" dirty="0"/>
              <a:t> </a:t>
            </a:r>
            <a:r>
              <a:rPr lang="es-MX" sz="1900" dirty="0" err="1">
                <a:latin typeface="Courier New" panose="02070309020205020404" pitchFamily="49" charset="0"/>
                <a:cs typeface="Courier New" panose="02070309020205020404" pitchFamily="49" charset="0"/>
              </a:rPr>
              <a:t>df</a:t>
            </a:r>
            <a:r>
              <a:rPr lang="es-MX" sz="1900" dirty="0"/>
              <a:t>.</a:t>
            </a:r>
          </a:p>
          <a:p>
            <a:pPr lvl="1"/>
            <a:r>
              <a:rPr lang="es-MX" sz="1900" dirty="0"/>
              <a:t>Ejemplo:</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1" i="0" dirty="0" err="1">
                <a:solidFill>
                  <a:srgbClr val="333333"/>
                </a:solidFill>
                <a:effectLst/>
                <a:latin typeface="Courier New" panose="02070309020205020404" pitchFamily="49" charset="0"/>
                <a:cs typeface="Courier New" panose="02070309020205020404" pitchFamily="49" charset="0"/>
              </a:rPr>
              <a:t>import</a:t>
            </a:r>
            <a:r>
              <a:rPr lang="es-MX" sz="1800" b="0" i="0" dirty="0">
                <a:solidFill>
                  <a:srgbClr val="333333"/>
                </a:solidFill>
                <a:effectLst/>
                <a:latin typeface="Courier New" panose="02070309020205020404" pitchFamily="49" charset="0"/>
                <a:cs typeface="Courier New" panose="02070309020205020404" pitchFamily="49" charset="0"/>
              </a:rPr>
              <a:t> pandas </a:t>
            </a:r>
            <a:r>
              <a:rPr lang="es-MX" sz="1800" b="1" i="0" dirty="0">
                <a:solidFill>
                  <a:srgbClr val="333333"/>
                </a:solidFill>
                <a:effectLst/>
                <a:latin typeface="Courier New" panose="02070309020205020404" pitchFamily="49" charset="0"/>
                <a:cs typeface="Courier New" panose="02070309020205020404" pitchFamily="49" charset="0"/>
              </a:rPr>
              <a:t>as</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pd</a:t>
            </a:r>
            <a:r>
              <a:rPr lang="es-MX" sz="1800" b="0" i="0" dirty="0">
                <a:solidFill>
                  <a:srgbClr val="333333"/>
                </a:solidFill>
                <a:effectLst/>
                <a:latin typeface="Courier New" panose="02070309020205020404" pitchFamily="49" charset="0"/>
                <a:cs typeface="Courier New" panose="02070309020205020404" pitchFamily="49" charset="0"/>
              </a:rPr>
              <a:t> </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df</a:t>
            </a:r>
            <a:r>
              <a:rPr lang="es-MX" sz="1800" b="0" i="0" dirty="0">
                <a:solidFill>
                  <a:srgbClr val="333333"/>
                </a:solidFill>
                <a:effectLst/>
                <a:latin typeface="Courier New" panose="02070309020205020404" pitchFamily="49" charset="0"/>
                <a:cs typeface="Courier New" panose="02070309020205020404" pitchFamily="49" charset="0"/>
              </a:rPr>
              <a:t> = </a:t>
            </a:r>
            <a:r>
              <a:rPr lang="es-MX" sz="1800" b="0" i="0" dirty="0" err="1">
                <a:solidFill>
                  <a:srgbClr val="333333"/>
                </a:solidFill>
                <a:effectLst/>
                <a:latin typeface="Courier New" panose="02070309020205020404" pitchFamily="49" charset="0"/>
                <a:cs typeface="Courier New" panose="02070309020205020404" pitchFamily="49" charset="0"/>
              </a:rPr>
              <a:t>pd.read_csv</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a:solidFill>
                  <a:srgbClr val="DD1144"/>
                </a:solidFill>
                <a:effectLst/>
                <a:latin typeface="Courier New" panose="02070309020205020404" pitchFamily="49" charset="0"/>
                <a:cs typeface="Courier New" panose="02070309020205020404" pitchFamily="49" charset="0"/>
              </a:rPr>
              <a:t>'https://raw.githubusercontent.com/</a:t>
            </a:r>
            <a:r>
              <a:rPr lang="es-MX" sz="1800" b="0" i="0" dirty="0" err="1">
                <a:solidFill>
                  <a:srgbClr val="DD1144"/>
                </a:solidFill>
                <a:effectLst/>
                <a:latin typeface="Courier New" panose="02070309020205020404" pitchFamily="49" charset="0"/>
                <a:cs typeface="Courier New" panose="02070309020205020404" pitchFamily="49" charset="0"/>
              </a:rPr>
              <a:t>asalber</a:t>
            </a:r>
            <a:r>
              <a:rPr lang="es-MX" sz="1800" b="0" i="0" dirty="0">
                <a:solidFill>
                  <a:srgbClr val="DD1144"/>
                </a:solidFill>
                <a:effectLst/>
                <a:latin typeface="Courier New" panose="02070309020205020404" pitchFamily="49" charset="0"/>
                <a:cs typeface="Courier New" panose="02070309020205020404" pitchFamily="49" charset="0"/>
              </a:rPr>
              <a:t>/manual-</a:t>
            </a:r>
            <a:r>
              <a:rPr lang="es-MX" sz="1800" b="0" i="0" dirty="0" err="1">
                <a:solidFill>
                  <a:srgbClr val="DD1144"/>
                </a:solidFill>
                <a:effectLst/>
                <a:latin typeface="Courier New" panose="02070309020205020404" pitchFamily="49" charset="0"/>
                <a:cs typeface="Courier New" panose="02070309020205020404" pitchFamily="49" charset="0"/>
              </a:rPr>
              <a:t>python</a:t>
            </a:r>
            <a:r>
              <a:rPr lang="es-MX" sz="1800" b="0" i="0" dirty="0">
                <a:solidFill>
                  <a:srgbClr val="DD1144"/>
                </a:solidFill>
                <a:effectLst/>
                <a:latin typeface="Courier New" panose="02070309020205020404" pitchFamily="49" charset="0"/>
                <a:cs typeface="Courier New" panose="02070309020205020404" pitchFamily="49" charset="0"/>
              </a:rPr>
              <a:t>/master/datos/colesterol.csv’</a:t>
            </a:r>
            <a:r>
              <a:rPr lang="es-MX" sz="1800" b="0" i="0" dirty="0">
                <a:solidFill>
                  <a:srgbClr val="333333"/>
                </a:solidFill>
                <a:effectLst/>
                <a:latin typeface="Courier New" panose="02070309020205020404" pitchFamily="49" charset="0"/>
                <a:cs typeface="Courier New" panose="02070309020205020404" pitchFamily="49" charset="0"/>
              </a:rPr>
              <a:t>) </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print</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df.groupby</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'sexo'</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groups</a:t>
            </a:r>
            <a:r>
              <a:rPr lang="es-MX" sz="1800" b="0" i="0" dirty="0">
                <a:solidFill>
                  <a:srgbClr val="333333"/>
                </a:solidFill>
                <a:effectLst/>
                <a:latin typeface="Courier New" panose="02070309020205020404" pitchFamily="49" charset="0"/>
                <a:cs typeface="Courier New" panose="02070309020205020404" pitchFamily="49" charset="0"/>
              </a:rPr>
              <a:t>) </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print</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df.groupby</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a:t>
            </a:r>
            <a:r>
              <a:rPr lang="es-MX" sz="1800" b="0" i="0" dirty="0" err="1">
                <a:solidFill>
                  <a:srgbClr val="DD1144"/>
                </a:solidFill>
                <a:effectLst/>
                <a:latin typeface="Courier New" panose="02070309020205020404" pitchFamily="49" charset="0"/>
                <a:cs typeface="Courier New" panose="02070309020205020404" pitchFamily="49" charset="0"/>
              </a:rPr>
              <a:t>sexo'</a:t>
            </a:r>
            <a:r>
              <a:rPr lang="es-MX" sz="1800" b="0" i="0" dirty="0" err="1">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DD1144"/>
                </a:solidFill>
                <a:effectLst/>
                <a:latin typeface="Courier New" panose="02070309020205020404" pitchFamily="49" charset="0"/>
                <a:cs typeface="Courier New" panose="02070309020205020404" pitchFamily="49" charset="0"/>
              </a:rPr>
              <a:t>'edad</a:t>
            </a:r>
            <a:r>
              <a:rPr lang="es-MX" sz="1800" b="0" i="0" dirty="0">
                <a:solidFill>
                  <a:srgbClr val="DD1144"/>
                </a:solidFill>
                <a:effectLst/>
                <a:latin typeface="Courier New" panose="02070309020205020404" pitchFamily="49" charset="0"/>
                <a:cs typeface="Courier New" panose="02070309020205020404" pitchFamily="49" charset="0"/>
              </a:rPr>
              <a:t>'</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err="1">
                <a:solidFill>
                  <a:srgbClr val="333333"/>
                </a:solidFill>
                <a:effectLst/>
                <a:latin typeface="Courier New" panose="02070309020205020404" pitchFamily="49" charset="0"/>
                <a:cs typeface="Courier New" panose="02070309020205020404" pitchFamily="49" charset="0"/>
              </a:rPr>
              <a:t>groups</a:t>
            </a:r>
            <a:r>
              <a:rPr lang="es-MX" sz="1800" b="0" i="0" dirty="0">
                <a:solidFill>
                  <a:srgbClr val="333333"/>
                </a:solidFill>
                <a:effectLst/>
                <a:latin typeface="Courier New" panose="02070309020205020404" pitchFamily="49" charset="0"/>
                <a:cs typeface="Courier New" panose="02070309020205020404" pitchFamily="49" charset="0"/>
              </a:rPr>
              <a:t>)</a:t>
            </a:r>
            <a:endParaRPr lang="es-MX" sz="1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734557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9D919C36-FEA0-4B08-BCBB-DB0B68EEB999}"/>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División de un </a:t>
            </a:r>
            <a:r>
              <a:rPr lang="es-MX" sz="4000">
                <a:solidFill>
                  <a:srgbClr val="FFFFFF"/>
                </a:solidFill>
                <a:latin typeface="Courier New" panose="02070309020205020404" pitchFamily="49" charset="0"/>
                <a:cs typeface="Courier New" panose="02070309020205020404" pitchFamily="49" charset="0"/>
              </a:rPr>
              <a:t>DataFrame</a:t>
            </a:r>
            <a:r>
              <a:rPr lang="es-MX" sz="4000">
                <a:solidFill>
                  <a:srgbClr val="FFFFFF"/>
                </a:solidFill>
              </a:rPr>
              <a:t> en grupos</a:t>
            </a:r>
          </a:p>
        </p:txBody>
      </p:sp>
      <p:sp>
        <p:nvSpPr>
          <p:cNvPr id="3" name="Marcador de contenido 2">
            <a:extLst>
              <a:ext uri="{FF2B5EF4-FFF2-40B4-BE49-F238E27FC236}">
                <a16:creationId xmlns:a16="http://schemas.microsoft.com/office/drawing/2014/main" id="{7572CC1E-B737-4A91-BEE8-07CCB82086F1}"/>
              </a:ext>
            </a:extLst>
          </p:cNvPr>
          <p:cNvSpPr>
            <a:spLocks noGrp="1"/>
          </p:cNvSpPr>
          <p:nvPr>
            <p:ph idx="1"/>
          </p:nvPr>
        </p:nvSpPr>
        <p:spPr>
          <a:xfrm>
            <a:off x="1371599" y="2318197"/>
            <a:ext cx="9724031" cy="3683358"/>
          </a:xfrm>
        </p:spPr>
        <p:txBody>
          <a:bodyPr anchor="ctr">
            <a:normAutofit/>
          </a:bodyPr>
          <a:lstStyle/>
          <a:p>
            <a:r>
              <a:rPr lang="es-MX" sz="2000" dirty="0">
                <a:cs typeface="Courier New" panose="02070309020205020404" pitchFamily="49" charset="0"/>
              </a:rPr>
              <a:t>Para obtener un grupo concreto se utiliza el siguiente método:</a:t>
            </a:r>
          </a:p>
          <a:p>
            <a:pPr lvl="1"/>
            <a:r>
              <a:rPr lang="es-MX" sz="2000" dirty="0" err="1">
                <a:latin typeface="Courier New" panose="02070309020205020404" pitchFamily="49" charset="0"/>
                <a:cs typeface="Courier New" panose="02070309020205020404" pitchFamily="49" charset="0"/>
              </a:rPr>
              <a:t>df.groupby</a:t>
            </a:r>
            <a:r>
              <a:rPr lang="es-MX" sz="2000" dirty="0">
                <a:latin typeface="Courier New" panose="02070309020205020404" pitchFamily="49" charset="0"/>
                <a:cs typeface="Courier New" panose="02070309020205020404" pitchFamily="49" charset="0"/>
              </a:rPr>
              <a:t>(columnas).</a:t>
            </a:r>
            <a:r>
              <a:rPr lang="es-MX" sz="2000" dirty="0" err="1">
                <a:latin typeface="Courier New" panose="02070309020205020404" pitchFamily="49" charset="0"/>
                <a:cs typeface="Courier New" panose="02070309020205020404" pitchFamily="49" charset="0"/>
              </a:rPr>
              <a:t>get_group</a:t>
            </a:r>
            <a:r>
              <a:rPr lang="es-MX" sz="2000" dirty="0">
                <a:latin typeface="Courier New" panose="02070309020205020404" pitchFamily="49" charset="0"/>
                <a:cs typeface="Courier New" panose="02070309020205020404" pitchFamily="49" charset="0"/>
              </a:rPr>
              <a:t>(valores)</a:t>
            </a:r>
            <a:r>
              <a:rPr lang="es-MX" sz="2000" dirty="0">
                <a:cs typeface="Courier New" panose="02070309020205020404" pitchFamily="49" charset="0"/>
              </a:rPr>
              <a:t>: Devuelve un </a:t>
            </a:r>
            <a:r>
              <a:rPr lang="es-MX" sz="2000" dirty="0" err="1">
                <a:latin typeface="Courier New" panose="02070309020205020404" pitchFamily="49" charset="0"/>
                <a:cs typeface="Courier New" panose="02070309020205020404" pitchFamily="49" charset="0"/>
              </a:rPr>
              <a:t>DataFrame</a:t>
            </a:r>
            <a:r>
              <a:rPr lang="es-MX" sz="2000" dirty="0">
                <a:latin typeface="Courier New" panose="02070309020205020404" pitchFamily="49" charset="0"/>
                <a:cs typeface="Courier New" panose="02070309020205020404" pitchFamily="49" charset="0"/>
              </a:rPr>
              <a:t> </a:t>
            </a:r>
            <a:r>
              <a:rPr lang="es-MX" sz="2000" dirty="0">
                <a:cs typeface="Courier New" panose="02070309020205020404" pitchFamily="49" charset="0"/>
              </a:rPr>
              <a:t>con las filas del </a:t>
            </a:r>
            <a:r>
              <a:rPr lang="es-MX" sz="2000" dirty="0" err="1">
                <a:cs typeface="Courier New" panose="02070309020205020404" pitchFamily="49" charset="0"/>
              </a:rPr>
              <a:t>DataFrame</a:t>
            </a:r>
            <a:r>
              <a:rPr lang="es-MX" sz="2000" dirty="0">
                <a:cs typeface="Courier New" panose="02070309020205020404" pitchFamily="49" charset="0"/>
              </a:rPr>
              <a:t> </a:t>
            </a:r>
            <a:r>
              <a:rPr lang="es-MX" sz="2000" dirty="0" err="1">
                <a:latin typeface="Courier New" panose="02070309020205020404" pitchFamily="49" charset="0"/>
                <a:cs typeface="Courier New" panose="02070309020205020404" pitchFamily="49" charset="0"/>
              </a:rPr>
              <a:t>df</a:t>
            </a:r>
            <a:r>
              <a:rPr lang="es-MX" sz="2000" dirty="0">
                <a:cs typeface="Courier New" panose="02070309020205020404" pitchFamily="49" charset="0"/>
              </a:rPr>
              <a:t> que cumplen que las columnas de la lista columnas presentan los valores de la tupla </a:t>
            </a:r>
            <a:r>
              <a:rPr lang="es-MX" sz="2000" dirty="0">
                <a:latin typeface="Courier New" panose="02070309020205020404" pitchFamily="49" charset="0"/>
                <a:cs typeface="Courier New" panose="02070309020205020404" pitchFamily="49" charset="0"/>
              </a:rPr>
              <a:t>valores</a:t>
            </a:r>
            <a:r>
              <a:rPr lang="es-MX" sz="2000" dirty="0">
                <a:cs typeface="Courier New" panose="02070309020205020404" pitchFamily="49" charset="0"/>
              </a:rPr>
              <a:t>. La lista columnas y la tupla </a:t>
            </a:r>
            <a:r>
              <a:rPr lang="es-MX" sz="2000" dirty="0">
                <a:latin typeface="Courier New" panose="02070309020205020404" pitchFamily="49" charset="0"/>
                <a:cs typeface="Courier New" panose="02070309020205020404" pitchFamily="49" charset="0"/>
              </a:rPr>
              <a:t>valores </a:t>
            </a:r>
            <a:r>
              <a:rPr lang="es-MX" sz="2000" dirty="0">
                <a:cs typeface="Courier New" panose="02070309020205020404" pitchFamily="49" charset="0"/>
              </a:rPr>
              <a:t>deben tener el mismo tamaño.</a:t>
            </a:r>
          </a:p>
          <a:p>
            <a:pPr lvl="1"/>
            <a:r>
              <a:rPr lang="es-MX" sz="2000" dirty="0">
                <a:cs typeface="Courier New" panose="02070309020205020404" pitchFamily="49" charset="0"/>
              </a:rPr>
              <a:t>Ejemplo:</a:t>
            </a: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1" i="0" dirty="0" err="1">
                <a:solidFill>
                  <a:srgbClr val="333333"/>
                </a:solidFill>
                <a:effectLst/>
                <a:latin typeface="Courier New" panose="02070309020205020404" pitchFamily="49" charset="0"/>
                <a:cs typeface="Courier New" panose="02070309020205020404" pitchFamily="49" charset="0"/>
              </a:rPr>
              <a:t>import</a:t>
            </a:r>
            <a:r>
              <a:rPr lang="es-MX" b="0" i="0" dirty="0">
                <a:solidFill>
                  <a:srgbClr val="333333"/>
                </a:solidFill>
                <a:effectLst/>
                <a:latin typeface="Courier New" panose="02070309020205020404" pitchFamily="49" charset="0"/>
                <a:cs typeface="Courier New" panose="02070309020205020404" pitchFamily="49" charset="0"/>
              </a:rPr>
              <a:t> pandas </a:t>
            </a:r>
            <a:r>
              <a:rPr lang="es-MX" b="1" i="0" dirty="0">
                <a:solidFill>
                  <a:srgbClr val="333333"/>
                </a:solidFill>
                <a:effectLst/>
                <a:latin typeface="Courier New" panose="02070309020205020404" pitchFamily="49" charset="0"/>
                <a:cs typeface="Courier New" panose="02070309020205020404" pitchFamily="49" charset="0"/>
              </a:rPr>
              <a:t>as</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err="1">
                <a:solidFill>
                  <a:srgbClr val="333333"/>
                </a:solidFill>
                <a:effectLst/>
                <a:latin typeface="Courier New" panose="02070309020205020404" pitchFamily="49" charset="0"/>
                <a:cs typeface="Courier New" panose="02070309020205020404" pitchFamily="49" charset="0"/>
              </a:rPr>
              <a:t>pd</a:t>
            </a:r>
            <a:endParaRPr lang="es-MX" dirty="0">
              <a:solidFill>
                <a:srgbClr val="333333"/>
              </a:solidFill>
              <a:latin typeface="Courier New" panose="02070309020205020404" pitchFamily="49" charset="0"/>
              <a:cs typeface="Courier New" panose="02070309020205020404" pitchFamily="49" charset="0"/>
            </a:endParaRP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0" i="0" dirty="0" err="1">
                <a:solidFill>
                  <a:srgbClr val="333333"/>
                </a:solidFill>
                <a:effectLst/>
                <a:latin typeface="Courier New" panose="02070309020205020404" pitchFamily="49" charset="0"/>
                <a:cs typeface="Courier New" panose="02070309020205020404" pitchFamily="49" charset="0"/>
              </a:rPr>
              <a:t>df</a:t>
            </a:r>
            <a:r>
              <a:rPr lang="es-MX" b="0" i="0" dirty="0">
                <a:solidFill>
                  <a:srgbClr val="333333"/>
                </a:solidFill>
                <a:effectLst/>
                <a:latin typeface="Courier New" panose="02070309020205020404" pitchFamily="49" charset="0"/>
                <a:cs typeface="Courier New" panose="02070309020205020404" pitchFamily="49" charset="0"/>
              </a:rPr>
              <a:t> = </a:t>
            </a:r>
            <a:r>
              <a:rPr lang="es-MX" b="0" i="0" dirty="0" err="1">
                <a:solidFill>
                  <a:srgbClr val="333333"/>
                </a:solidFill>
                <a:effectLst/>
                <a:latin typeface="Courier New" panose="02070309020205020404" pitchFamily="49" charset="0"/>
                <a:cs typeface="Courier New" panose="02070309020205020404" pitchFamily="49" charset="0"/>
              </a:rPr>
              <a:t>pd.read_csv</a:t>
            </a:r>
            <a:r>
              <a:rPr lang="es-MX" b="0" i="0" dirty="0">
                <a:solidFill>
                  <a:srgbClr val="333333"/>
                </a:solidFill>
                <a:effectLst/>
                <a:latin typeface="Courier New" panose="02070309020205020404" pitchFamily="49" charset="0"/>
                <a:cs typeface="Courier New" panose="02070309020205020404" pitchFamily="49" charset="0"/>
              </a:rPr>
              <a:t>( </a:t>
            </a:r>
            <a:r>
              <a:rPr lang="es-MX" b="0" i="0" dirty="0">
                <a:solidFill>
                  <a:srgbClr val="DD1144"/>
                </a:solidFill>
                <a:effectLst/>
                <a:latin typeface="Courier New" panose="02070309020205020404" pitchFamily="49" charset="0"/>
                <a:cs typeface="Courier New" panose="02070309020205020404" pitchFamily="49" charset="0"/>
              </a:rPr>
              <a:t>'https://raw.githubusercontent.com/</a:t>
            </a:r>
            <a:r>
              <a:rPr lang="es-MX" b="0" i="0" dirty="0" err="1">
                <a:solidFill>
                  <a:srgbClr val="DD1144"/>
                </a:solidFill>
                <a:effectLst/>
                <a:latin typeface="Courier New" panose="02070309020205020404" pitchFamily="49" charset="0"/>
                <a:cs typeface="Courier New" panose="02070309020205020404" pitchFamily="49" charset="0"/>
              </a:rPr>
              <a:t>asalber</a:t>
            </a:r>
            <a:r>
              <a:rPr lang="es-MX" b="0" i="0" dirty="0">
                <a:solidFill>
                  <a:srgbClr val="DD1144"/>
                </a:solidFill>
                <a:effectLst/>
                <a:latin typeface="Courier New" panose="02070309020205020404" pitchFamily="49" charset="0"/>
                <a:cs typeface="Courier New" panose="02070309020205020404" pitchFamily="49" charset="0"/>
              </a:rPr>
              <a:t>/manual-</a:t>
            </a:r>
            <a:r>
              <a:rPr lang="es-MX" b="0" i="0" dirty="0" err="1">
                <a:solidFill>
                  <a:srgbClr val="DD1144"/>
                </a:solidFill>
                <a:effectLst/>
                <a:latin typeface="Courier New" panose="02070309020205020404" pitchFamily="49" charset="0"/>
                <a:cs typeface="Courier New" panose="02070309020205020404" pitchFamily="49" charset="0"/>
              </a:rPr>
              <a:t>python</a:t>
            </a:r>
            <a:r>
              <a:rPr lang="es-MX" b="0" i="0" dirty="0">
                <a:solidFill>
                  <a:srgbClr val="DD1144"/>
                </a:solidFill>
                <a:effectLst/>
                <a:latin typeface="Courier New" panose="02070309020205020404" pitchFamily="49" charset="0"/>
                <a:cs typeface="Courier New" panose="02070309020205020404" pitchFamily="49" charset="0"/>
              </a:rPr>
              <a:t>/master/datos/colesterol.csv’</a:t>
            </a:r>
            <a:r>
              <a:rPr lang="es-MX" b="0" i="0" dirty="0">
                <a:solidFill>
                  <a:srgbClr val="333333"/>
                </a:solidFill>
                <a:effectLst/>
                <a:latin typeface="Courier New" panose="02070309020205020404" pitchFamily="49" charset="0"/>
                <a:cs typeface="Courier New" panose="02070309020205020404" pitchFamily="49" charset="0"/>
              </a:rPr>
              <a:t>)</a:t>
            </a:r>
          </a:p>
          <a:p>
            <a:pPr marL="914400" lvl="2" indent="0">
              <a:buNone/>
            </a:pPr>
            <a:r>
              <a:rPr lang="es-MX" b="1" i="0" dirty="0">
                <a:solidFill>
                  <a:srgbClr val="999999"/>
                </a:solidFill>
                <a:effectLst/>
                <a:latin typeface="Courier New" panose="02070309020205020404" pitchFamily="49" charset="0"/>
                <a:cs typeface="Courier New" panose="02070309020205020404" pitchFamily="49" charset="0"/>
              </a:rPr>
              <a:t>&gt;&gt;&gt; </a:t>
            </a:r>
            <a:r>
              <a:rPr lang="es-MX" b="0" i="0" dirty="0" err="1">
                <a:solidFill>
                  <a:srgbClr val="333333"/>
                </a:solidFill>
                <a:effectLst/>
                <a:latin typeface="Courier New" panose="02070309020205020404" pitchFamily="49" charset="0"/>
                <a:cs typeface="Courier New" panose="02070309020205020404" pitchFamily="49" charset="0"/>
              </a:rPr>
              <a:t>print</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err="1">
                <a:solidFill>
                  <a:srgbClr val="333333"/>
                </a:solidFill>
                <a:effectLst/>
                <a:latin typeface="Courier New" panose="02070309020205020404" pitchFamily="49" charset="0"/>
                <a:cs typeface="Courier New" panose="02070309020205020404" pitchFamily="49" charset="0"/>
              </a:rPr>
              <a:t>df.groupby</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a:solidFill>
                  <a:srgbClr val="DD1144"/>
                </a:solidFill>
                <a:effectLst/>
                <a:latin typeface="Courier New" panose="02070309020205020404" pitchFamily="49" charset="0"/>
                <a:cs typeface="Courier New" panose="02070309020205020404" pitchFamily="49" charset="0"/>
              </a:rPr>
              <a:t>'sexo'</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err="1">
                <a:solidFill>
                  <a:srgbClr val="333333"/>
                </a:solidFill>
                <a:effectLst/>
                <a:latin typeface="Courier New" panose="02070309020205020404" pitchFamily="49" charset="0"/>
                <a:cs typeface="Courier New" panose="02070309020205020404" pitchFamily="49" charset="0"/>
              </a:rPr>
              <a:t>get_group</a:t>
            </a:r>
            <a:r>
              <a:rPr lang="es-MX" b="0" i="0" dirty="0">
                <a:solidFill>
                  <a:srgbClr val="333333"/>
                </a:solidFill>
                <a:effectLst/>
                <a:latin typeface="Courier New" panose="02070309020205020404" pitchFamily="49" charset="0"/>
                <a:cs typeface="Courier New" panose="02070309020205020404" pitchFamily="49" charset="0"/>
              </a:rPr>
              <a:t>(</a:t>
            </a:r>
            <a:r>
              <a:rPr lang="es-MX" b="0" i="0" dirty="0">
                <a:solidFill>
                  <a:srgbClr val="DD1144"/>
                </a:solidFill>
                <a:effectLst/>
                <a:latin typeface="Courier New" panose="02070309020205020404" pitchFamily="49" charset="0"/>
                <a:cs typeface="Courier New" panose="02070309020205020404" pitchFamily="49" charset="0"/>
              </a:rPr>
              <a:t>'M'</a:t>
            </a:r>
            <a:r>
              <a:rPr lang="es-MX" b="0" i="0" dirty="0">
                <a:solidFill>
                  <a:srgbClr val="333333"/>
                </a:solidFill>
                <a:effectLst/>
                <a:latin typeface="Courier New" panose="02070309020205020404" pitchFamily="49" charset="0"/>
                <a:cs typeface="Courier New" panose="02070309020205020404" pitchFamily="49" charset="0"/>
              </a:rPr>
              <a:t>))</a:t>
            </a:r>
            <a:endParaRPr lang="es-MX"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881011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EAEF0747-3F8C-4796-8EBA-AD8B630FBB84}"/>
              </a:ext>
            </a:extLst>
          </p:cNvPr>
          <p:cNvSpPr>
            <a:spLocks noGrp="1"/>
          </p:cNvSpPr>
          <p:nvPr>
            <p:ph type="title"/>
          </p:nvPr>
        </p:nvSpPr>
        <p:spPr>
          <a:xfrm>
            <a:off x="818984" y="4230093"/>
            <a:ext cx="4150581" cy="1800165"/>
          </a:xfrm>
        </p:spPr>
        <p:txBody>
          <a:bodyPr anchor="t">
            <a:normAutofit/>
          </a:bodyPr>
          <a:lstStyle/>
          <a:p>
            <a:pPr algn="r"/>
            <a:r>
              <a:rPr lang="es-MX" sz="4000"/>
              <a:t>Reestructurar un </a:t>
            </a:r>
            <a:r>
              <a:rPr lang="es-MX" sz="4000">
                <a:latin typeface="Courier New" panose="02070309020205020404" pitchFamily="49" charset="0"/>
                <a:cs typeface="Courier New" panose="02070309020205020404" pitchFamily="49" charset="0"/>
              </a:rPr>
              <a:t>DataFrame</a:t>
            </a:r>
          </a:p>
        </p:txBody>
      </p:sp>
      <p:pic>
        <p:nvPicPr>
          <p:cNvPr id="16386" name="Picture 2" descr="Formatos de un DataFrame">
            <a:extLst>
              <a:ext uri="{FF2B5EF4-FFF2-40B4-BE49-F238E27FC236}">
                <a16:creationId xmlns:a16="http://schemas.microsoft.com/office/drawing/2014/main" id="{73B63B66-5318-4199-B1D9-63879D7023E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99976" y="457200"/>
            <a:ext cx="7853009" cy="3455325"/>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CB780FCC-A756-4BA6-B6C0-E9C717B1AFD4}"/>
              </a:ext>
            </a:extLst>
          </p:cNvPr>
          <p:cNvSpPr>
            <a:spLocks noGrp="1"/>
          </p:cNvSpPr>
          <p:nvPr>
            <p:ph idx="1"/>
          </p:nvPr>
        </p:nvSpPr>
        <p:spPr>
          <a:xfrm>
            <a:off x="5246415" y="4230094"/>
            <a:ext cx="6235268" cy="1800164"/>
          </a:xfrm>
        </p:spPr>
        <p:txBody>
          <a:bodyPr anchor="t">
            <a:normAutofit/>
          </a:bodyPr>
          <a:lstStyle/>
          <a:p>
            <a:r>
              <a:rPr lang="es-MX" sz="2000"/>
              <a:t>A menudo la disposición de los datos en un </a:t>
            </a:r>
            <a:r>
              <a:rPr lang="es-MX" sz="2000">
                <a:latin typeface="Courier New" panose="02070309020205020404" pitchFamily="49" charset="0"/>
                <a:cs typeface="Courier New" panose="02070309020205020404" pitchFamily="49" charset="0"/>
              </a:rPr>
              <a:t>DataFrame</a:t>
            </a:r>
            <a:r>
              <a:rPr lang="es-MX" sz="2000"/>
              <a:t> no es la adecuada para su tratamiento y es necesario reestructurar el </a:t>
            </a:r>
            <a:r>
              <a:rPr lang="es-MX" sz="2000">
                <a:latin typeface="Courier New" panose="02070309020205020404" pitchFamily="49" charset="0"/>
                <a:cs typeface="Courier New" panose="02070309020205020404" pitchFamily="49" charset="0"/>
              </a:rPr>
              <a:t>DataFrame</a:t>
            </a:r>
            <a:r>
              <a:rPr lang="es-MX" sz="2000"/>
              <a:t>. Los datos que contiene un </a:t>
            </a:r>
            <a:r>
              <a:rPr lang="es-MX" sz="2000">
                <a:latin typeface="Courier New" panose="02070309020205020404" pitchFamily="49" charset="0"/>
                <a:cs typeface="Courier New" panose="02070309020205020404" pitchFamily="49" charset="0"/>
              </a:rPr>
              <a:t>DataFrame</a:t>
            </a:r>
            <a:r>
              <a:rPr lang="es-MX" sz="2000"/>
              <a:t> pueden organizarse en dos formatos: ancho y largo.</a:t>
            </a:r>
          </a:p>
        </p:txBody>
      </p:sp>
      <p:sp>
        <p:nvSpPr>
          <p:cNvPr id="73" name="Rectangle 72">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55414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A70DB424-006C-43A6-8985-2596C6E3EF2D}"/>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Convertir un </a:t>
            </a:r>
            <a:r>
              <a:rPr lang="es-MX" sz="4000">
                <a:solidFill>
                  <a:srgbClr val="FFFFFF"/>
                </a:solidFill>
                <a:latin typeface="Courier New" panose="02070309020205020404" pitchFamily="49" charset="0"/>
                <a:cs typeface="Courier New" panose="02070309020205020404" pitchFamily="49" charset="0"/>
              </a:rPr>
              <a:t>DataFrame</a:t>
            </a:r>
            <a:r>
              <a:rPr lang="es-MX" sz="4000">
                <a:solidFill>
                  <a:srgbClr val="FFFFFF"/>
                </a:solidFill>
              </a:rPr>
              <a:t> a formato largo</a:t>
            </a:r>
          </a:p>
        </p:txBody>
      </p:sp>
      <p:sp>
        <p:nvSpPr>
          <p:cNvPr id="5" name="Marcador de contenido 4">
            <a:extLst>
              <a:ext uri="{FF2B5EF4-FFF2-40B4-BE49-F238E27FC236}">
                <a16:creationId xmlns:a16="http://schemas.microsoft.com/office/drawing/2014/main" id="{DA5A1B78-B72A-4DCB-A9B8-C8D9F3131B7D}"/>
              </a:ext>
            </a:extLst>
          </p:cNvPr>
          <p:cNvSpPr>
            <a:spLocks noGrp="1"/>
          </p:cNvSpPr>
          <p:nvPr>
            <p:ph idx="1"/>
          </p:nvPr>
        </p:nvSpPr>
        <p:spPr>
          <a:xfrm>
            <a:off x="1371599" y="2318197"/>
            <a:ext cx="9724031" cy="3683358"/>
          </a:xfrm>
        </p:spPr>
        <p:txBody>
          <a:bodyPr anchor="ctr">
            <a:normAutofit/>
          </a:bodyPr>
          <a:lstStyle/>
          <a:p>
            <a:r>
              <a:rPr lang="es-MX" sz="2000" dirty="0"/>
              <a:t>Para convertir un </a:t>
            </a:r>
            <a:r>
              <a:rPr lang="es-MX" sz="2000" dirty="0" err="1">
                <a:latin typeface="Courier New" panose="02070309020205020404" pitchFamily="49" charset="0"/>
                <a:cs typeface="Courier New" panose="02070309020205020404" pitchFamily="49" charset="0"/>
              </a:rPr>
              <a:t>DataFrame</a:t>
            </a:r>
            <a:r>
              <a:rPr lang="es-MX" sz="2000" dirty="0"/>
              <a:t> de formato ancho a formato largo (columnas a filas) se utiliza el siguiente método:</a:t>
            </a:r>
          </a:p>
          <a:p>
            <a:pPr lvl="1"/>
            <a:r>
              <a:rPr lang="es-MX" sz="2000" dirty="0" err="1">
                <a:latin typeface="Courier New" panose="02070309020205020404" pitchFamily="49" charset="0"/>
                <a:cs typeface="Courier New" panose="02070309020205020404" pitchFamily="49" charset="0"/>
              </a:rPr>
              <a:t>df.melt</a:t>
            </a:r>
            <a:r>
              <a:rPr lang="es-MX" sz="2000" dirty="0">
                <a:latin typeface="Courier New" panose="02070309020205020404" pitchFamily="49" charset="0"/>
                <a:cs typeface="Courier New" panose="02070309020205020404" pitchFamily="49" charset="0"/>
              </a:rPr>
              <a:t>(</a:t>
            </a:r>
            <a:r>
              <a:rPr lang="es-MX" sz="2000" dirty="0" err="1">
                <a:latin typeface="Courier New" panose="02070309020205020404" pitchFamily="49" charset="0"/>
                <a:cs typeface="Courier New" panose="02070309020205020404" pitchFamily="49" charset="0"/>
              </a:rPr>
              <a:t>id_vars</a:t>
            </a:r>
            <a:r>
              <a:rPr lang="es-MX" sz="2000" dirty="0">
                <a:latin typeface="Courier New" panose="02070309020205020404" pitchFamily="49" charset="0"/>
                <a:cs typeface="Courier New" panose="02070309020205020404" pitchFamily="49" charset="0"/>
              </a:rPr>
              <a:t>=id-columnas, </a:t>
            </a:r>
            <a:r>
              <a:rPr lang="es-MX" sz="2000" dirty="0" err="1">
                <a:latin typeface="Courier New" panose="02070309020205020404" pitchFamily="49" charset="0"/>
                <a:cs typeface="Courier New" panose="02070309020205020404" pitchFamily="49" charset="0"/>
              </a:rPr>
              <a:t>value_vars</a:t>
            </a:r>
            <a:r>
              <a:rPr lang="es-MX" sz="2000" dirty="0">
                <a:latin typeface="Courier New" panose="02070309020205020404" pitchFamily="49" charset="0"/>
                <a:cs typeface="Courier New" panose="02070309020205020404" pitchFamily="49" charset="0"/>
              </a:rPr>
              <a:t>=columnas, </a:t>
            </a:r>
            <a:r>
              <a:rPr lang="es-MX" sz="2000" dirty="0" err="1">
                <a:latin typeface="Courier New" panose="02070309020205020404" pitchFamily="49" charset="0"/>
                <a:cs typeface="Courier New" panose="02070309020205020404" pitchFamily="49" charset="0"/>
              </a:rPr>
              <a:t>var_name</a:t>
            </a:r>
            <a:r>
              <a:rPr lang="es-MX" sz="2000" dirty="0">
                <a:latin typeface="Courier New" panose="02070309020205020404" pitchFamily="49" charset="0"/>
                <a:cs typeface="Courier New" panose="02070309020205020404" pitchFamily="49" charset="0"/>
              </a:rPr>
              <a:t>=nombre-columnas, </a:t>
            </a:r>
            <a:r>
              <a:rPr lang="es-MX" sz="2000" dirty="0" err="1">
                <a:latin typeface="Courier New" panose="02070309020205020404" pitchFamily="49" charset="0"/>
                <a:cs typeface="Courier New" panose="02070309020205020404" pitchFamily="49" charset="0"/>
              </a:rPr>
              <a:t>var_value</a:t>
            </a:r>
            <a:r>
              <a:rPr lang="es-MX" sz="2000" dirty="0">
                <a:latin typeface="Courier New" panose="02070309020205020404" pitchFamily="49" charset="0"/>
                <a:cs typeface="Courier New" panose="02070309020205020404" pitchFamily="49" charset="0"/>
              </a:rPr>
              <a:t>=nombre-valores)</a:t>
            </a:r>
            <a:r>
              <a:rPr lang="es-MX" sz="2000" dirty="0"/>
              <a:t>: Devuelve el </a:t>
            </a:r>
            <a:r>
              <a:rPr lang="es-MX" sz="2000" dirty="0" err="1">
                <a:latin typeface="Courier New" panose="02070309020205020404" pitchFamily="49" charset="0"/>
                <a:cs typeface="Courier New" panose="02070309020205020404" pitchFamily="49" charset="0"/>
              </a:rPr>
              <a:t>DataFrame</a:t>
            </a:r>
            <a:r>
              <a:rPr lang="es-MX" sz="2000" dirty="0"/>
              <a:t> que resulta de convertir el </a:t>
            </a:r>
            <a:r>
              <a:rPr lang="es-MX" sz="2000" dirty="0" err="1"/>
              <a:t>DataFrame</a:t>
            </a:r>
            <a:r>
              <a:rPr lang="es-MX" sz="2000" dirty="0"/>
              <a:t> </a:t>
            </a:r>
            <a:r>
              <a:rPr lang="es-MX" sz="2000" dirty="0" err="1">
                <a:latin typeface="Courier New" panose="02070309020205020404" pitchFamily="49" charset="0"/>
                <a:cs typeface="Courier New" panose="02070309020205020404" pitchFamily="49" charset="0"/>
              </a:rPr>
              <a:t>df</a:t>
            </a:r>
            <a:r>
              <a:rPr lang="es-MX" sz="2000" dirty="0"/>
              <a:t> de formato ancho a formato largo. Todas las columnas de lista columnas se reestructuran en dos nuevas columnas con nombres </a:t>
            </a:r>
            <a:r>
              <a:rPr lang="es-MX" sz="2000" dirty="0">
                <a:latin typeface="Courier New" panose="02070309020205020404" pitchFamily="49" charset="0"/>
                <a:cs typeface="Courier New" panose="02070309020205020404" pitchFamily="49" charset="0"/>
              </a:rPr>
              <a:t>nombre-columnas</a:t>
            </a:r>
            <a:r>
              <a:rPr lang="es-MX" sz="2000" dirty="0"/>
              <a:t> y </a:t>
            </a:r>
            <a:r>
              <a:rPr lang="es-MX" sz="2000" dirty="0">
                <a:latin typeface="Courier New" panose="02070309020205020404" pitchFamily="49" charset="0"/>
                <a:cs typeface="Courier New" panose="02070309020205020404" pitchFamily="49" charset="0"/>
              </a:rPr>
              <a:t>nombre-valores</a:t>
            </a:r>
            <a:r>
              <a:rPr lang="es-MX" sz="2000" dirty="0"/>
              <a:t> que contienen los nombres de las columnas originales y sus valores, respectivamente. Las columnas en la lista </a:t>
            </a:r>
            <a:r>
              <a:rPr lang="es-MX" sz="2000" dirty="0">
                <a:latin typeface="Courier New" panose="02070309020205020404" pitchFamily="49" charset="0"/>
                <a:cs typeface="Courier New" panose="02070309020205020404" pitchFamily="49" charset="0"/>
              </a:rPr>
              <a:t>id-columnas</a:t>
            </a:r>
            <a:r>
              <a:rPr lang="es-MX" sz="2000" dirty="0"/>
              <a:t> se mantienen sin reestructurar. Si no se pasa la lista </a:t>
            </a:r>
            <a:r>
              <a:rPr lang="es-MX" sz="2000" dirty="0">
                <a:latin typeface="Courier New" panose="02070309020205020404" pitchFamily="49" charset="0"/>
                <a:cs typeface="Courier New" panose="02070309020205020404" pitchFamily="49" charset="0"/>
              </a:rPr>
              <a:t>columnas</a:t>
            </a:r>
            <a:r>
              <a:rPr lang="es-MX" sz="2000" dirty="0"/>
              <a:t> entonces se reestructuran todas las columnas excepto las columnas de la lista </a:t>
            </a:r>
            <a:r>
              <a:rPr lang="es-MX" sz="2000" dirty="0">
                <a:latin typeface="Courier New" panose="02070309020205020404" pitchFamily="49" charset="0"/>
                <a:cs typeface="Courier New" panose="02070309020205020404" pitchFamily="49" charset="0"/>
              </a:rPr>
              <a:t>id-columnas</a:t>
            </a:r>
            <a:r>
              <a:rPr lang="es-MX" sz="2000" dirty="0"/>
              <a:t>.</a:t>
            </a:r>
          </a:p>
        </p:txBody>
      </p:sp>
    </p:spTree>
    <p:extLst>
      <p:ext uri="{BB962C8B-B14F-4D97-AF65-F5344CB8AC3E}">
        <p14:creationId xmlns:p14="http://schemas.microsoft.com/office/powerpoint/2010/main" val="26529362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A70DB424-006C-43A6-8985-2596C6E3EF2D}"/>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Convertir un </a:t>
            </a:r>
            <a:r>
              <a:rPr lang="es-MX" sz="4000">
                <a:solidFill>
                  <a:srgbClr val="FFFFFF"/>
                </a:solidFill>
                <a:latin typeface="Courier New" panose="02070309020205020404" pitchFamily="49" charset="0"/>
                <a:cs typeface="Courier New" panose="02070309020205020404" pitchFamily="49" charset="0"/>
              </a:rPr>
              <a:t>DataFrame</a:t>
            </a:r>
            <a:r>
              <a:rPr lang="es-MX" sz="4000">
                <a:solidFill>
                  <a:srgbClr val="FFFFFF"/>
                </a:solidFill>
              </a:rPr>
              <a:t> a formato largo</a:t>
            </a:r>
          </a:p>
        </p:txBody>
      </p:sp>
      <p:sp>
        <p:nvSpPr>
          <p:cNvPr id="5" name="Marcador de contenido 4">
            <a:extLst>
              <a:ext uri="{FF2B5EF4-FFF2-40B4-BE49-F238E27FC236}">
                <a16:creationId xmlns:a16="http://schemas.microsoft.com/office/drawing/2014/main" id="{DA5A1B78-B72A-4DCB-A9B8-C8D9F3131B7D}"/>
              </a:ext>
            </a:extLst>
          </p:cNvPr>
          <p:cNvSpPr>
            <a:spLocks noGrp="1"/>
          </p:cNvSpPr>
          <p:nvPr>
            <p:ph idx="1"/>
          </p:nvPr>
        </p:nvSpPr>
        <p:spPr>
          <a:xfrm>
            <a:off x="4810259" y="649480"/>
            <a:ext cx="6555347" cy="5546047"/>
          </a:xfrm>
        </p:spPr>
        <p:txBody>
          <a:bodyPr anchor="ctr">
            <a:normAutofit/>
          </a:bodyPr>
          <a:lstStyle/>
          <a:p>
            <a:r>
              <a:rPr lang="es-MX" sz="2000" dirty="0"/>
              <a:t>Ejemplo:</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1" i="0" dirty="0" err="1">
                <a:solidFill>
                  <a:srgbClr val="333333"/>
                </a:solidFill>
                <a:effectLst/>
                <a:latin typeface="Courier New" panose="02070309020205020404" pitchFamily="49" charset="0"/>
                <a:cs typeface="Courier New" panose="02070309020205020404" pitchFamily="49" charset="0"/>
              </a:rPr>
              <a:t>import</a:t>
            </a:r>
            <a:r>
              <a:rPr lang="es-MX" sz="2000" b="0" i="0" dirty="0">
                <a:solidFill>
                  <a:srgbClr val="333333"/>
                </a:solidFill>
                <a:effectLst/>
                <a:latin typeface="Courier New" panose="02070309020205020404" pitchFamily="49" charset="0"/>
                <a:cs typeface="Courier New" panose="02070309020205020404" pitchFamily="49" charset="0"/>
              </a:rPr>
              <a:t> pandas </a:t>
            </a:r>
            <a:r>
              <a:rPr lang="es-MX" sz="2000" b="1" i="0" dirty="0">
                <a:solidFill>
                  <a:srgbClr val="333333"/>
                </a:solidFill>
                <a:effectLst/>
                <a:latin typeface="Courier New" panose="02070309020205020404" pitchFamily="49" charset="0"/>
                <a:cs typeface="Courier New" panose="02070309020205020404" pitchFamily="49" charset="0"/>
              </a:rPr>
              <a:t>as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pd</a:t>
            </a:r>
            <a:endParaRPr lang="es-MX" sz="2000" b="0" i="0" dirty="0">
              <a:solidFill>
                <a:srgbClr val="333333"/>
              </a:solidFill>
              <a:effectLst/>
              <a:latin typeface="Courier New" panose="02070309020205020404" pitchFamily="49" charset="0"/>
              <a:cs typeface="Courier New" panose="02070309020205020404" pitchFamily="49" charset="0"/>
            </a:endParaRP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a:solidFill>
                  <a:srgbClr val="333333"/>
                </a:solidFill>
                <a:effectLst/>
                <a:latin typeface="Courier New" panose="02070309020205020404" pitchFamily="49" charset="0"/>
                <a:cs typeface="Courier New" panose="02070309020205020404" pitchFamily="49" charset="0"/>
              </a:rPr>
              <a:t>datos = {</a:t>
            </a:r>
            <a:r>
              <a:rPr lang="es-MX" sz="2000" b="0" i="0" dirty="0">
                <a:solidFill>
                  <a:srgbClr val="DD1144"/>
                </a:solidFill>
                <a:effectLst/>
                <a:latin typeface="Courier New" panose="02070309020205020404" pitchFamily="49" charset="0"/>
                <a:cs typeface="Courier New" panose="02070309020205020404" pitchFamily="49" charset="0"/>
              </a:rPr>
              <a:t>'nombre'</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DD1144"/>
                </a:solidFill>
                <a:effectLst/>
                <a:latin typeface="Courier New" panose="02070309020205020404" pitchFamily="49" charset="0"/>
                <a:cs typeface="Courier New" panose="02070309020205020404" pitchFamily="49" charset="0"/>
              </a:rPr>
              <a:t>'María'</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'Luis'</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'Carmen'</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'edad'</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008080"/>
                </a:solidFill>
                <a:effectLst/>
                <a:latin typeface="Courier New" panose="02070309020205020404" pitchFamily="49" charset="0"/>
                <a:cs typeface="Courier New" panose="02070309020205020404" pitchFamily="49" charset="0"/>
              </a:rPr>
              <a:t>18</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22</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20</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'Matemáticas'</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008080"/>
                </a:solidFill>
                <a:effectLst/>
                <a:latin typeface="Courier New" panose="02070309020205020404" pitchFamily="49" charset="0"/>
                <a:cs typeface="Courier New" panose="02070309020205020404" pitchFamily="49" charset="0"/>
              </a:rPr>
              <a:t>8.5</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7</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3.5</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'Economía'</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008080"/>
                </a:solidFill>
                <a:effectLst/>
                <a:latin typeface="Courier New" panose="02070309020205020404" pitchFamily="49" charset="0"/>
                <a:cs typeface="Courier New" panose="02070309020205020404" pitchFamily="49" charset="0"/>
              </a:rPr>
              <a:t>8</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6.5</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5</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'Programación'</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008080"/>
                </a:solidFill>
                <a:effectLst/>
                <a:latin typeface="Courier New" panose="02070309020205020404" pitchFamily="49" charset="0"/>
                <a:cs typeface="Courier New" panose="02070309020205020404" pitchFamily="49" charset="0"/>
              </a:rPr>
              <a:t>6.5</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4</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008080"/>
                </a:solidFill>
                <a:effectLst/>
                <a:latin typeface="Courier New" panose="02070309020205020404" pitchFamily="49" charset="0"/>
                <a:cs typeface="Courier New" panose="02070309020205020404" pitchFamily="49" charset="0"/>
              </a:rPr>
              <a:t>9</a:t>
            </a:r>
            <a:r>
              <a:rPr lang="es-MX" sz="20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df</a:t>
            </a:r>
            <a:r>
              <a:rPr lang="es-MX" sz="2000" b="0" i="0" dirty="0">
                <a:solidFill>
                  <a:srgbClr val="333333"/>
                </a:solidFill>
                <a:effectLst/>
                <a:latin typeface="Courier New" panose="02070309020205020404" pitchFamily="49" charset="0"/>
                <a:cs typeface="Courier New" panose="02070309020205020404" pitchFamily="49" charset="0"/>
              </a:rPr>
              <a:t> = </a:t>
            </a:r>
            <a:r>
              <a:rPr lang="es-MX" sz="2000" b="0" i="0" dirty="0" err="1">
                <a:solidFill>
                  <a:srgbClr val="333333"/>
                </a:solidFill>
                <a:effectLst/>
                <a:latin typeface="Courier New" panose="02070309020205020404" pitchFamily="49" charset="0"/>
                <a:cs typeface="Courier New" panose="02070309020205020404" pitchFamily="49" charset="0"/>
              </a:rPr>
              <a:t>pd.DataFrame</a:t>
            </a:r>
            <a:r>
              <a:rPr lang="es-MX" sz="2000" b="0" i="0" dirty="0">
                <a:solidFill>
                  <a:srgbClr val="333333"/>
                </a:solidFill>
                <a:effectLst/>
                <a:latin typeface="Courier New" panose="02070309020205020404" pitchFamily="49" charset="0"/>
                <a:cs typeface="Courier New" panose="02070309020205020404" pitchFamily="49" charset="0"/>
              </a:rPr>
              <a:t>(datos)</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a:solidFill>
                  <a:srgbClr val="333333"/>
                </a:solidFill>
                <a:effectLst/>
                <a:latin typeface="Courier New" panose="02070309020205020404" pitchFamily="49" charset="0"/>
                <a:cs typeface="Courier New" panose="02070309020205020404" pitchFamily="49" charset="0"/>
              </a:rPr>
              <a:t>df1 = </a:t>
            </a:r>
            <a:r>
              <a:rPr lang="es-MX" sz="2000" b="0" i="0" dirty="0" err="1">
                <a:solidFill>
                  <a:srgbClr val="333333"/>
                </a:solidFill>
                <a:effectLst/>
                <a:latin typeface="Courier New" panose="02070309020205020404" pitchFamily="49" charset="0"/>
                <a:cs typeface="Courier New" panose="02070309020205020404" pitchFamily="49" charset="0"/>
              </a:rPr>
              <a:t>df.melt</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err="1">
                <a:solidFill>
                  <a:srgbClr val="333333"/>
                </a:solidFill>
                <a:effectLst/>
                <a:latin typeface="Courier New" panose="02070309020205020404" pitchFamily="49" charset="0"/>
                <a:cs typeface="Courier New" panose="02070309020205020404" pitchFamily="49" charset="0"/>
              </a:rPr>
              <a:t>id_vars</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DD1144"/>
                </a:solidFill>
                <a:effectLst/>
                <a:latin typeface="Courier New" panose="02070309020205020404" pitchFamily="49" charset="0"/>
                <a:cs typeface="Courier New" panose="02070309020205020404" pitchFamily="49" charset="0"/>
              </a:rPr>
              <a:t>'nombre'</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a:solidFill>
                  <a:srgbClr val="DD1144"/>
                </a:solidFill>
                <a:effectLst/>
                <a:latin typeface="Courier New" panose="02070309020205020404" pitchFamily="49" charset="0"/>
                <a:cs typeface="Courier New" panose="02070309020205020404" pitchFamily="49" charset="0"/>
              </a:rPr>
              <a:t>'edad'</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var_name</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DD1144"/>
                </a:solidFill>
                <a:effectLst/>
                <a:latin typeface="Courier New" panose="02070309020205020404" pitchFamily="49" charset="0"/>
                <a:cs typeface="Courier New" panose="02070309020205020404" pitchFamily="49" charset="0"/>
              </a:rPr>
              <a:t>'asignatura'</a:t>
            </a:r>
            <a:r>
              <a:rPr lang="es-MX" sz="2000" b="0" i="0" dirty="0">
                <a:solidFill>
                  <a:srgbClr val="333333"/>
                </a:solidFill>
                <a:effectLst/>
                <a:latin typeface="Courier New" panose="02070309020205020404" pitchFamily="49" charset="0"/>
                <a:cs typeface="Courier New" panose="02070309020205020404" pitchFamily="49" charset="0"/>
              </a:rPr>
              <a:t>, </a:t>
            </a:r>
            <a:r>
              <a:rPr lang="es-MX" sz="2000" b="0" i="0" dirty="0" err="1">
                <a:solidFill>
                  <a:srgbClr val="333333"/>
                </a:solidFill>
                <a:effectLst/>
                <a:latin typeface="Courier New" panose="02070309020205020404" pitchFamily="49" charset="0"/>
                <a:cs typeface="Courier New" panose="02070309020205020404" pitchFamily="49" charset="0"/>
              </a:rPr>
              <a:t>value_name</a:t>
            </a:r>
            <a:r>
              <a:rPr lang="es-MX" sz="2000" b="0" i="0" dirty="0">
                <a:solidFill>
                  <a:srgbClr val="333333"/>
                </a:solidFill>
                <a:effectLst/>
                <a:latin typeface="Courier New" panose="02070309020205020404" pitchFamily="49" charset="0"/>
                <a:cs typeface="Courier New" panose="02070309020205020404" pitchFamily="49" charset="0"/>
              </a:rPr>
              <a:t>=</a:t>
            </a:r>
            <a:r>
              <a:rPr lang="es-MX" sz="2000" b="0" i="0" dirty="0">
                <a:solidFill>
                  <a:srgbClr val="DD1144"/>
                </a:solidFill>
                <a:effectLst/>
                <a:latin typeface="Courier New" panose="02070309020205020404" pitchFamily="49" charset="0"/>
                <a:cs typeface="Courier New" panose="02070309020205020404" pitchFamily="49" charset="0"/>
              </a:rPr>
              <a:t>'nota’</a:t>
            </a:r>
            <a:r>
              <a:rPr lang="es-MX" sz="2000" b="0" i="0" dirty="0">
                <a:solidFill>
                  <a:srgbClr val="333333"/>
                </a:solidFill>
                <a:effectLst/>
                <a:latin typeface="Courier New" panose="02070309020205020404" pitchFamily="49" charset="0"/>
                <a:cs typeface="Courier New" panose="02070309020205020404" pitchFamily="49" charset="0"/>
              </a:rPr>
              <a:t>)</a:t>
            </a:r>
          </a:p>
          <a:p>
            <a:pPr marL="457200" lvl="1" indent="0">
              <a:buNone/>
            </a:pPr>
            <a:r>
              <a:rPr lang="es-MX" sz="2000" b="1" i="0" dirty="0">
                <a:solidFill>
                  <a:srgbClr val="999999"/>
                </a:solidFill>
                <a:effectLst/>
                <a:latin typeface="Courier New" panose="02070309020205020404" pitchFamily="49" charset="0"/>
                <a:cs typeface="Courier New" panose="02070309020205020404" pitchFamily="49" charset="0"/>
              </a:rPr>
              <a:t>&gt;&gt;&gt; </a:t>
            </a:r>
            <a:r>
              <a:rPr lang="es-MX" sz="2000" b="0" i="0" dirty="0" err="1">
                <a:solidFill>
                  <a:srgbClr val="333333"/>
                </a:solidFill>
                <a:effectLst/>
                <a:latin typeface="Courier New" panose="02070309020205020404" pitchFamily="49" charset="0"/>
                <a:cs typeface="Courier New" panose="02070309020205020404" pitchFamily="49" charset="0"/>
              </a:rPr>
              <a:t>print</a:t>
            </a:r>
            <a:r>
              <a:rPr lang="es-MX" sz="2000" b="0" i="0" dirty="0">
                <a:solidFill>
                  <a:srgbClr val="333333"/>
                </a:solidFill>
                <a:effectLst/>
                <a:latin typeface="Courier New" panose="02070309020205020404" pitchFamily="49" charset="0"/>
                <a:cs typeface="Courier New" panose="02070309020205020404" pitchFamily="49" charset="0"/>
              </a:rPr>
              <a:t>(df1)</a:t>
            </a:r>
            <a:endParaRPr lang="es-MX"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364089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01376587-7466-4A34-85EE-70E31E2C649B}"/>
              </a:ext>
            </a:extLst>
          </p:cNvPr>
          <p:cNvSpPr>
            <a:spLocks noGrp="1"/>
          </p:cNvSpPr>
          <p:nvPr>
            <p:ph type="title"/>
          </p:nvPr>
        </p:nvSpPr>
        <p:spPr>
          <a:xfrm>
            <a:off x="1371599" y="294538"/>
            <a:ext cx="9895951" cy="1033669"/>
          </a:xfrm>
        </p:spPr>
        <p:txBody>
          <a:bodyPr>
            <a:normAutofit/>
          </a:bodyPr>
          <a:lstStyle/>
          <a:p>
            <a:r>
              <a:rPr lang="it-IT" sz="4000">
                <a:solidFill>
                  <a:srgbClr val="FFFFFF"/>
                </a:solidFill>
              </a:rPr>
              <a:t>Convertir un </a:t>
            </a:r>
            <a:r>
              <a:rPr lang="it-IT" sz="4000">
                <a:solidFill>
                  <a:srgbClr val="FFFFFF"/>
                </a:solidFill>
                <a:latin typeface="Courier New" panose="02070309020205020404" pitchFamily="49" charset="0"/>
                <a:cs typeface="Courier New" panose="02070309020205020404" pitchFamily="49" charset="0"/>
              </a:rPr>
              <a:t>DataFrame</a:t>
            </a:r>
            <a:r>
              <a:rPr lang="it-IT" sz="4000">
                <a:solidFill>
                  <a:srgbClr val="FFFFFF"/>
                </a:solidFill>
              </a:rPr>
              <a:t> a formato ancho</a:t>
            </a:r>
            <a:endParaRPr lang="es-MX" sz="4000">
              <a:solidFill>
                <a:srgbClr val="FFFFFF"/>
              </a:solidFill>
            </a:endParaRPr>
          </a:p>
        </p:txBody>
      </p:sp>
      <p:sp>
        <p:nvSpPr>
          <p:cNvPr id="3" name="Marcador de contenido 2">
            <a:extLst>
              <a:ext uri="{FF2B5EF4-FFF2-40B4-BE49-F238E27FC236}">
                <a16:creationId xmlns:a16="http://schemas.microsoft.com/office/drawing/2014/main" id="{968B3DE3-1AA5-40A3-909B-D386B0704788}"/>
              </a:ext>
            </a:extLst>
          </p:cNvPr>
          <p:cNvSpPr>
            <a:spLocks noGrp="1"/>
          </p:cNvSpPr>
          <p:nvPr>
            <p:ph idx="1"/>
          </p:nvPr>
        </p:nvSpPr>
        <p:spPr>
          <a:xfrm>
            <a:off x="1371599" y="2318197"/>
            <a:ext cx="9724031" cy="3683358"/>
          </a:xfrm>
        </p:spPr>
        <p:txBody>
          <a:bodyPr anchor="ctr">
            <a:normAutofit/>
          </a:bodyPr>
          <a:lstStyle/>
          <a:p>
            <a:r>
              <a:rPr lang="es-MX" sz="1900" dirty="0"/>
              <a:t>Para convertir un </a:t>
            </a:r>
            <a:r>
              <a:rPr lang="es-MX" sz="1900" dirty="0" err="1">
                <a:latin typeface="Courier New" panose="02070309020205020404" pitchFamily="49" charset="0"/>
                <a:cs typeface="Courier New" panose="02070309020205020404" pitchFamily="49" charset="0"/>
              </a:rPr>
              <a:t>DataFrame</a:t>
            </a:r>
            <a:r>
              <a:rPr lang="es-MX" sz="1900" dirty="0"/>
              <a:t> de formato largo a formato ancho (filas a columnas) se utiliza el siguiente método:</a:t>
            </a:r>
          </a:p>
          <a:p>
            <a:pPr lvl="1"/>
            <a:r>
              <a:rPr lang="es-MX" sz="1900" dirty="0" err="1">
                <a:latin typeface="Courier New" panose="02070309020205020404" pitchFamily="49" charset="0"/>
                <a:cs typeface="Courier New" panose="02070309020205020404" pitchFamily="49" charset="0"/>
              </a:rPr>
              <a:t>df.pivot</a:t>
            </a:r>
            <a:r>
              <a:rPr lang="es-MX" sz="1900" dirty="0">
                <a:latin typeface="Courier New" panose="02070309020205020404" pitchFamily="49" charset="0"/>
                <a:cs typeface="Courier New" panose="02070309020205020404" pitchFamily="49" charset="0"/>
              </a:rPr>
              <a:t>(</a:t>
            </a:r>
            <a:r>
              <a:rPr lang="es-MX" sz="1900" dirty="0" err="1">
                <a:latin typeface="Courier New" panose="02070309020205020404" pitchFamily="49" charset="0"/>
                <a:cs typeface="Courier New" panose="02070309020205020404" pitchFamily="49" charset="0"/>
              </a:rPr>
              <a:t>index</a:t>
            </a:r>
            <a:r>
              <a:rPr lang="es-MX" sz="1900" dirty="0">
                <a:latin typeface="Courier New" panose="02070309020205020404" pitchFamily="49" charset="0"/>
                <a:cs typeface="Courier New" panose="02070309020205020404" pitchFamily="49" charset="0"/>
              </a:rPr>
              <a:t>=filas, </a:t>
            </a:r>
            <a:r>
              <a:rPr lang="es-MX" sz="1900" dirty="0" err="1">
                <a:latin typeface="Courier New" panose="02070309020205020404" pitchFamily="49" charset="0"/>
                <a:cs typeface="Courier New" panose="02070309020205020404" pitchFamily="49" charset="0"/>
              </a:rPr>
              <a:t>columns</a:t>
            </a:r>
            <a:r>
              <a:rPr lang="es-MX" sz="1900" dirty="0">
                <a:latin typeface="Courier New" panose="02070309020205020404" pitchFamily="49" charset="0"/>
                <a:cs typeface="Courier New" panose="02070309020205020404" pitchFamily="49" charset="0"/>
              </a:rPr>
              <a:t>=columna, </a:t>
            </a:r>
            <a:r>
              <a:rPr lang="es-MX" sz="1900" dirty="0" err="1">
                <a:latin typeface="Courier New" panose="02070309020205020404" pitchFamily="49" charset="0"/>
                <a:cs typeface="Courier New" panose="02070309020205020404" pitchFamily="49" charset="0"/>
              </a:rPr>
              <a:t>values</a:t>
            </a:r>
            <a:r>
              <a:rPr lang="es-MX" sz="1900" dirty="0">
                <a:latin typeface="Courier New" panose="02070309020205020404" pitchFamily="49" charset="0"/>
                <a:cs typeface="Courier New" panose="02070309020205020404" pitchFamily="49" charset="0"/>
              </a:rPr>
              <a:t>=valores)</a:t>
            </a:r>
            <a:r>
              <a:rPr lang="es-MX" sz="1900" dirty="0"/>
              <a:t>: Devuelve el </a:t>
            </a:r>
            <a:r>
              <a:rPr lang="es-MX" sz="1900" dirty="0" err="1">
                <a:latin typeface="Courier New" panose="02070309020205020404" pitchFamily="49" charset="0"/>
                <a:cs typeface="Courier New" panose="02070309020205020404" pitchFamily="49" charset="0"/>
              </a:rPr>
              <a:t>DataFrame</a:t>
            </a:r>
            <a:r>
              <a:rPr lang="es-MX" sz="1900" dirty="0"/>
              <a:t> que resulta de convertir el </a:t>
            </a:r>
            <a:r>
              <a:rPr lang="es-MX" sz="1900" dirty="0" err="1"/>
              <a:t>DataFrame</a:t>
            </a:r>
            <a:r>
              <a:rPr lang="es-MX" sz="1900" dirty="0"/>
              <a:t> </a:t>
            </a:r>
            <a:r>
              <a:rPr lang="es-MX" sz="1900" dirty="0" err="1">
                <a:latin typeface="Courier New" panose="02070309020205020404" pitchFamily="49" charset="0"/>
                <a:cs typeface="Courier New" panose="02070309020205020404" pitchFamily="49" charset="0"/>
              </a:rPr>
              <a:t>df</a:t>
            </a:r>
            <a:r>
              <a:rPr lang="es-MX" sz="1900" dirty="0"/>
              <a:t> de formato largo a formato ancho. Se crean tantas columnas nuevas como valores distintos haya en la columna </a:t>
            </a:r>
            <a:r>
              <a:rPr lang="es-MX" sz="1900" dirty="0" err="1">
                <a:latin typeface="Courier New" panose="02070309020205020404" pitchFamily="49" charset="0"/>
                <a:cs typeface="Courier New" panose="02070309020205020404" pitchFamily="49" charset="0"/>
              </a:rPr>
              <a:t>columna</a:t>
            </a:r>
            <a:r>
              <a:rPr lang="es-MX" sz="1900" dirty="0"/>
              <a:t>. Los nombres de estas nuevas columnas son los valores de la columna </a:t>
            </a:r>
            <a:r>
              <a:rPr lang="es-MX" sz="1900" dirty="0" err="1">
                <a:latin typeface="Courier New" panose="02070309020205020404" pitchFamily="49" charset="0"/>
                <a:cs typeface="Courier New" panose="02070309020205020404" pitchFamily="49" charset="0"/>
              </a:rPr>
              <a:t>columna</a:t>
            </a:r>
            <a:r>
              <a:rPr lang="es-MX" sz="1900" dirty="0"/>
              <a:t> mientras que sus valores se toman de la columna </a:t>
            </a:r>
            <a:r>
              <a:rPr lang="es-MX" sz="1900" dirty="0">
                <a:latin typeface="Courier New" panose="02070309020205020404" pitchFamily="49" charset="0"/>
                <a:cs typeface="Courier New" panose="02070309020205020404" pitchFamily="49" charset="0"/>
              </a:rPr>
              <a:t>valores</a:t>
            </a:r>
            <a:r>
              <a:rPr lang="es-MX" sz="1900" dirty="0"/>
              <a:t>. Los nombres del índice del nuevo </a:t>
            </a:r>
            <a:r>
              <a:rPr lang="es-MX" sz="1900" dirty="0" err="1">
                <a:latin typeface="Courier New" panose="02070309020205020404" pitchFamily="49" charset="0"/>
                <a:cs typeface="Courier New" panose="02070309020205020404" pitchFamily="49" charset="0"/>
              </a:rPr>
              <a:t>DataFrame</a:t>
            </a:r>
            <a:r>
              <a:rPr lang="es-MX" sz="1900" dirty="0"/>
              <a:t> se toman de los valores de la columna </a:t>
            </a:r>
            <a:r>
              <a:rPr lang="es-MX" sz="1900" dirty="0">
                <a:latin typeface="Courier New" panose="02070309020205020404" pitchFamily="49" charset="0"/>
                <a:cs typeface="Courier New" panose="02070309020205020404" pitchFamily="49" charset="0"/>
              </a:rPr>
              <a:t>filas</a:t>
            </a:r>
            <a:r>
              <a:rPr lang="es-MX" sz="1900" dirty="0"/>
              <a:t>.</a:t>
            </a:r>
          </a:p>
          <a:p>
            <a:pPr lvl="1"/>
            <a:r>
              <a:rPr lang="es-MX" sz="1900" dirty="0"/>
              <a:t>Ejemplo:</a:t>
            </a:r>
          </a:p>
          <a:p>
            <a:pPr marL="914400" lvl="2" indent="0">
              <a:buNone/>
            </a:pPr>
            <a:r>
              <a:rPr lang="es-MX" sz="1800" b="0" i="1" dirty="0">
                <a:solidFill>
                  <a:srgbClr val="999988"/>
                </a:solidFill>
                <a:effectLst/>
                <a:latin typeface="Courier New" panose="02070309020205020404" pitchFamily="49" charset="0"/>
                <a:cs typeface="Courier New" panose="02070309020205020404" pitchFamily="49" charset="0"/>
              </a:rPr>
              <a:t># Continuación del código anterior</a:t>
            </a:r>
            <a:r>
              <a:rPr lang="es-MX" sz="1800" b="0" i="0" dirty="0">
                <a:solidFill>
                  <a:srgbClr val="333333"/>
                </a:solidFill>
                <a:effectLst/>
                <a:latin typeface="Courier New" panose="02070309020205020404" pitchFamily="49" charset="0"/>
                <a:cs typeface="Courier New" panose="02070309020205020404" pitchFamily="49" charset="0"/>
              </a:rPr>
              <a:t> </a:t>
            </a:r>
          </a:p>
          <a:p>
            <a:pPr marL="914400" lvl="2" indent="0">
              <a:buNone/>
            </a:pPr>
            <a:r>
              <a:rPr lang="es-MX" sz="1800" b="1" i="0" dirty="0">
                <a:solidFill>
                  <a:srgbClr val="999999"/>
                </a:solidFill>
                <a:effectLst/>
                <a:latin typeface="Courier New" panose="02070309020205020404" pitchFamily="49" charset="0"/>
                <a:cs typeface="Courier New" panose="02070309020205020404" pitchFamily="49" charset="0"/>
              </a:rPr>
              <a:t>&gt;&gt;&gt; </a:t>
            </a:r>
            <a:r>
              <a:rPr lang="es-MX" sz="1800" b="0" i="0" dirty="0" err="1">
                <a:solidFill>
                  <a:srgbClr val="333333"/>
                </a:solidFill>
                <a:effectLst/>
                <a:latin typeface="Courier New" panose="02070309020205020404" pitchFamily="49" charset="0"/>
                <a:cs typeface="Courier New" panose="02070309020205020404" pitchFamily="49" charset="0"/>
              </a:rPr>
              <a:t>print</a:t>
            </a:r>
            <a:r>
              <a:rPr lang="es-MX" sz="1800" b="0" i="0" dirty="0">
                <a:solidFill>
                  <a:srgbClr val="333333"/>
                </a:solidFill>
                <a:effectLst/>
                <a:latin typeface="Courier New" panose="02070309020205020404" pitchFamily="49" charset="0"/>
                <a:cs typeface="Courier New" panose="02070309020205020404" pitchFamily="49" charset="0"/>
              </a:rPr>
              <a:t>(df1.pivot(</a:t>
            </a:r>
            <a:r>
              <a:rPr lang="es-MX" sz="1800" b="0" i="0" dirty="0" err="1">
                <a:solidFill>
                  <a:srgbClr val="333333"/>
                </a:solidFill>
                <a:effectLst/>
                <a:latin typeface="Courier New" panose="02070309020205020404" pitchFamily="49" charset="0"/>
                <a:cs typeface="Courier New" panose="02070309020205020404" pitchFamily="49" charset="0"/>
              </a:rPr>
              <a:t>index</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'nombre'</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columns</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'asignatura'</a:t>
            </a:r>
            <a:r>
              <a:rPr lang="es-MX" sz="1800" b="0" i="0" dirty="0">
                <a:solidFill>
                  <a:srgbClr val="333333"/>
                </a:solidFill>
                <a:effectLst/>
                <a:latin typeface="Courier New" panose="02070309020205020404" pitchFamily="49" charset="0"/>
                <a:cs typeface="Courier New" panose="02070309020205020404" pitchFamily="49" charset="0"/>
              </a:rPr>
              <a:t>, </a:t>
            </a:r>
            <a:r>
              <a:rPr lang="es-MX" sz="1800" b="0" i="0" dirty="0" err="1">
                <a:solidFill>
                  <a:srgbClr val="333333"/>
                </a:solidFill>
                <a:effectLst/>
                <a:latin typeface="Courier New" panose="02070309020205020404" pitchFamily="49" charset="0"/>
                <a:cs typeface="Courier New" panose="02070309020205020404" pitchFamily="49" charset="0"/>
              </a:rPr>
              <a:t>values</a:t>
            </a:r>
            <a:r>
              <a:rPr lang="es-MX" sz="1800" b="0" i="0" dirty="0">
                <a:solidFill>
                  <a:srgbClr val="333333"/>
                </a:solidFill>
                <a:effectLst/>
                <a:latin typeface="Courier New" panose="02070309020205020404" pitchFamily="49" charset="0"/>
                <a:cs typeface="Courier New" panose="02070309020205020404" pitchFamily="49" charset="0"/>
              </a:rPr>
              <a:t>=</a:t>
            </a:r>
            <a:r>
              <a:rPr lang="es-MX" sz="1800" b="0" i="0" dirty="0">
                <a:solidFill>
                  <a:srgbClr val="DD1144"/>
                </a:solidFill>
                <a:effectLst/>
                <a:latin typeface="Courier New" panose="02070309020205020404" pitchFamily="49" charset="0"/>
                <a:cs typeface="Courier New" panose="02070309020205020404" pitchFamily="49" charset="0"/>
              </a:rPr>
              <a:t>'nota'</a:t>
            </a:r>
            <a:r>
              <a:rPr lang="es-MX" sz="1800" b="0" i="0" dirty="0">
                <a:solidFill>
                  <a:srgbClr val="333333"/>
                </a:solidFill>
                <a:effectLst/>
                <a:latin typeface="Courier New" panose="02070309020205020404" pitchFamily="49" charset="0"/>
                <a:cs typeface="Courier New" panose="02070309020205020404" pitchFamily="49" charset="0"/>
              </a:rPr>
              <a:t>))</a:t>
            </a:r>
            <a:endParaRPr lang="es-MX" sz="1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9275451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276D1F36-5576-4866-8169-2C983238DD8B}"/>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Actividad 2</a:t>
            </a:r>
            <a:endParaRPr lang="es-MX" sz="4000" dirty="0">
              <a:solidFill>
                <a:srgbClr val="FFFFFF"/>
              </a:solidFill>
            </a:endParaRPr>
          </a:p>
        </p:txBody>
      </p:sp>
      <p:sp>
        <p:nvSpPr>
          <p:cNvPr id="3" name="Marcador de contenido 2">
            <a:extLst>
              <a:ext uri="{FF2B5EF4-FFF2-40B4-BE49-F238E27FC236}">
                <a16:creationId xmlns:a16="http://schemas.microsoft.com/office/drawing/2014/main" id="{25B3E5DC-B80D-48DE-A7F5-20886B8CB24D}"/>
              </a:ext>
            </a:extLst>
          </p:cNvPr>
          <p:cNvSpPr>
            <a:spLocks noGrp="1"/>
          </p:cNvSpPr>
          <p:nvPr>
            <p:ph idx="1"/>
          </p:nvPr>
        </p:nvSpPr>
        <p:spPr>
          <a:xfrm>
            <a:off x="1371599" y="2318197"/>
            <a:ext cx="9724031" cy="3683358"/>
          </a:xfrm>
        </p:spPr>
        <p:txBody>
          <a:bodyPr anchor="ctr">
            <a:normAutofit/>
          </a:bodyPr>
          <a:lstStyle/>
          <a:p>
            <a:r>
              <a:rPr lang="es-MX" sz="2000" dirty="0"/>
              <a:t>Obtener el promedio de una columna dada en un </a:t>
            </a:r>
            <a:r>
              <a:rPr lang="es-MX" sz="2000" dirty="0" err="1"/>
              <a:t>DataFrame</a:t>
            </a:r>
            <a:r>
              <a:rPr lang="es-MX" sz="2000" dirty="0"/>
              <a:t>. Escribir el script de Python que resuelva este ejercicio. </a:t>
            </a:r>
            <a:r>
              <a:rPr lang="es-MX" sz="2000" b="1" dirty="0"/>
              <a:t>Es requisito usar las funciones de la librería Pandas estudiada en </a:t>
            </a:r>
            <a:r>
              <a:rPr lang="es-MX" sz="2000" b="1"/>
              <a:t>clase.</a:t>
            </a:r>
            <a:endParaRPr lang="es-MX" sz="2000" b="1" dirty="0"/>
          </a:p>
        </p:txBody>
      </p:sp>
    </p:spTree>
    <p:extLst>
      <p:ext uri="{BB962C8B-B14F-4D97-AF65-F5344CB8AC3E}">
        <p14:creationId xmlns:p14="http://schemas.microsoft.com/office/powerpoint/2010/main" val="27949625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DBAF878-165E-7ADD-329E-81A385E52D0A}"/>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Tarea</a:t>
            </a:r>
          </a:p>
        </p:txBody>
      </p:sp>
      <p:sp>
        <p:nvSpPr>
          <p:cNvPr id="3" name="Marcador de contenido 2">
            <a:extLst>
              <a:ext uri="{FF2B5EF4-FFF2-40B4-BE49-F238E27FC236}">
                <a16:creationId xmlns:a16="http://schemas.microsoft.com/office/drawing/2014/main" id="{882680CA-B330-8F04-564E-273BDE7E8517}"/>
              </a:ext>
            </a:extLst>
          </p:cNvPr>
          <p:cNvSpPr>
            <a:spLocks noGrp="1"/>
          </p:cNvSpPr>
          <p:nvPr>
            <p:ph idx="1"/>
          </p:nvPr>
        </p:nvSpPr>
        <p:spPr>
          <a:xfrm>
            <a:off x="4810259" y="649480"/>
            <a:ext cx="6555347" cy="5546047"/>
          </a:xfrm>
        </p:spPr>
        <p:txBody>
          <a:bodyPr anchor="ctr">
            <a:normAutofit/>
          </a:bodyPr>
          <a:lstStyle/>
          <a:p>
            <a:r>
              <a:rPr lang="es-MX" sz="2000" dirty="0"/>
              <a:t>Realizar el ejercicio indicado en “Tarea </a:t>
            </a:r>
            <a:r>
              <a:rPr lang="es-MX" sz="2000"/>
              <a:t>Sesión 2.</a:t>
            </a:r>
            <a:r>
              <a:rPr lang="es-MX" sz="2000" dirty="0"/>
              <a:t>pdf”</a:t>
            </a:r>
          </a:p>
          <a:p>
            <a:pPr lvl="1"/>
            <a:r>
              <a:rPr lang="es-MX" sz="2000" dirty="0"/>
              <a:t>Se entregará en una semana a partir de la fecha en que se indica.</a:t>
            </a:r>
          </a:p>
        </p:txBody>
      </p:sp>
    </p:spTree>
    <p:extLst>
      <p:ext uri="{BB962C8B-B14F-4D97-AF65-F5344CB8AC3E}">
        <p14:creationId xmlns:p14="http://schemas.microsoft.com/office/powerpoint/2010/main" val="315928261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TotalTime>
  <Words>7002</Words>
  <Application>Microsoft Office PowerPoint</Application>
  <PresentationFormat>Panorámica</PresentationFormat>
  <Paragraphs>462</Paragraphs>
  <Slides>69</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69</vt:i4>
      </vt:variant>
    </vt:vector>
  </HeadingPairs>
  <TitlesOfParts>
    <vt:vector size="77" baseType="lpstr">
      <vt:lpstr>STZhongsong</vt:lpstr>
      <vt:lpstr>Arial</vt:lpstr>
      <vt:lpstr>Calibri</vt:lpstr>
      <vt:lpstr>Calibri Light</vt:lpstr>
      <vt:lpstr>Courier New</vt:lpstr>
      <vt:lpstr>Roboto Mono</vt:lpstr>
      <vt:lpstr>Source Sans Pro</vt:lpstr>
      <vt:lpstr>Tema de Office</vt:lpstr>
      <vt:lpstr>Manejo de tablas en Python</vt:lpstr>
      <vt:lpstr>Agenda</vt:lpstr>
      <vt:lpstr>Lectura de clase</vt:lpstr>
      <vt:lpstr>What is NumPy?</vt:lpstr>
      <vt:lpstr>NumPy documentation</vt:lpstr>
      <vt:lpstr>Array shape</vt:lpstr>
      <vt:lpstr>Array item types</vt:lpstr>
      <vt:lpstr>Data types for ndArray</vt:lpstr>
      <vt:lpstr>Data types for ndArray</vt:lpstr>
      <vt:lpstr>Example: creating an array</vt:lpstr>
      <vt:lpstr>Indexing arrays</vt:lpstr>
      <vt:lpstr>Slicing arrays</vt:lpstr>
      <vt:lpstr>Examples: Slicing arrays</vt:lpstr>
      <vt:lpstr>Some ndarray methods</vt:lpstr>
      <vt:lpstr>Some NumPy functions</vt:lpstr>
      <vt:lpstr>Saving NumPy array</vt:lpstr>
      <vt:lpstr>Loading NumPy array</vt:lpstr>
      <vt:lpstr>Actividad 1</vt:lpstr>
      <vt:lpstr>Pandas</vt:lpstr>
      <vt:lpstr>Pandas</vt:lpstr>
      <vt:lpstr>Pandas</vt:lpstr>
      <vt:lpstr>Series de Pandas</vt:lpstr>
      <vt:lpstr>Series de Pandas</vt:lpstr>
      <vt:lpstr>Series de Pandas</vt:lpstr>
      <vt:lpstr>Atributos de una Serie</vt:lpstr>
      <vt:lpstr>Acceso a los elementos de una Serie</vt:lpstr>
      <vt:lpstr>Resumen descriptivo de una Serie</vt:lpstr>
      <vt:lpstr>Ejemplo de trabajo con Series</vt:lpstr>
      <vt:lpstr>Operadores matemáticos sobre Series</vt:lpstr>
      <vt:lpstr>Filtrado en Series</vt:lpstr>
      <vt:lpstr>Ordenar los valores de una Serie</vt:lpstr>
      <vt:lpstr>Eliminar datos No Numéricos</vt:lpstr>
      <vt:lpstr>DataFrame</vt:lpstr>
      <vt:lpstr>Creación de un DataFrame</vt:lpstr>
      <vt:lpstr>Creación de un DataFrame</vt:lpstr>
      <vt:lpstr>Creación de un DataFrame</vt:lpstr>
      <vt:lpstr>Creación de un DataFrame</vt:lpstr>
      <vt:lpstr>Creación de un DataFrame</vt:lpstr>
      <vt:lpstr>Creación de un DataFrame</vt:lpstr>
      <vt:lpstr>Creación de un DataFrame</vt:lpstr>
      <vt:lpstr>Creación de un DataFrame</vt:lpstr>
      <vt:lpstr>Creación de un DataFrame</vt:lpstr>
      <vt:lpstr>Creación de un DataFrame</vt:lpstr>
      <vt:lpstr>Exportación de un DataFrame a un archivo</vt:lpstr>
      <vt:lpstr>Atributos de un DataFrame</vt:lpstr>
      <vt:lpstr>Atributos de un DataFrame</vt:lpstr>
      <vt:lpstr>Renombrar los nombres de las filas y las columnas de un DataFrame</vt:lpstr>
      <vt:lpstr>Reindexar un DataFrame</vt:lpstr>
      <vt:lpstr>Acceso a los elementos de un DataFrame</vt:lpstr>
      <vt:lpstr>Acceso a los elementos de un DataFrame</vt:lpstr>
      <vt:lpstr>Operaciones sobre las columnas de un DataFrame</vt:lpstr>
      <vt:lpstr>Operaciones sobre las columnas de un DataFrame</vt:lpstr>
      <vt:lpstr>Resumen descriptivo de un DataFrame</vt:lpstr>
      <vt:lpstr>Resumen descriptivo de un DataFrame</vt:lpstr>
      <vt:lpstr>Eliminar columnas de un DataFrame</vt:lpstr>
      <vt:lpstr>Operaciones sobre las filas de un DataFrame</vt:lpstr>
      <vt:lpstr>Operaciones sobre las filas de un DataFrame</vt:lpstr>
      <vt:lpstr>Operaciones sobre las filas de un DataFrame</vt:lpstr>
      <vt:lpstr>Ordenar un DataFrame</vt:lpstr>
      <vt:lpstr>Eliminar filas con datos desconocidos en un DataFrame</vt:lpstr>
      <vt:lpstr>Contatenación y separación de un DataFrame</vt:lpstr>
      <vt:lpstr>División de un DataFrame en grupos</vt:lpstr>
      <vt:lpstr>División de un DataFrame en grupos</vt:lpstr>
      <vt:lpstr>Reestructurar un DataFrame</vt:lpstr>
      <vt:lpstr>Convertir un DataFrame a formato largo</vt:lpstr>
      <vt:lpstr>Convertir un DataFrame a formato largo</vt:lpstr>
      <vt:lpstr>Convertir un DataFrame a formato ancho</vt:lpstr>
      <vt:lpstr>Actividad 2</vt:lpstr>
      <vt:lpstr>Tarea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Fundamentos de Ciencia de Datos</dc:title>
  <dc:creator>Bustio Martínez Lázaro</dc:creator>
  <cp:lastModifiedBy>Bustio Martínez Lázaro</cp:lastModifiedBy>
  <cp:revision>78</cp:revision>
  <dcterms:created xsi:type="dcterms:W3CDTF">2021-07-20T02:41:32Z</dcterms:created>
  <dcterms:modified xsi:type="dcterms:W3CDTF">2024-06-25T02:39:49Z</dcterms:modified>
</cp:coreProperties>
</file>